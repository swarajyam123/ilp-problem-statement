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8.xml"/>
  <Override ContentType="application/vnd.ms-office.chartcolorstyle+xml" PartName="/ppt/charts/colors11.xml"/>
  <Override ContentType="application/vnd.ms-office.chartcolorstyle+xml" PartName="/ppt/charts/colors15.xml"/>
  <Override ContentType="application/vnd.ms-office.chartcolorstyle+xml" PartName="/ppt/charts/colors13.xml"/>
  <Override ContentType="application/vnd.ms-office.chartcolorstyle+xml" PartName="/ppt/charts/colors14.xml"/>
  <Override ContentType="application/vnd.ms-office.chartcolorstyle+xml" PartName="/ppt/charts/colors5.xml"/>
  <Override ContentType="application/vnd.ms-office.chartcolorstyle+xml" PartName="/ppt/charts/colors2.xml"/>
  <Override ContentType="application/vnd.ms-office.chartcolorstyle+xml" PartName="/ppt/charts/colors3.xml"/>
  <Override ContentType="application/vnd.ms-office.chartcolorstyle+xml" PartName="/ppt/charts/colors16.xml"/>
  <Override ContentType="application/vnd.ms-office.chartcolorstyle+xml" PartName="/ppt/charts/colors7.xml"/>
  <Override ContentType="application/vnd.ms-office.chartcolorstyle+xml" PartName="/ppt/charts/colors10.xml"/>
  <Override ContentType="application/vnd.ms-office.chartcolorstyle+xml" PartName="/ppt/charts/colors9.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drawingml.chart+xml" PartName="/ppt/charts/chart9.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12.xml"/>
  <Override ContentType="application/vnd.openxmlformats-officedocument.drawingml.chart+xml" PartName="/ppt/charts/chart14.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5.xml"/>
  <Override ContentType="application/vnd.openxmlformats-officedocument.drawingml.chart+xml" PartName="/ppt/charts/chart11.xml"/>
  <Override ContentType="application/vnd.openxmlformats-officedocument.drawingml.chart+xml" PartName="/ppt/charts/chart15.xml"/>
  <Override ContentType="application/vnd.openxmlformats-officedocument.drawingml.chart+xml" PartName="/ppt/charts/chart1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5.xml"/>
  <Override ContentType="application/vnd.ms-office.chartstyle+xml" PartName="/ppt/charts/style8.xml"/>
  <Override ContentType="application/vnd.ms-office.chartstyle+xml" PartName="/ppt/charts/style1.xml"/>
  <Override ContentType="application/vnd.ms-office.chartstyle+xml" PartName="/ppt/charts/style12.xml"/>
  <Override ContentType="application/vnd.ms-office.chartstyle+xml" PartName="/ppt/charts/style16.xml"/>
  <Override ContentType="application/vnd.ms-office.chartstyle+xml" PartName="/ppt/charts/style14.xml"/>
  <Override ContentType="application/vnd.ms-office.chartstyle+xml" PartName="/ppt/charts/style9.xml"/>
  <Override ContentType="application/vnd.ms-office.chartstyle+xml" PartName="/ppt/charts/style4.xml"/>
  <Override ContentType="application/vnd.ms-office.chartstyle+xml" PartName="/ppt/charts/style10.xml"/>
  <Override ContentType="application/vnd.ms-office.chartstyle+xml" PartName="/ppt/charts/style7.xml"/>
  <Override ContentType="application/vnd.ms-office.chartstyle+xml" PartName="/ppt/charts/style6.xml"/>
  <Override ContentType="application/vnd.ms-office.chartstyle+xml" PartName="/ppt/charts/style11.xml"/>
  <Override ContentType="application/vnd.ms-office.chartstyle+xml" PartName="/ppt/charts/style2.xml"/>
  <Override ContentType="application/vnd.ms-office.chartstyle+xml" PartName="/ppt/charts/style13.xml"/>
  <Override ContentType="application/vnd.ms-office.chartstyle+xml" PartName="/ppt/charts/style15.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58" r:id="rId7"/>
    <p:sldMasterId id="2147483662" r:id="rId8"/>
    <p:sldMasterId id="2147483669" r:id="rId9"/>
    <p:sldMasterId id="2147483673" r:id="rId10"/>
    <p:sldMasterId id="2147483678" r:id="rId11"/>
    <p:sldMasterId id="2147483681" r:id="rId12"/>
    <p:sldMasterId id="2147483702"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324" r:id="rId83"/>
    <p:sldId id="325" r:id="rId84"/>
    <p:sldId id="326" r:id="rId85"/>
    <p:sldId id="327" r:id="rId86"/>
    <p:sldId id="328" r:id="rId87"/>
    <p:sldId id="329" r:id="rId88"/>
    <p:sldId id="330" r:id="rId89"/>
  </p:sldIdLst>
  <p:sldSz cy="5143500" cx="9144000"/>
  <p:notesSz cx="6858000" cy="9144000"/>
  <p:embeddedFontLst>
    <p:embeddedFont>
      <p:font typeface="Quattrocento Sans"/>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94" roundtripDataSignature="AMtx7mi+5pMsjtiVqHvnXbe2hnVeKMGI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F220B3-E755-4BBC-BBFB-09FB2642B5B8}">
  <a:tblStyle styleId="{79F220B3-E755-4BBC-BBFB-09FB2642B5B8}" styleName="Table_0">
    <a:wholeTbl>
      <a:tcTxStyle b="off" i="off">
        <a:font>
          <a:latin typeface="Calibri Light"/>
          <a:ea typeface="Calibri Light"/>
          <a:cs typeface="Calibri Ligh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EF2E7"/>
          </a:solidFill>
        </a:fill>
      </a:tcStyle>
    </a:wholeTbl>
    <a:band1H>
      <a:tcTxStyle/>
      <a:tcStyle>
        <a:fill>
          <a:solidFill>
            <a:srgbClr val="FDE3CC"/>
          </a:solidFill>
        </a:fill>
      </a:tcStyle>
    </a:band1H>
    <a:band2H>
      <a:tcTxStyle/>
    </a:band2H>
    <a:band1V>
      <a:tcTxStyle/>
      <a:tcStyle>
        <a:fill>
          <a:solidFill>
            <a:srgbClr val="FDE3CC"/>
          </a:solidFill>
        </a:fill>
      </a:tcStyle>
    </a:band1V>
    <a:band2V>
      <a:tcTxStyle/>
    </a:band2V>
    <a:lastCol>
      <a:tcTxStyle b="on" i="off">
        <a:font>
          <a:latin typeface="Calibri Light"/>
          <a:ea typeface="Calibri Light"/>
          <a:cs typeface="Calibri Light"/>
        </a:font>
        <a:schemeClr val="lt1"/>
      </a:tcTxStyle>
      <a:tcStyle>
        <a:fill>
          <a:solidFill>
            <a:schemeClr val="accent3"/>
          </a:solidFill>
        </a:fill>
      </a:tcStyle>
    </a:lastCol>
    <a:firstCol>
      <a:tcTxStyle b="on" i="off">
        <a:font>
          <a:latin typeface="Calibri Light"/>
          <a:ea typeface="Calibri Light"/>
          <a:cs typeface="Calibri Light"/>
        </a:font>
        <a:schemeClr val="lt1"/>
      </a:tcTxStyle>
      <a:tcStyle>
        <a:fill>
          <a:solidFill>
            <a:schemeClr val="accent3"/>
          </a:solidFill>
        </a:fill>
      </a:tcStyle>
    </a:firstCol>
    <a:lastRow>
      <a:tcTxStyle b="on" i="off">
        <a:font>
          <a:latin typeface="Calibri Light"/>
          <a:ea typeface="Calibri Light"/>
          <a:cs typeface="Calibri Light"/>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alibri Light"/>
          <a:ea typeface="Calibri Light"/>
          <a:cs typeface="Calibri Light"/>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6.xml"/><Relationship Id="rId84" Type="http://schemas.openxmlformats.org/officeDocument/2006/relationships/slide" Target="slides/slide70.xml"/><Relationship Id="rId83" Type="http://schemas.openxmlformats.org/officeDocument/2006/relationships/slide" Target="slides/slide69.xml"/><Relationship Id="rId42" Type="http://schemas.openxmlformats.org/officeDocument/2006/relationships/slide" Target="slides/slide28.xml"/><Relationship Id="rId86" Type="http://schemas.openxmlformats.org/officeDocument/2006/relationships/slide" Target="slides/slide72.xml"/><Relationship Id="rId41" Type="http://schemas.openxmlformats.org/officeDocument/2006/relationships/slide" Target="slides/slide27.xml"/><Relationship Id="rId85" Type="http://schemas.openxmlformats.org/officeDocument/2006/relationships/slide" Target="slides/slide71.xml"/><Relationship Id="rId44" Type="http://schemas.openxmlformats.org/officeDocument/2006/relationships/slide" Target="slides/slide30.xml"/><Relationship Id="rId88" Type="http://schemas.openxmlformats.org/officeDocument/2006/relationships/slide" Target="slides/slide74.xml"/><Relationship Id="rId43" Type="http://schemas.openxmlformats.org/officeDocument/2006/relationships/slide" Target="slides/slide29.xml"/><Relationship Id="rId87" Type="http://schemas.openxmlformats.org/officeDocument/2006/relationships/slide" Target="slides/slide73.xml"/><Relationship Id="rId46" Type="http://schemas.openxmlformats.org/officeDocument/2006/relationships/slide" Target="slides/slide32.xml"/><Relationship Id="rId45" Type="http://schemas.openxmlformats.org/officeDocument/2006/relationships/slide" Target="slides/slide31.xml"/><Relationship Id="rId89" Type="http://schemas.openxmlformats.org/officeDocument/2006/relationships/slide" Target="slides/slide75.xml"/><Relationship Id="rId80" Type="http://schemas.openxmlformats.org/officeDocument/2006/relationships/slide" Target="slides/slide66.xml"/><Relationship Id="rId82" Type="http://schemas.openxmlformats.org/officeDocument/2006/relationships/slide" Target="slides/slide68.xml"/><Relationship Id="rId81" Type="http://schemas.openxmlformats.org/officeDocument/2006/relationships/slide" Target="slides/slide67.xml"/><Relationship Id="rId1" Type="http://schemas.openxmlformats.org/officeDocument/2006/relationships/theme" Target="theme/theme9.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4.xml"/><Relationship Id="rId47" Type="http://schemas.openxmlformats.org/officeDocument/2006/relationships/slide" Target="slides/slide33.xml"/><Relationship Id="rId49" Type="http://schemas.openxmlformats.org/officeDocument/2006/relationships/slide" Target="slides/slide3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59.xml"/><Relationship Id="rId72" Type="http://schemas.openxmlformats.org/officeDocument/2006/relationships/slide" Target="slides/slide58.xml"/><Relationship Id="rId31" Type="http://schemas.openxmlformats.org/officeDocument/2006/relationships/slide" Target="slides/slide17.xml"/><Relationship Id="rId75" Type="http://schemas.openxmlformats.org/officeDocument/2006/relationships/slide" Target="slides/slide61.xml"/><Relationship Id="rId30" Type="http://schemas.openxmlformats.org/officeDocument/2006/relationships/slide" Target="slides/slide16.xml"/><Relationship Id="rId74" Type="http://schemas.openxmlformats.org/officeDocument/2006/relationships/slide" Target="slides/slide60.xml"/><Relationship Id="rId33" Type="http://schemas.openxmlformats.org/officeDocument/2006/relationships/slide" Target="slides/slide19.xml"/><Relationship Id="rId77" Type="http://schemas.openxmlformats.org/officeDocument/2006/relationships/slide" Target="slides/slide63.xml"/><Relationship Id="rId32" Type="http://schemas.openxmlformats.org/officeDocument/2006/relationships/slide" Target="slides/slide18.xml"/><Relationship Id="rId76" Type="http://schemas.openxmlformats.org/officeDocument/2006/relationships/slide" Target="slides/slide62.xml"/><Relationship Id="rId35" Type="http://schemas.openxmlformats.org/officeDocument/2006/relationships/slide" Target="slides/slide21.xml"/><Relationship Id="rId79" Type="http://schemas.openxmlformats.org/officeDocument/2006/relationships/slide" Target="slides/slide65.xml"/><Relationship Id="rId34" Type="http://schemas.openxmlformats.org/officeDocument/2006/relationships/slide" Target="slides/slide20.xml"/><Relationship Id="rId78" Type="http://schemas.openxmlformats.org/officeDocument/2006/relationships/slide" Target="slides/slide64.xml"/><Relationship Id="rId71" Type="http://schemas.openxmlformats.org/officeDocument/2006/relationships/slide" Target="slides/slide57.xml"/><Relationship Id="rId70" Type="http://schemas.openxmlformats.org/officeDocument/2006/relationships/slide" Target="slides/slide56.xml"/><Relationship Id="rId37" Type="http://schemas.openxmlformats.org/officeDocument/2006/relationships/slide" Target="slides/slide23.xml"/><Relationship Id="rId36" Type="http://schemas.openxmlformats.org/officeDocument/2006/relationships/slide" Target="slides/slide22.xml"/><Relationship Id="rId39" Type="http://schemas.openxmlformats.org/officeDocument/2006/relationships/slide" Target="slides/slide25.xml"/><Relationship Id="rId38" Type="http://schemas.openxmlformats.org/officeDocument/2006/relationships/slide" Target="slides/slide24.xml"/><Relationship Id="rId62" Type="http://schemas.openxmlformats.org/officeDocument/2006/relationships/slide" Target="slides/slide48.xml"/><Relationship Id="rId61" Type="http://schemas.openxmlformats.org/officeDocument/2006/relationships/slide" Target="slides/slide47.xml"/><Relationship Id="rId20" Type="http://schemas.openxmlformats.org/officeDocument/2006/relationships/slide" Target="slides/slide6.xml"/><Relationship Id="rId64" Type="http://schemas.openxmlformats.org/officeDocument/2006/relationships/slide" Target="slides/slide50.xml"/><Relationship Id="rId63" Type="http://schemas.openxmlformats.org/officeDocument/2006/relationships/slide" Target="slides/slide49.xml"/><Relationship Id="rId22" Type="http://schemas.openxmlformats.org/officeDocument/2006/relationships/slide" Target="slides/slide8.xml"/><Relationship Id="rId66" Type="http://schemas.openxmlformats.org/officeDocument/2006/relationships/slide" Target="slides/slide52.xml"/><Relationship Id="rId21" Type="http://schemas.openxmlformats.org/officeDocument/2006/relationships/slide" Target="slides/slide7.xml"/><Relationship Id="rId65" Type="http://schemas.openxmlformats.org/officeDocument/2006/relationships/slide" Target="slides/slide51.xml"/><Relationship Id="rId24" Type="http://schemas.openxmlformats.org/officeDocument/2006/relationships/slide" Target="slides/slide10.xml"/><Relationship Id="rId68" Type="http://schemas.openxmlformats.org/officeDocument/2006/relationships/slide" Target="slides/slide54.xml"/><Relationship Id="rId23" Type="http://schemas.openxmlformats.org/officeDocument/2006/relationships/slide" Target="slides/slide9.xml"/><Relationship Id="rId67" Type="http://schemas.openxmlformats.org/officeDocument/2006/relationships/slide" Target="slides/slide53.xml"/><Relationship Id="rId60" Type="http://schemas.openxmlformats.org/officeDocument/2006/relationships/slide" Target="slides/slide46.xml"/><Relationship Id="rId26" Type="http://schemas.openxmlformats.org/officeDocument/2006/relationships/slide" Target="slides/slide12.xml"/><Relationship Id="rId25" Type="http://schemas.openxmlformats.org/officeDocument/2006/relationships/slide" Target="slides/slide11.xml"/><Relationship Id="rId69" Type="http://schemas.openxmlformats.org/officeDocument/2006/relationships/slide" Target="slides/slide55.xml"/><Relationship Id="rId28" Type="http://schemas.openxmlformats.org/officeDocument/2006/relationships/slide" Target="slides/slide14.xml"/><Relationship Id="rId27" Type="http://schemas.openxmlformats.org/officeDocument/2006/relationships/slide" Target="slides/slide13.xml"/><Relationship Id="rId29" Type="http://schemas.openxmlformats.org/officeDocument/2006/relationships/slide" Target="slides/slide15.xml"/><Relationship Id="rId51" Type="http://schemas.openxmlformats.org/officeDocument/2006/relationships/slide" Target="slides/slide37.xml"/><Relationship Id="rId50" Type="http://schemas.openxmlformats.org/officeDocument/2006/relationships/slide" Target="slides/slide36.xml"/><Relationship Id="rId94" Type="http://customschemas.google.com/relationships/presentationmetadata" Target="metadata"/><Relationship Id="rId53" Type="http://schemas.openxmlformats.org/officeDocument/2006/relationships/slide" Target="slides/slide39.xml"/><Relationship Id="rId52" Type="http://schemas.openxmlformats.org/officeDocument/2006/relationships/slide" Target="slides/slide38.xml"/><Relationship Id="rId11" Type="http://schemas.openxmlformats.org/officeDocument/2006/relationships/slideMaster" Target="slideMasters/slideMaster7.xml"/><Relationship Id="rId55" Type="http://schemas.openxmlformats.org/officeDocument/2006/relationships/slide" Target="slides/slide41.xml"/><Relationship Id="rId10" Type="http://schemas.openxmlformats.org/officeDocument/2006/relationships/slideMaster" Target="slideMasters/slideMaster6.xml"/><Relationship Id="rId54" Type="http://schemas.openxmlformats.org/officeDocument/2006/relationships/slide" Target="slides/slide40.xml"/><Relationship Id="rId13" Type="http://schemas.openxmlformats.org/officeDocument/2006/relationships/slideMaster" Target="slideMasters/slideMaster9.xml"/><Relationship Id="rId57" Type="http://schemas.openxmlformats.org/officeDocument/2006/relationships/slide" Target="slides/slide43.xml"/><Relationship Id="rId12" Type="http://schemas.openxmlformats.org/officeDocument/2006/relationships/slideMaster" Target="slideMasters/slideMaster8.xml"/><Relationship Id="rId56" Type="http://schemas.openxmlformats.org/officeDocument/2006/relationships/slide" Target="slides/slide42.xml"/><Relationship Id="rId91" Type="http://schemas.openxmlformats.org/officeDocument/2006/relationships/font" Target="fonts/QuattrocentoSans-bold.fntdata"/><Relationship Id="rId90" Type="http://schemas.openxmlformats.org/officeDocument/2006/relationships/font" Target="fonts/QuattrocentoSans-regular.fntdata"/><Relationship Id="rId93" Type="http://schemas.openxmlformats.org/officeDocument/2006/relationships/font" Target="fonts/QuattrocentoSans-boldItalic.fntdata"/><Relationship Id="rId92" Type="http://schemas.openxmlformats.org/officeDocument/2006/relationships/font" Target="fonts/QuattrocentoSans-italic.fntdata"/><Relationship Id="rId15" Type="http://schemas.openxmlformats.org/officeDocument/2006/relationships/slide" Target="slides/slide1.xml"/><Relationship Id="rId59" Type="http://schemas.openxmlformats.org/officeDocument/2006/relationships/slide" Target="slides/slide45.xml"/><Relationship Id="rId14" Type="http://schemas.openxmlformats.org/officeDocument/2006/relationships/notesMaster" Target="notesMasters/notesMaster1.xml"/><Relationship Id="rId58" Type="http://schemas.openxmlformats.org/officeDocument/2006/relationships/slide" Target="slides/slide44.xml"/><Relationship Id="rId17" Type="http://schemas.openxmlformats.org/officeDocument/2006/relationships/slide" Target="slides/slide3.xml"/><Relationship Id="rId16" Type="http://schemas.openxmlformats.org/officeDocument/2006/relationships/slide" Target="slides/slide2.xml"/><Relationship Id="rId19" Type="http://schemas.openxmlformats.org/officeDocument/2006/relationships/slide" Target="slides/slide5.xml"/><Relationship Id="rId1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5875099443118538"/>
          <c:y val="0.17824052676762456"/>
          <c:w val="0.48249816774096554"/>
          <c:h val="0.80224914652573287"/>
        </c:manualLayout>
      </c:layout>
      <c:doughnutChart>
        <c:varyColors val="1"/>
        <c:ser>
          <c:idx val="0"/>
          <c:order val="0"/>
          <c:tx>
            <c:strRef>
              <c:f>Sheet1!$B$1</c:f>
              <c:strCache>
                <c:ptCount val="1"/>
                <c:pt idx="0">
                  <c:v>Headcount Breakdown</c:v>
                </c:pt>
              </c:strCache>
            </c:strRef>
          </c:tx>
          <c:spPr>
            <a:ln>
              <a:solidFill>
                <a:schemeClr val="tx1"/>
              </a:solidFill>
            </a:ln>
          </c:spPr>
          <c:dPt>
            <c:idx val="0"/>
            <c:bubble3D val="0"/>
            <c:spPr>
              <a:solidFill>
                <a:srgbClr val="4E84C4"/>
              </a:solidFill>
              <a:ln w="19050">
                <a:solidFill>
                  <a:schemeClr val="tx1"/>
                </a:solidFill>
              </a:ln>
              <a:effectLst/>
            </c:spPr>
            <c:extLst>
              <c:ext xmlns:c16="http://schemas.microsoft.com/office/drawing/2014/chart" uri="{C3380CC4-5D6E-409C-BE32-E72D297353CC}">
                <c16:uniqueId val="{00000001-C231-40F5-81DC-C0F95F1CF3BD}"/>
              </c:ext>
            </c:extLst>
          </c:dPt>
          <c:dPt>
            <c:idx val="1"/>
            <c:bubble3D val="0"/>
            <c:spPr>
              <a:solidFill>
                <a:srgbClr val="719DD0"/>
              </a:solidFill>
              <a:ln w="19050">
                <a:solidFill>
                  <a:schemeClr val="tx1"/>
                </a:solidFill>
              </a:ln>
              <a:effectLst/>
            </c:spPr>
            <c:extLst>
              <c:ext xmlns:c16="http://schemas.microsoft.com/office/drawing/2014/chart" uri="{C3380CC4-5D6E-409C-BE32-E72D297353CC}">
                <c16:uniqueId val="{00000003-C231-40F5-81DC-C0F95F1CF3BD}"/>
              </c:ext>
            </c:extLst>
          </c:dPt>
          <c:dPt>
            <c:idx val="2"/>
            <c:bubble3D val="0"/>
            <c:spPr>
              <a:solidFill>
                <a:srgbClr val="95B5DC"/>
              </a:solidFill>
              <a:ln w="19050">
                <a:solidFill>
                  <a:schemeClr val="tx1"/>
                </a:solidFill>
              </a:ln>
              <a:effectLst/>
            </c:spPr>
            <c:extLst>
              <c:ext xmlns:c16="http://schemas.microsoft.com/office/drawing/2014/chart" uri="{C3380CC4-5D6E-409C-BE32-E72D297353CC}">
                <c16:uniqueId val="{00000005-C231-40F5-81DC-C0F95F1CF3BD}"/>
              </c:ext>
            </c:extLst>
          </c:dPt>
          <c:dPt>
            <c:idx val="3"/>
            <c:bubble3D val="0"/>
            <c:spPr>
              <a:solidFill>
                <a:srgbClr val="FBB034"/>
              </a:solidFill>
              <a:ln w="19050">
                <a:solidFill>
                  <a:schemeClr val="tx1"/>
                </a:solidFill>
              </a:ln>
              <a:effectLst/>
            </c:spPr>
            <c:extLst>
              <c:ext xmlns:c16="http://schemas.microsoft.com/office/drawing/2014/chart" uri="{C3380CC4-5D6E-409C-BE32-E72D297353CC}">
                <c16:uniqueId val="{00000007-C231-40F5-81DC-C0F95F1CF3BD}"/>
              </c:ext>
            </c:extLst>
          </c:dPt>
          <c:dPt>
            <c:idx val="4"/>
            <c:bubble3D val="0"/>
            <c:spPr>
              <a:solidFill>
                <a:srgbClr val="FCC05D"/>
              </a:solidFill>
              <a:ln w="19050">
                <a:solidFill>
                  <a:schemeClr val="tx1"/>
                </a:solidFill>
              </a:ln>
              <a:effectLst/>
            </c:spPr>
            <c:extLst>
              <c:ext xmlns:c16="http://schemas.microsoft.com/office/drawing/2014/chart" uri="{C3380CC4-5D6E-409C-BE32-E72D297353CC}">
                <c16:uniqueId val="{00000009-C231-40F5-81DC-C0F95F1CF3BD}"/>
              </c:ext>
            </c:extLst>
          </c:dPt>
          <c:dPt>
            <c:idx val="5"/>
            <c:bubble3D val="0"/>
            <c:spPr>
              <a:solidFill>
                <a:srgbClr val="FDD085"/>
              </a:solidFill>
              <a:ln w="19050">
                <a:solidFill>
                  <a:schemeClr val="tx1"/>
                </a:solidFill>
              </a:ln>
              <a:effectLst/>
            </c:spPr>
            <c:extLst>
              <c:ext xmlns:c16="http://schemas.microsoft.com/office/drawing/2014/chart" uri="{C3380CC4-5D6E-409C-BE32-E72D297353CC}">
                <c16:uniqueId val="{0000000B-C231-40F5-81DC-C0F95F1CF3BD}"/>
              </c:ext>
            </c:extLst>
          </c:dPt>
          <c:dPt>
            <c:idx val="6"/>
            <c:bubble3D val="0"/>
            <c:spPr>
              <a:solidFill>
                <a:schemeClr val="bg1">
                  <a:lumMod val="65000"/>
                </a:schemeClr>
              </a:solidFill>
              <a:ln w="19050">
                <a:solidFill>
                  <a:schemeClr val="tx1"/>
                </a:solidFill>
              </a:ln>
              <a:effectLst/>
            </c:spPr>
            <c:extLst>
              <c:ext xmlns:c16="http://schemas.microsoft.com/office/drawing/2014/chart" uri="{C3380CC4-5D6E-409C-BE32-E72D297353CC}">
                <c16:uniqueId val="{0000000D-C231-40F5-81DC-C0F95F1CF3BD}"/>
              </c:ext>
            </c:extLst>
          </c:dPt>
          <c:dLbls>
            <c:dLbl>
              <c:idx val="0"/>
              <c:layout>
                <c:manualLayout>
                  <c:x val="0.18894192521877487"/>
                  <c:y val="2.3148154175559873E-2"/>
                </c:manualLayout>
              </c:layout>
              <c:tx>
                <c:rich>
                  <a:bodyPr/>
                  <a:lstStyle/>
                  <a:p>
                    <a:r>
                      <a:rPr lang="en-US"/>
                      <a:t>Lorem ipsum</a:t>
                    </a:r>
                    <a:endParaRPr lang="en-US" baseline="0"/>
                  </a:p>
                  <a:p>
                    <a:fld id="{28757734-108E-4E1D-9B82-35C096A249AA}" type="VALUE">
                      <a:rPr lang="en-US"/>
                      <a:pPr/>
                      <a:t>[VALUE]</a:t>
                    </a:fld>
                    <a:endParaRPr 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C231-40F5-81DC-C0F95F1CF3BD}"/>
                </c:ext>
              </c:extLst>
            </c:dLbl>
            <c:dLbl>
              <c:idx val="1"/>
              <c:layout>
                <c:manualLayout>
                  <c:x val="-0.147175815433572"/>
                  <c:y val="7.9365100030490993E-2"/>
                </c:manualLayout>
              </c:layout>
              <c:tx>
                <c:rich>
                  <a:bodyPr/>
                  <a:lstStyle/>
                  <a:p>
                    <a:r>
                      <a:rPr lang="en-US"/>
                      <a:t>Lorem ipsum</a:t>
                    </a:r>
                    <a:r>
                      <a:rPr lang="en-US" baseline="0"/>
                      <a:t>
</a:t>
                    </a:r>
                    <a:fld id="{3E357597-B9E5-4837-B7CC-E5EC83996A89}"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C231-40F5-81DC-C0F95F1CF3BD}"/>
                </c:ext>
              </c:extLst>
            </c:dLbl>
            <c:dLbl>
              <c:idx val="2"/>
              <c:layout>
                <c:manualLayout>
                  <c:x val="-0.17899761336515516"/>
                  <c:y val="-2.9761912511434181E-2"/>
                </c:manualLayout>
              </c:layout>
              <c:tx>
                <c:rich>
                  <a:bodyPr/>
                  <a:lstStyle/>
                  <a:p>
                    <a:r>
                      <a:rPr lang="en-US"/>
                      <a:t>Lorem ipsum</a:t>
                    </a:r>
                    <a:r>
                      <a:rPr lang="en-US" baseline="0"/>
                      <a:t>
</a:t>
                    </a:r>
                    <a:fld id="{6ED600EA-F912-4365-B2AA-54761AA0C0EA}"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C231-40F5-81DC-C0F95F1CF3BD}"/>
                </c:ext>
              </c:extLst>
            </c:dLbl>
            <c:dLbl>
              <c:idx val="3"/>
              <c:layout>
                <c:manualLayout>
                  <c:x val="-9.5465393794749401E-2"/>
                  <c:y val="-0.12566140838161075"/>
                </c:manualLayout>
              </c:layout>
              <c:tx>
                <c:rich>
                  <a:bodyPr/>
                  <a:lstStyle/>
                  <a:p>
                    <a:r>
                      <a:rPr lang="en-US"/>
                      <a:t>Lorem ipsum</a:t>
                    </a:r>
                    <a:r>
                      <a:rPr lang="en-US" baseline="0"/>
                      <a:t>
</a:t>
                    </a:r>
                    <a:fld id="{249AF113-B38F-496F-A4BC-0A80ADD539CB}"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C231-40F5-81DC-C0F95F1CF3BD}"/>
                </c:ext>
              </c:extLst>
            </c:dLbl>
            <c:dLbl>
              <c:idx val="4"/>
              <c:layout>
                <c:manualLayout>
                  <c:x val="-0.11535401750198883"/>
                  <c:y val="-0.19179899174035323"/>
                </c:manualLayout>
              </c:layout>
              <c:tx>
                <c:rich>
                  <a:bodyPr/>
                  <a:lstStyle/>
                  <a:p>
                    <a:r>
                      <a:rPr lang="en-US"/>
                      <a:t>Lorem ipsum</a:t>
                    </a:r>
                    <a:r>
                      <a:rPr lang="en-US" baseline="0"/>
                      <a:t>
</a:t>
                    </a:r>
                    <a:fld id="{E3E10DB9-579A-47E1-BA45-8621C24357EE}"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C231-40F5-81DC-C0F95F1CF3BD}"/>
                </c:ext>
              </c:extLst>
            </c:dLbl>
            <c:dLbl>
              <c:idx val="5"/>
              <c:layout>
                <c:manualLayout>
                  <c:x val="7.9554494828957836E-2"/>
                  <c:y val="-0.20735668649665837"/>
                </c:manualLayout>
              </c:layout>
              <c:tx>
                <c:rich>
                  <a:bodyPr/>
                  <a:lstStyle/>
                  <a:p>
                    <a:r>
                      <a:rPr lang="en-US"/>
                      <a:t>Lorem ipsum</a:t>
                    </a:r>
                    <a:r>
                      <a:rPr lang="en-US" baseline="0"/>
                      <a:t>
</a:t>
                    </a:r>
                    <a:fld id="{3058B07F-DD24-4126-A828-18614B5A23C2}"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B-C231-40F5-81DC-C0F95F1CF3BD}"/>
                </c:ext>
              </c:extLst>
            </c:dLbl>
            <c:dLbl>
              <c:idx val="6"/>
              <c:layout>
                <c:manualLayout>
                  <c:x val="0.13723150357995226"/>
                  <c:y val="-0.10251325420605086"/>
                </c:manualLayout>
              </c:layout>
              <c:tx>
                <c:rich>
                  <a:bodyPr/>
                  <a:lstStyle/>
                  <a:p>
                    <a:r>
                      <a:rPr lang="en-US"/>
                      <a:t>Lorem ipsum</a:t>
                    </a:r>
                    <a:r>
                      <a:rPr lang="en-US" baseline="0"/>
                      <a:t>
</a:t>
                    </a:r>
                    <a:fld id="{037E48CE-5D52-47F9-982A-CD94C53FD037}"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D-C231-40F5-81DC-C0F95F1CF3BD}"/>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j-lt"/>
                    <a:ea typeface="+mn-ea"/>
                    <a:cs typeface="+mn-cs"/>
                  </a:defRPr>
                </a:pPr>
                <a:endParaRPr lang="en-US"/>
              </a:p>
            </c:txPr>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Australia &amp;
New Zealand</c:v>
                </c:pt>
                <c:pt idx="1">
                  <c:v>Singapore</c:v>
                </c:pt>
                <c:pt idx="2">
                  <c:v>Philippines</c:v>
                </c:pt>
                <c:pt idx="3">
                  <c:v>China</c:v>
                </c:pt>
                <c:pt idx="4">
                  <c:v>Malaysia, Indonesia &amp; Thailand</c:v>
                </c:pt>
                <c:pt idx="5">
                  <c:v>Hong Hong, Macau, Taiwan &amp; Korea</c:v>
                </c:pt>
                <c:pt idx="6">
                  <c:v>Others</c:v>
                </c:pt>
              </c:strCache>
            </c:strRef>
          </c:cat>
          <c:val>
            <c:numRef>
              <c:f>Sheet1!$B$2:$B$8</c:f>
              <c:numCache>
                <c:formatCode>0%</c:formatCode>
                <c:ptCount val="7"/>
                <c:pt idx="0">
                  <c:v>0.5</c:v>
                </c:pt>
                <c:pt idx="1">
                  <c:v>0.16</c:v>
                </c:pt>
                <c:pt idx="2">
                  <c:v>0.11</c:v>
                </c:pt>
                <c:pt idx="3">
                  <c:v>0.1</c:v>
                </c:pt>
                <c:pt idx="4">
                  <c:v>0.05</c:v>
                </c:pt>
                <c:pt idx="5">
                  <c:v>0.01</c:v>
                </c:pt>
                <c:pt idx="6">
                  <c:v>7.0000000000000007E-2</c:v>
                </c:pt>
              </c:numCache>
            </c:numRef>
          </c:val>
          <c:extLst>
            <c:ext xmlns:c16="http://schemas.microsoft.com/office/drawing/2014/chart" uri="{C3380CC4-5D6E-409C-BE32-E72D297353CC}">
              <c16:uniqueId val="{0000000E-C231-40F5-81DC-C0F95F1CF3BD}"/>
            </c:ext>
          </c:extLst>
        </c:ser>
        <c:dLbls>
          <c:showLegendKey val="0"/>
          <c:showVal val="1"/>
          <c:showCatName val="1"/>
          <c:showSerName val="0"/>
          <c:showPercent val="0"/>
          <c:showBubbleSize val="0"/>
          <c:showLeaderLines val="1"/>
        </c:dLbls>
        <c:firstSliceAng val="30"/>
        <c:holeSize val="50"/>
      </c:doughnutChart>
      <c:spPr>
        <a:noFill/>
        <a:ln>
          <a:noFill/>
        </a:ln>
        <a:effectLst/>
      </c:spPr>
    </c:plotArea>
    <c:plotVisOnly val="1"/>
    <c:dispBlanksAs val="gap"/>
    <c:showDLblsOverMax val="0"/>
  </c:chart>
  <c:spPr>
    <a:noFill/>
    <a:ln>
      <a:solidFill>
        <a:schemeClr val="bg1">
          <a:lumMod val="85000"/>
        </a:schemeClr>
      </a:solidFill>
      <a:prstDash val="dash"/>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5875099443118538"/>
          <c:y val="0.17824052676762456"/>
          <c:w val="0.48249816774096554"/>
          <c:h val="0.80224914652573287"/>
        </c:manualLayout>
      </c:layout>
      <c:doughnutChart>
        <c:varyColors val="1"/>
        <c:ser>
          <c:idx val="0"/>
          <c:order val="0"/>
          <c:tx>
            <c:strRef>
              <c:f>Sheet1!$B$1</c:f>
              <c:strCache>
                <c:ptCount val="1"/>
                <c:pt idx="0">
                  <c:v>Headcount Breakdown</c:v>
                </c:pt>
              </c:strCache>
            </c:strRef>
          </c:tx>
          <c:dPt>
            <c:idx val="0"/>
            <c:bubble3D val="0"/>
            <c:spPr>
              <a:solidFill>
                <a:srgbClr val="4E84C4"/>
              </a:solidFill>
              <a:ln w="19050">
                <a:solidFill>
                  <a:schemeClr val="lt1"/>
                </a:solidFill>
              </a:ln>
              <a:effectLst/>
            </c:spPr>
            <c:extLst>
              <c:ext xmlns:c16="http://schemas.microsoft.com/office/drawing/2014/chart" uri="{C3380CC4-5D6E-409C-BE32-E72D297353CC}">
                <c16:uniqueId val="{00000001-C231-40F5-81DC-C0F95F1CF3BD}"/>
              </c:ext>
            </c:extLst>
          </c:dPt>
          <c:dPt>
            <c:idx val="1"/>
            <c:bubble3D val="0"/>
            <c:spPr>
              <a:solidFill>
                <a:srgbClr val="719DD0"/>
              </a:solidFill>
              <a:ln w="19050">
                <a:solidFill>
                  <a:schemeClr val="lt1"/>
                </a:solidFill>
              </a:ln>
              <a:effectLst/>
            </c:spPr>
            <c:extLst>
              <c:ext xmlns:c16="http://schemas.microsoft.com/office/drawing/2014/chart" uri="{C3380CC4-5D6E-409C-BE32-E72D297353CC}">
                <c16:uniqueId val="{00000003-C231-40F5-81DC-C0F95F1CF3BD}"/>
              </c:ext>
            </c:extLst>
          </c:dPt>
          <c:dPt>
            <c:idx val="2"/>
            <c:bubble3D val="0"/>
            <c:spPr>
              <a:solidFill>
                <a:srgbClr val="95B5DC"/>
              </a:solidFill>
              <a:ln w="19050">
                <a:solidFill>
                  <a:schemeClr val="lt1"/>
                </a:solidFill>
              </a:ln>
              <a:effectLst/>
            </c:spPr>
            <c:extLst>
              <c:ext xmlns:c16="http://schemas.microsoft.com/office/drawing/2014/chart" uri="{C3380CC4-5D6E-409C-BE32-E72D297353CC}">
                <c16:uniqueId val="{00000005-C231-40F5-81DC-C0F95F1CF3BD}"/>
              </c:ext>
            </c:extLst>
          </c:dPt>
          <c:dPt>
            <c:idx val="3"/>
            <c:bubble3D val="0"/>
            <c:spPr>
              <a:solidFill>
                <a:srgbClr val="FBB034"/>
              </a:solidFill>
              <a:ln w="19050">
                <a:solidFill>
                  <a:schemeClr val="lt1"/>
                </a:solidFill>
              </a:ln>
              <a:effectLst/>
            </c:spPr>
            <c:extLst>
              <c:ext xmlns:c16="http://schemas.microsoft.com/office/drawing/2014/chart" uri="{C3380CC4-5D6E-409C-BE32-E72D297353CC}">
                <c16:uniqueId val="{00000007-C231-40F5-81DC-C0F95F1CF3BD}"/>
              </c:ext>
            </c:extLst>
          </c:dPt>
          <c:dPt>
            <c:idx val="4"/>
            <c:bubble3D val="0"/>
            <c:spPr>
              <a:solidFill>
                <a:srgbClr val="FCC05D"/>
              </a:solidFill>
              <a:ln w="19050">
                <a:solidFill>
                  <a:schemeClr val="lt1"/>
                </a:solidFill>
              </a:ln>
              <a:effectLst/>
            </c:spPr>
            <c:extLst>
              <c:ext xmlns:c16="http://schemas.microsoft.com/office/drawing/2014/chart" uri="{C3380CC4-5D6E-409C-BE32-E72D297353CC}">
                <c16:uniqueId val="{00000009-C231-40F5-81DC-C0F95F1CF3BD}"/>
              </c:ext>
            </c:extLst>
          </c:dPt>
          <c:dPt>
            <c:idx val="5"/>
            <c:bubble3D val="0"/>
            <c:spPr>
              <a:solidFill>
                <a:srgbClr val="FDD085"/>
              </a:solidFill>
              <a:ln w="19050">
                <a:solidFill>
                  <a:schemeClr val="lt1"/>
                </a:solidFill>
              </a:ln>
              <a:effectLst/>
            </c:spPr>
            <c:extLst>
              <c:ext xmlns:c16="http://schemas.microsoft.com/office/drawing/2014/chart" uri="{C3380CC4-5D6E-409C-BE32-E72D297353CC}">
                <c16:uniqueId val="{0000000B-C231-40F5-81DC-C0F95F1CF3BD}"/>
              </c:ext>
            </c:extLst>
          </c:dPt>
          <c:dPt>
            <c:idx val="6"/>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D-C231-40F5-81DC-C0F95F1CF3BD}"/>
              </c:ext>
            </c:extLst>
          </c:dPt>
          <c:dLbls>
            <c:dLbl>
              <c:idx val="0"/>
              <c:layout>
                <c:manualLayout>
                  <c:x val="0.18894192521877487"/>
                  <c:y val="2.3148154175559873E-2"/>
                </c:manualLayout>
              </c:layout>
              <c:tx>
                <c:rich>
                  <a:bodyPr/>
                  <a:lstStyle/>
                  <a:p>
                    <a:r>
                      <a:rPr lang="en-US"/>
                      <a:t>Lorem ipsum</a:t>
                    </a:r>
                    <a:endParaRPr lang="en-US" baseline="0"/>
                  </a:p>
                  <a:p>
                    <a:fld id="{28757734-108E-4E1D-9B82-35C096A249AA}" type="VALUE">
                      <a:rPr lang="en-US"/>
                      <a:pPr/>
                      <a:t>[VALUE]</a:t>
                    </a:fld>
                    <a:endParaRPr 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C231-40F5-81DC-C0F95F1CF3BD}"/>
                </c:ext>
              </c:extLst>
            </c:dLbl>
            <c:dLbl>
              <c:idx val="1"/>
              <c:layout>
                <c:manualLayout>
                  <c:x val="-0.147175815433572"/>
                  <c:y val="7.9365100030490993E-2"/>
                </c:manualLayout>
              </c:layout>
              <c:tx>
                <c:rich>
                  <a:bodyPr/>
                  <a:lstStyle/>
                  <a:p>
                    <a:r>
                      <a:rPr lang="en-US"/>
                      <a:t>Lorem ipsum</a:t>
                    </a:r>
                    <a:r>
                      <a:rPr lang="en-US" baseline="0"/>
                      <a:t>
</a:t>
                    </a:r>
                    <a:fld id="{3E357597-B9E5-4837-B7CC-E5EC83996A89}"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C231-40F5-81DC-C0F95F1CF3BD}"/>
                </c:ext>
              </c:extLst>
            </c:dLbl>
            <c:dLbl>
              <c:idx val="2"/>
              <c:layout>
                <c:manualLayout>
                  <c:x val="-0.17899761336515516"/>
                  <c:y val="-2.9761912511434181E-2"/>
                </c:manualLayout>
              </c:layout>
              <c:tx>
                <c:rich>
                  <a:bodyPr/>
                  <a:lstStyle/>
                  <a:p>
                    <a:r>
                      <a:rPr lang="en-US"/>
                      <a:t>Lorem ipsum</a:t>
                    </a:r>
                    <a:r>
                      <a:rPr lang="en-US" baseline="0"/>
                      <a:t>
</a:t>
                    </a:r>
                    <a:fld id="{6ED600EA-F912-4365-B2AA-54761AA0C0EA}"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C231-40F5-81DC-C0F95F1CF3BD}"/>
                </c:ext>
              </c:extLst>
            </c:dLbl>
            <c:dLbl>
              <c:idx val="3"/>
              <c:layout>
                <c:manualLayout>
                  <c:x val="-9.5465393794749401E-2"/>
                  <c:y val="-0.12566140838161075"/>
                </c:manualLayout>
              </c:layout>
              <c:tx>
                <c:rich>
                  <a:bodyPr/>
                  <a:lstStyle/>
                  <a:p>
                    <a:r>
                      <a:rPr lang="en-US"/>
                      <a:t>Lorem ipsum</a:t>
                    </a:r>
                    <a:r>
                      <a:rPr lang="en-US" baseline="0"/>
                      <a:t>
</a:t>
                    </a:r>
                    <a:fld id="{249AF113-B38F-496F-A4BC-0A80ADD539CB}"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C231-40F5-81DC-C0F95F1CF3BD}"/>
                </c:ext>
              </c:extLst>
            </c:dLbl>
            <c:dLbl>
              <c:idx val="4"/>
              <c:layout>
                <c:manualLayout>
                  <c:x val="-0.11535401750198883"/>
                  <c:y val="-0.19179899174035323"/>
                </c:manualLayout>
              </c:layout>
              <c:tx>
                <c:rich>
                  <a:bodyPr/>
                  <a:lstStyle/>
                  <a:p>
                    <a:r>
                      <a:rPr lang="en-US"/>
                      <a:t>Lorem ipsum</a:t>
                    </a:r>
                    <a:r>
                      <a:rPr lang="en-US" baseline="0"/>
                      <a:t>
</a:t>
                    </a:r>
                    <a:fld id="{E3E10DB9-579A-47E1-BA45-8621C24357EE}"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C231-40F5-81DC-C0F95F1CF3BD}"/>
                </c:ext>
              </c:extLst>
            </c:dLbl>
            <c:dLbl>
              <c:idx val="5"/>
              <c:layout>
                <c:manualLayout>
                  <c:x val="7.9554494828957836E-2"/>
                  <c:y val="-0.20735668649665837"/>
                </c:manualLayout>
              </c:layout>
              <c:tx>
                <c:rich>
                  <a:bodyPr/>
                  <a:lstStyle/>
                  <a:p>
                    <a:r>
                      <a:rPr lang="en-US"/>
                      <a:t>Lorem ipsum</a:t>
                    </a:r>
                    <a:r>
                      <a:rPr lang="en-US" baseline="0"/>
                      <a:t>
</a:t>
                    </a:r>
                    <a:fld id="{3058B07F-DD24-4126-A828-18614B5A23C2}"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B-C231-40F5-81DC-C0F95F1CF3BD}"/>
                </c:ext>
              </c:extLst>
            </c:dLbl>
            <c:dLbl>
              <c:idx val="6"/>
              <c:layout>
                <c:manualLayout>
                  <c:x val="0.13723150357995226"/>
                  <c:y val="-0.10251325420605086"/>
                </c:manualLayout>
              </c:layout>
              <c:tx>
                <c:rich>
                  <a:bodyPr/>
                  <a:lstStyle/>
                  <a:p>
                    <a:r>
                      <a:rPr lang="en-US"/>
                      <a:t>Lorem ipsum</a:t>
                    </a:r>
                    <a:r>
                      <a:rPr lang="en-US" baseline="0"/>
                      <a:t>
</a:t>
                    </a:r>
                    <a:fld id="{037E48CE-5D52-47F9-982A-CD94C53FD037}" type="VALUE">
                      <a:rPr lang="en-US" baseline="0"/>
                      <a:pPr/>
                      <a:t>[VALUE]</a:t>
                    </a:fld>
                    <a:endParaRPr lang="en-US" baseline="0"/>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D-C231-40F5-81DC-C0F95F1CF3BD}"/>
                </c:ext>
              </c:extLst>
            </c:dLbl>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j-lt"/>
                    <a:ea typeface="+mn-ea"/>
                    <a:cs typeface="+mn-cs"/>
                  </a:defRPr>
                </a:pPr>
                <a:endParaRPr lang="en-US"/>
              </a:p>
            </c:txPr>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Australia &amp;
New Zealand</c:v>
                </c:pt>
                <c:pt idx="1">
                  <c:v>Singapore</c:v>
                </c:pt>
                <c:pt idx="2">
                  <c:v>Philippines</c:v>
                </c:pt>
                <c:pt idx="3">
                  <c:v>China</c:v>
                </c:pt>
                <c:pt idx="4">
                  <c:v>Malaysia, Indonesia &amp; Thailand</c:v>
                </c:pt>
                <c:pt idx="5">
                  <c:v>Hong Hong, Macau, Taiwan &amp; Korea</c:v>
                </c:pt>
                <c:pt idx="6">
                  <c:v>Others</c:v>
                </c:pt>
              </c:strCache>
            </c:strRef>
          </c:cat>
          <c:val>
            <c:numRef>
              <c:f>Sheet1!$B$2:$B$8</c:f>
              <c:numCache>
                <c:formatCode>0%</c:formatCode>
                <c:ptCount val="7"/>
                <c:pt idx="0">
                  <c:v>0.5</c:v>
                </c:pt>
                <c:pt idx="1">
                  <c:v>0.16</c:v>
                </c:pt>
                <c:pt idx="2">
                  <c:v>0.11</c:v>
                </c:pt>
                <c:pt idx="3">
                  <c:v>0.1</c:v>
                </c:pt>
                <c:pt idx="4">
                  <c:v>0.05</c:v>
                </c:pt>
                <c:pt idx="5">
                  <c:v>0.01</c:v>
                </c:pt>
                <c:pt idx="6">
                  <c:v>7.0000000000000007E-2</c:v>
                </c:pt>
              </c:numCache>
            </c:numRef>
          </c:val>
          <c:extLst>
            <c:ext xmlns:c16="http://schemas.microsoft.com/office/drawing/2014/chart" uri="{C3380CC4-5D6E-409C-BE32-E72D297353CC}">
              <c16:uniqueId val="{0000000E-C231-40F5-81DC-C0F95F1CF3BD}"/>
            </c:ext>
          </c:extLst>
        </c:ser>
        <c:dLbls>
          <c:showLegendKey val="0"/>
          <c:showVal val="1"/>
          <c:showCatName val="1"/>
          <c:showSerName val="0"/>
          <c:showPercent val="0"/>
          <c:showBubbleSize val="0"/>
          <c:showLeaderLines val="1"/>
        </c:dLbls>
        <c:firstSliceAng val="30"/>
        <c:holeSize val="50"/>
      </c:doughnutChart>
      <c:spPr>
        <a:noFill/>
        <a:ln>
          <a:noFill/>
        </a:ln>
        <a:effectLst/>
      </c:spPr>
    </c:plotArea>
    <c:plotVisOnly val="1"/>
    <c:dispBlanksAs val="gap"/>
    <c:showDLblsOverMax val="0"/>
  </c:chart>
  <c:spPr>
    <a:noFill/>
    <a:ln>
      <a:solidFill>
        <a:schemeClr val="bg1">
          <a:lumMod val="85000"/>
        </a:schemeClr>
      </a:solidFill>
      <a:prstDash val="dash"/>
    </a:ln>
    <a:effectLst/>
  </c:spPr>
  <c:txPr>
    <a:bodyPr/>
    <a:lstStyle/>
    <a:p>
      <a:pPr>
        <a:defRPr>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bg1"/>
                </a:solidFill>
                <a:latin typeface="+mj-lt"/>
                <a:ea typeface="+mn-ea"/>
                <a:cs typeface="+mn-cs"/>
              </a:defRPr>
            </a:pPr>
            <a:r>
              <a:rPr lang="en-US" b="1">
                <a:latin typeface="+mj-lt"/>
              </a:rPr>
              <a:t>Lorem ipsum dolor</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bg1"/>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Lorem 1</c:v>
                </c:pt>
                <c:pt idx="1">
                  <c:v>Lorem 2</c:v>
                </c:pt>
                <c:pt idx="2">
                  <c:v>Lorem 3</c:v>
                </c:pt>
                <c:pt idx="3">
                  <c:v>Lorem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A0-4275-9DEB-5CD867483C5E}"/>
            </c:ext>
          </c:extLst>
        </c:ser>
        <c:ser>
          <c:idx val="1"/>
          <c:order val="1"/>
          <c:tx>
            <c:strRef>
              <c:f>Sheet1!$C$1</c:f>
              <c:strCache>
                <c:ptCount val="1"/>
                <c:pt idx="0">
                  <c:v>Series 2</c:v>
                </c:pt>
              </c:strCache>
            </c:strRef>
          </c:tx>
          <c:spPr>
            <a:solidFill>
              <a:schemeClr val="bg1">
                <a:lumMod val="75000"/>
              </a:schemeClr>
            </a:solidFill>
            <a:ln>
              <a:noFill/>
            </a:ln>
            <a:effectLst/>
          </c:spPr>
          <c:invertIfNegative val="0"/>
          <c:cat>
            <c:strRef>
              <c:f>Sheet1!$A$2:$A$5</c:f>
              <c:strCache>
                <c:ptCount val="4"/>
                <c:pt idx="0">
                  <c:v>Lorem 1</c:v>
                </c:pt>
                <c:pt idx="1">
                  <c:v>Lorem 2</c:v>
                </c:pt>
                <c:pt idx="2">
                  <c:v>Lorem 3</c:v>
                </c:pt>
                <c:pt idx="3">
                  <c:v>Lorem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A0-4275-9DEB-5CD867483C5E}"/>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Lorem 1</c:v>
                </c:pt>
                <c:pt idx="1">
                  <c:v>Lorem 2</c:v>
                </c:pt>
                <c:pt idx="2">
                  <c:v>Lorem 3</c:v>
                </c:pt>
                <c:pt idx="3">
                  <c:v>Lorem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FA0-4275-9DEB-5CD867483C5E}"/>
            </c:ext>
          </c:extLst>
        </c:ser>
        <c:dLbls>
          <c:showLegendKey val="0"/>
          <c:showVal val="0"/>
          <c:showCatName val="0"/>
          <c:showSerName val="0"/>
          <c:showPercent val="0"/>
          <c:showBubbleSize val="0"/>
        </c:dLbls>
        <c:gapWidth val="219"/>
        <c:overlap val="-27"/>
        <c:axId val="831042496"/>
        <c:axId val="831037216"/>
      </c:barChart>
      <c:catAx>
        <c:axId val="831042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j-lt"/>
                <a:ea typeface="+mn-ea"/>
                <a:cs typeface="+mn-cs"/>
              </a:defRPr>
            </a:pPr>
            <a:endParaRPr lang="en-US"/>
          </a:p>
        </c:txPr>
        <c:crossAx val="831037216"/>
        <c:crosses val="autoZero"/>
        <c:auto val="1"/>
        <c:lblAlgn val="ctr"/>
        <c:lblOffset val="100"/>
        <c:noMultiLvlLbl val="0"/>
      </c:catAx>
      <c:valAx>
        <c:axId val="831037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831042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bg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solidFill>
                <a:latin typeface="+mj-lt"/>
                <a:ea typeface="+mn-ea"/>
                <a:cs typeface="+mn-cs"/>
              </a:defRPr>
            </a:pPr>
            <a:r>
              <a:rPr lang="en-US" sz="1400" b="1">
                <a:latin typeface="+mj-lt"/>
              </a:rPr>
              <a:t>Lorem ipsum dolor</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Lorem 1</c:v>
                </c:pt>
                <c:pt idx="1">
                  <c:v>Lorem 2</c:v>
                </c:pt>
                <c:pt idx="2">
                  <c:v>Lorem 3</c:v>
                </c:pt>
                <c:pt idx="3">
                  <c:v>Lorem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A0-4275-9DEB-5CD867483C5E}"/>
            </c:ext>
          </c:extLst>
        </c:ser>
        <c:ser>
          <c:idx val="1"/>
          <c:order val="1"/>
          <c:tx>
            <c:strRef>
              <c:f>Sheet1!$C$1</c:f>
              <c:strCache>
                <c:ptCount val="1"/>
                <c:pt idx="0">
                  <c:v>Series 2</c:v>
                </c:pt>
              </c:strCache>
            </c:strRef>
          </c:tx>
          <c:spPr>
            <a:solidFill>
              <a:schemeClr val="tx1"/>
            </a:solidFill>
            <a:ln>
              <a:noFill/>
            </a:ln>
            <a:effectLst/>
          </c:spPr>
          <c:invertIfNegative val="0"/>
          <c:cat>
            <c:strRef>
              <c:f>Sheet1!$A$2:$A$5</c:f>
              <c:strCache>
                <c:ptCount val="4"/>
                <c:pt idx="0">
                  <c:v>Lorem 1</c:v>
                </c:pt>
                <c:pt idx="1">
                  <c:v>Lorem 2</c:v>
                </c:pt>
                <c:pt idx="2">
                  <c:v>Lorem 3</c:v>
                </c:pt>
                <c:pt idx="3">
                  <c:v>Lorem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A0-4275-9DEB-5CD867483C5E}"/>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Lorem 1</c:v>
                </c:pt>
                <c:pt idx="1">
                  <c:v>Lorem 2</c:v>
                </c:pt>
                <c:pt idx="2">
                  <c:v>Lorem 3</c:v>
                </c:pt>
                <c:pt idx="3">
                  <c:v>Lorem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FA0-4275-9DEB-5CD867483C5E}"/>
            </c:ext>
          </c:extLst>
        </c:ser>
        <c:dLbls>
          <c:showLegendKey val="0"/>
          <c:showVal val="0"/>
          <c:showCatName val="0"/>
          <c:showSerName val="0"/>
          <c:showPercent val="0"/>
          <c:showBubbleSize val="0"/>
        </c:dLbls>
        <c:gapWidth val="219"/>
        <c:overlap val="-27"/>
        <c:axId val="831042496"/>
        <c:axId val="831037216"/>
      </c:barChart>
      <c:catAx>
        <c:axId val="831042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831037216"/>
        <c:crosses val="autoZero"/>
        <c:auto val="1"/>
        <c:lblAlgn val="ctr"/>
        <c:lblOffset val="100"/>
        <c:noMultiLvlLbl val="0"/>
      </c:catAx>
      <c:valAx>
        <c:axId val="831037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31042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28575">
              <a:solidFill>
                <a:schemeClr val="tx1"/>
              </a:solidFill>
            </a:ln>
          </c:spPr>
          <c:dPt>
            <c:idx val="0"/>
            <c:bubble3D val="0"/>
            <c:spPr>
              <a:solidFill>
                <a:srgbClr val="4E84C4"/>
              </a:solidFill>
              <a:ln w="28575">
                <a:solidFill>
                  <a:schemeClr val="tx1"/>
                </a:solidFill>
              </a:ln>
              <a:effectLst/>
            </c:spPr>
            <c:extLst>
              <c:ext xmlns:c16="http://schemas.microsoft.com/office/drawing/2014/chart" uri="{C3380CC4-5D6E-409C-BE32-E72D297353CC}">
                <c16:uniqueId val="{00000004-96AE-4B0E-B54D-DCE5D9621B57}"/>
              </c:ext>
            </c:extLst>
          </c:dPt>
          <c:dPt>
            <c:idx val="1"/>
            <c:bubble3D val="0"/>
            <c:spPr>
              <a:solidFill>
                <a:srgbClr val="FBB034"/>
              </a:solidFill>
              <a:ln w="28575">
                <a:solidFill>
                  <a:schemeClr val="tx1"/>
                </a:solidFill>
              </a:ln>
              <a:effectLst/>
            </c:spPr>
            <c:extLst>
              <c:ext xmlns:c16="http://schemas.microsoft.com/office/drawing/2014/chart" uri="{C3380CC4-5D6E-409C-BE32-E72D297353CC}">
                <c16:uniqueId val="{00000001-96AE-4B0E-B54D-DCE5D9621B57}"/>
              </c:ext>
            </c:extLst>
          </c:dPt>
          <c:dPt>
            <c:idx val="2"/>
            <c:bubble3D val="0"/>
            <c:spPr>
              <a:solidFill>
                <a:srgbClr val="54B948"/>
              </a:solidFill>
              <a:ln w="28575">
                <a:solidFill>
                  <a:schemeClr val="tx1"/>
                </a:solidFill>
              </a:ln>
              <a:effectLst/>
            </c:spPr>
            <c:extLst>
              <c:ext xmlns:c16="http://schemas.microsoft.com/office/drawing/2014/chart" uri="{C3380CC4-5D6E-409C-BE32-E72D297353CC}">
                <c16:uniqueId val="{00000002-96AE-4B0E-B54D-DCE5D9621B57}"/>
              </c:ext>
            </c:extLst>
          </c:dPt>
          <c:dPt>
            <c:idx val="3"/>
            <c:bubble3D val="0"/>
            <c:spPr>
              <a:solidFill>
                <a:schemeClr val="bg1">
                  <a:lumMod val="75000"/>
                </a:schemeClr>
              </a:solidFill>
              <a:ln w="28575">
                <a:solidFill>
                  <a:schemeClr val="tx1"/>
                </a:solidFill>
              </a:ln>
              <a:effectLst/>
            </c:spPr>
            <c:extLst>
              <c:ext xmlns:c16="http://schemas.microsoft.com/office/drawing/2014/chart" uri="{C3380CC4-5D6E-409C-BE32-E72D297353CC}">
                <c16:uniqueId val="{00000003-96AE-4B0E-B54D-DCE5D9621B57}"/>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0.35</c:v>
                </c:pt>
                <c:pt idx="1">
                  <c:v>0.15</c:v>
                </c:pt>
                <c:pt idx="2">
                  <c:v>0.15</c:v>
                </c:pt>
                <c:pt idx="3">
                  <c:v>0.4</c:v>
                </c:pt>
              </c:numCache>
            </c:numRef>
          </c:val>
          <c:extLst>
            <c:ext xmlns:c16="http://schemas.microsoft.com/office/drawing/2014/chart" uri="{C3380CC4-5D6E-409C-BE32-E72D297353CC}">
              <c16:uniqueId val="{00000000-96AE-4B0E-B54D-DCE5D9621B57}"/>
            </c:ext>
          </c:extLst>
        </c:ser>
        <c:dLbls>
          <c:showLegendKey val="0"/>
          <c:showVal val="0"/>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2700">
              <a:solidFill>
                <a:schemeClr val="bg1"/>
              </a:solidFill>
            </a:ln>
          </c:spPr>
          <c:dPt>
            <c:idx val="0"/>
            <c:bubble3D val="0"/>
            <c:spPr>
              <a:solidFill>
                <a:srgbClr val="4E84C4"/>
              </a:solidFill>
              <a:ln w="12700">
                <a:solidFill>
                  <a:schemeClr val="bg1"/>
                </a:solidFill>
              </a:ln>
              <a:effectLst/>
            </c:spPr>
            <c:extLst>
              <c:ext xmlns:c16="http://schemas.microsoft.com/office/drawing/2014/chart" uri="{C3380CC4-5D6E-409C-BE32-E72D297353CC}">
                <c16:uniqueId val="{00000004-96AE-4B0E-B54D-DCE5D9621B57}"/>
              </c:ext>
            </c:extLst>
          </c:dPt>
          <c:dPt>
            <c:idx val="1"/>
            <c:bubble3D val="0"/>
            <c:spPr>
              <a:solidFill>
                <a:srgbClr val="FBB034"/>
              </a:solidFill>
              <a:ln w="12700">
                <a:solidFill>
                  <a:schemeClr val="bg1"/>
                </a:solidFill>
              </a:ln>
              <a:effectLst/>
            </c:spPr>
            <c:extLst>
              <c:ext xmlns:c16="http://schemas.microsoft.com/office/drawing/2014/chart" uri="{C3380CC4-5D6E-409C-BE32-E72D297353CC}">
                <c16:uniqueId val="{00000001-96AE-4B0E-B54D-DCE5D9621B57}"/>
              </c:ext>
            </c:extLst>
          </c:dPt>
          <c:dPt>
            <c:idx val="2"/>
            <c:bubble3D val="0"/>
            <c:spPr>
              <a:solidFill>
                <a:srgbClr val="54B948"/>
              </a:solidFill>
              <a:ln w="12700">
                <a:solidFill>
                  <a:schemeClr val="bg1"/>
                </a:solidFill>
              </a:ln>
              <a:effectLst/>
            </c:spPr>
            <c:extLst>
              <c:ext xmlns:c16="http://schemas.microsoft.com/office/drawing/2014/chart" uri="{C3380CC4-5D6E-409C-BE32-E72D297353CC}">
                <c16:uniqueId val="{00000002-96AE-4B0E-B54D-DCE5D9621B57}"/>
              </c:ext>
            </c:extLst>
          </c:dPt>
          <c:dPt>
            <c:idx val="3"/>
            <c:bubble3D val="0"/>
            <c:spPr>
              <a:solidFill>
                <a:schemeClr val="tx1"/>
              </a:solidFill>
              <a:ln w="12700">
                <a:solidFill>
                  <a:schemeClr val="bg1"/>
                </a:solidFill>
              </a:ln>
              <a:effectLst/>
            </c:spPr>
            <c:extLst>
              <c:ext xmlns:c16="http://schemas.microsoft.com/office/drawing/2014/chart" uri="{C3380CC4-5D6E-409C-BE32-E72D297353CC}">
                <c16:uniqueId val="{00000003-96AE-4B0E-B54D-DCE5D9621B57}"/>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0.35</c:v>
                </c:pt>
                <c:pt idx="1">
                  <c:v>0.15</c:v>
                </c:pt>
                <c:pt idx="2">
                  <c:v>0.15</c:v>
                </c:pt>
                <c:pt idx="3">
                  <c:v>0.4</c:v>
                </c:pt>
              </c:numCache>
            </c:numRef>
          </c:val>
          <c:extLst>
            <c:ext xmlns:c16="http://schemas.microsoft.com/office/drawing/2014/chart" uri="{C3380CC4-5D6E-409C-BE32-E72D297353CC}">
              <c16:uniqueId val="{00000000-96AE-4B0E-B54D-DCE5D9621B57}"/>
            </c:ext>
          </c:extLst>
        </c:ser>
        <c:dLbls>
          <c:showLegendKey val="0"/>
          <c:showVal val="0"/>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68689507041656E-2"/>
          <c:y val="2.8158750313182952E-2"/>
          <c:w val="0.8909920106651521"/>
          <c:h val="0.70182913625065868"/>
        </c:manualLayout>
      </c:layout>
      <c:barChart>
        <c:barDir val="bar"/>
        <c:grouping val="stacked"/>
        <c:varyColors val="0"/>
        <c:ser>
          <c:idx val="0"/>
          <c:order val="0"/>
          <c:tx>
            <c:strRef>
              <c:f>Sheet1!$B$1</c:f>
              <c:strCache>
                <c:ptCount val="1"/>
                <c:pt idx="0">
                  <c:v>Series 1</c:v>
                </c:pt>
              </c:strCache>
            </c:strRef>
          </c:tx>
          <c:spPr>
            <a:solidFill>
              <a:srgbClr val="FBB034"/>
            </a:solidFill>
            <a:ln>
              <a:noFill/>
            </a:ln>
            <a:effectLst/>
          </c:spPr>
          <c:invertIfNegative val="0"/>
          <c:cat>
            <c:strRef>
              <c:f>Sheet1!$A$2:$A$5</c:f>
              <c:strCache>
                <c:ptCount val="4"/>
                <c:pt idx="0">
                  <c:v>Lorem 1</c:v>
                </c:pt>
                <c:pt idx="1">
                  <c:v>Lorem 2</c:v>
                </c:pt>
                <c:pt idx="2">
                  <c:v>Lorem 3</c:v>
                </c:pt>
                <c:pt idx="3">
                  <c:v>Lorem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A0-4275-9DEB-5CD867483C5E}"/>
            </c:ext>
          </c:extLst>
        </c:ser>
        <c:ser>
          <c:idx val="1"/>
          <c:order val="1"/>
          <c:tx>
            <c:strRef>
              <c:f>Sheet1!$C$1</c:f>
              <c:strCache>
                <c:ptCount val="1"/>
                <c:pt idx="0">
                  <c:v>Series 2</c:v>
                </c:pt>
              </c:strCache>
            </c:strRef>
          </c:tx>
          <c:spPr>
            <a:solidFill>
              <a:schemeClr val="bg1">
                <a:lumMod val="75000"/>
              </a:schemeClr>
            </a:solidFill>
            <a:ln>
              <a:noFill/>
            </a:ln>
            <a:effectLst/>
          </c:spPr>
          <c:invertIfNegative val="0"/>
          <c:cat>
            <c:strRef>
              <c:f>Sheet1!$A$2:$A$5</c:f>
              <c:strCache>
                <c:ptCount val="4"/>
                <c:pt idx="0">
                  <c:v>Lorem 1</c:v>
                </c:pt>
                <c:pt idx="1">
                  <c:v>Lorem 2</c:v>
                </c:pt>
                <c:pt idx="2">
                  <c:v>Lorem 3</c:v>
                </c:pt>
                <c:pt idx="3">
                  <c:v>Lorem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A0-4275-9DEB-5CD867483C5E}"/>
            </c:ext>
          </c:extLst>
        </c:ser>
        <c:dLbls>
          <c:showLegendKey val="0"/>
          <c:showVal val="0"/>
          <c:showCatName val="0"/>
          <c:showSerName val="0"/>
          <c:showPercent val="0"/>
          <c:showBubbleSize val="0"/>
        </c:dLbls>
        <c:gapWidth val="100"/>
        <c:overlap val="100"/>
        <c:axId val="831042496"/>
        <c:axId val="831037216"/>
      </c:barChart>
      <c:catAx>
        <c:axId val="8310424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j-lt"/>
                <a:ea typeface="+mn-ea"/>
                <a:cs typeface="+mn-cs"/>
              </a:defRPr>
            </a:pPr>
            <a:endParaRPr lang="en-US"/>
          </a:p>
        </c:txPr>
        <c:crossAx val="831037216"/>
        <c:crosses val="autoZero"/>
        <c:auto val="1"/>
        <c:lblAlgn val="ctr"/>
        <c:lblOffset val="100"/>
        <c:noMultiLvlLbl val="0"/>
      </c:catAx>
      <c:valAx>
        <c:axId val="831037216"/>
        <c:scaling>
          <c:orientation val="minMax"/>
        </c:scaling>
        <c:delete val="0"/>
        <c:axPos val="b"/>
        <c:majorGridlines>
          <c:spPr>
            <a:ln w="9525" cap="flat" cmpd="sng" algn="ctr">
              <a:solidFill>
                <a:schemeClr val="bg1">
                  <a:lumMod val="6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8310424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bg1"/>
          </a:solidFill>
          <a:latin typeface="+mn-lt"/>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tx1"/>
              </a:solidFill>
            </a:ln>
          </c:spPr>
          <c:dPt>
            <c:idx val="0"/>
            <c:bubble3D val="0"/>
            <c:spPr>
              <a:solidFill>
                <a:schemeClr val="tx1">
                  <a:lumMod val="50000"/>
                  <a:lumOff val="50000"/>
                </a:schemeClr>
              </a:solidFill>
              <a:ln w="19050">
                <a:solidFill>
                  <a:schemeClr val="tx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tx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tx1"/>
              </a:solidFill>
            </a:ln>
          </c:spPr>
          <c:dPt>
            <c:idx val="0"/>
            <c:bubble3D val="0"/>
            <c:spPr>
              <a:solidFill>
                <a:schemeClr val="tx1">
                  <a:lumMod val="50000"/>
                  <a:lumOff val="50000"/>
                </a:schemeClr>
              </a:solidFill>
              <a:ln w="19050">
                <a:solidFill>
                  <a:schemeClr val="tx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tx1"/>
                </a:solidFill>
              </a:ln>
              <a:effectLst/>
            </c:spPr>
            <c:extLst>
              <c:ext xmlns:c16="http://schemas.microsoft.com/office/drawing/2014/chart" uri="{C3380CC4-5D6E-409C-BE32-E72D297353CC}">
                <c16:uniqueId val="{00000001-19F2-453E-AFC0-BAEF0A3910CA}"/>
              </c:ext>
            </c:extLst>
          </c:dPt>
          <c:dPt>
            <c:idx val="2"/>
            <c:bubble3D val="0"/>
            <c:spPr>
              <a:solidFill>
                <a:schemeClr val="accent3"/>
              </a:solidFill>
              <a:ln w="19050">
                <a:solidFill>
                  <a:schemeClr val="tx1"/>
                </a:solidFill>
              </a:ln>
              <a:effectLst/>
            </c:spPr>
            <c:extLst>
              <c:ext xmlns:c16="http://schemas.microsoft.com/office/drawing/2014/chart" uri="{C3380CC4-5D6E-409C-BE32-E72D297353CC}">
                <c16:uniqueId val="{00000005-B996-4C83-87CF-B72E546B08CF}"/>
              </c:ext>
            </c:extLst>
          </c:dPt>
          <c:cat>
            <c:strRef>
              <c:f>Sheet1!$A$2:$A$4</c:f>
              <c:strCache>
                <c:ptCount val="2"/>
                <c:pt idx="0">
                  <c:v>1st Qtr</c:v>
                </c:pt>
                <c:pt idx="1">
                  <c:v>2nd Qtr</c:v>
                </c:pt>
              </c:strCache>
            </c:strRef>
          </c:cat>
          <c:val>
            <c:numRef>
              <c:f>Sheet1!$B$2:$B$4</c:f>
              <c:numCache>
                <c:formatCode>General</c:formatCode>
                <c:ptCount val="3"/>
                <c:pt idx="0">
                  <c:v>6</c:v>
                </c:pt>
                <c:pt idx="1">
                  <c:v>14</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78"/>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tx1"/>
              </a:solidFill>
            </a:ln>
          </c:spPr>
          <c:dPt>
            <c:idx val="0"/>
            <c:bubble3D val="0"/>
            <c:spPr>
              <a:solidFill>
                <a:schemeClr val="tx1">
                  <a:lumMod val="50000"/>
                  <a:lumOff val="50000"/>
                </a:schemeClr>
              </a:solidFill>
              <a:ln w="19050">
                <a:solidFill>
                  <a:schemeClr val="tx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tx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18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tx1"/>
              </a:solidFill>
            </a:ln>
          </c:spPr>
          <c:dPt>
            <c:idx val="0"/>
            <c:bubble3D val="0"/>
            <c:spPr>
              <a:solidFill>
                <a:schemeClr val="tx1">
                  <a:lumMod val="50000"/>
                  <a:lumOff val="50000"/>
                </a:schemeClr>
              </a:solidFill>
              <a:ln w="19050">
                <a:solidFill>
                  <a:schemeClr val="tx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tx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3</c:v>
                </c:pt>
                <c:pt idx="1">
                  <c:v>14</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68689507041656E-2"/>
          <c:y val="2.8158750313182952E-2"/>
          <c:w val="0.8909920106651521"/>
          <c:h val="0.70182913625065868"/>
        </c:manualLayout>
      </c:layout>
      <c:barChart>
        <c:barDir val="bar"/>
        <c:grouping val="stacked"/>
        <c:varyColors val="0"/>
        <c:ser>
          <c:idx val="0"/>
          <c:order val="0"/>
          <c:tx>
            <c:strRef>
              <c:f>Sheet1!$B$1</c:f>
              <c:strCache>
                <c:ptCount val="1"/>
                <c:pt idx="0">
                  <c:v>Series 1</c:v>
                </c:pt>
              </c:strCache>
            </c:strRef>
          </c:tx>
          <c:spPr>
            <a:solidFill>
              <a:srgbClr val="FBB034"/>
            </a:solidFill>
            <a:ln>
              <a:noFill/>
            </a:ln>
            <a:effectLst/>
          </c:spPr>
          <c:invertIfNegative val="0"/>
          <c:cat>
            <c:strRef>
              <c:f>Sheet1!$A$2:$A$5</c:f>
              <c:strCache>
                <c:ptCount val="4"/>
                <c:pt idx="0">
                  <c:v>Lorem 1</c:v>
                </c:pt>
                <c:pt idx="1">
                  <c:v>Lorem 2</c:v>
                </c:pt>
                <c:pt idx="2">
                  <c:v>Lorem 3</c:v>
                </c:pt>
                <c:pt idx="3">
                  <c:v>Lorem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A0-4275-9DEB-5CD867483C5E}"/>
            </c:ext>
          </c:extLst>
        </c:ser>
        <c:ser>
          <c:idx val="1"/>
          <c:order val="1"/>
          <c:tx>
            <c:strRef>
              <c:f>Sheet1!$C$1</c:f>
              <c:strCache>
                <c:ptCount val="1"/>
                <c:pt idx="0">
                  <c:v>Series 2</c:v>
                </c:pt>
              </c:strCache>
            </c:strRef>
          </c:tx>
          <c:spPr>
            <a:solidFill>
              <a:schemeClr val="tx1"/>
            </a:solidFill>
            <a:ln>
              <a:noFill/>
            </a:ln>
            <a:effectLst/>
          </c:spPr>
          <c:invertIfNegative val="0"/>
          <c:cat>
            <c:strRef>
              <c:f>Sheet1!$A$2:$A$5</c:f>
              <c:strCache>
                <c:ptCount val="4"/>
                <c:pt idx="0">
                  <c:v>Lorem 1</c:v>
                </c:pt>
                <c:pt idx="1">
                  <c:v>Lorem 2</c:v>
                </c:pt>
                <c:pt idx="2">
                  <c:v>Lorem 3</c:v>
                </c:pt>
                <c:pt idx="3">
                  <c:v>Lorem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A0-4275-9DEB-5CD867483C5E}"/>
            </c:ext>
          </c:extLst>
        </c:ser>
        <c:dLbls>
          <c:showLegendKey val="0"/>
          <c:showVal val="0"/>
          <c:showCatName val="0"/>
          <c:showSerName val="0"/>
          <c:showPercent val="0"/>
          <c:showBubbleSize val="0"/>
        </c:dLbls>
        <c:gapWidth val="100"/>
        <c:overlap val="100"/>
        <c:axId val="831042496"/>
        <c:axId val="831037216"/>
      </c:barChart>
      <c:catAx>
        <c:axId val="8310424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831037216"/>
        <c:crosses val="autoZero"/>
        <c:auto val="1"/>
        <c:lblAlgn val="ctr"/>
        <c:lblOffset val="100"/>
        <c:noMultiLvlLbl val="0"/>
      </c:catAx>
      <c:valAx>
        <c:axId val="8310372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310424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bg1">
                  <a:lumMod val="85000"/>
                </a:schemeClr>
              </a:solidFill>
              <a:ln w="19050">
                <a:solidFill>
                  <a:schemeClr val="bg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bg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noFill/>
            </a:ln>
          </c:spPr>
          <c:dPt>
            <c:idx val="0"/>
            <c:bubble3D val="0"/>
            <c:spPr>
              <a:solidFill>
                <a:schemeClr val="bg1">
                  <a:lumMod val="85000"/>
                </a:schemeClr>
              </a:solidFill>
              <a:ln w="19050">
                <a:no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bg1"/>
                </a:solidFill>
              </a:ln>
              <a:effectLst/>
            </c:spPr>
            <c:extLst>
              <c:ext xmlns:c16="http://schemas.microsoft.com/office/drawing/2014/chart" uri="{C3380CC4-5D6E-409C-BE32-E72D297353CC}">
                <c16:uniqueId val="{00000001-19F2-453E-AFC0-BAEF0A3910CA}"/>
              </c:ext>
            </c:extLst>
          </c:dPt>
          <c:dPt>
            <c:idx val="2"/>
            <c:bubble3D val="0"/>
            <c:spPr>
              <a:solidFill>
                <a:schemeClr val="accent3"/>
              </a:solidFill>
              <a:ln w="19050">
                <a:noFill/>
              </a:ln>
              <a:effectLst/>
            </c:spPr>
            <c:extLst>
              <c:ext xmlns:c16="http://schemas.microsoft.com/office/drawing/2014/chart" uri="{C3380CC4-5D6E-409C-BE32-E72D297353CC}">
                <c16:uniqueId val="{00000005-B996-4C83-87CF-B72E546B08CF}"/>
              </c:ext>
            </c:extLst>
          </c:dPt>
          <c:cat>
            <c:strRef>
              <c:f>Sheet1!$A$2:$A$4</c:f>
              <c:strCache>
                <c:ptCount val="2"/>
                <c:pt idx="0">
                  <c:v>1st Qtr</c:v>
                </c:pt>
                <c:pt idx="1">
                  <c:v>2nd Qtr</c:v>
                </c:pt>
              </c:strCache>
            </c:strRef>
          </c:cat>
          <c:val>
            <c:numRef>
              <c:f>Sheet1!$B$2:$B$4</c:f>
              <c:numCache>
                <c:formatCode>General</c:formatCode>
                <c:ptCount val="3"/>
                <c:pt idx="0">
                  <c:v>6</c:v>
                </c:pt>
                <c:pt idx="1">
                  <c:v>14</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78"/>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bg1">
                  <a:lumMod val="85000"/>
                </a:schemeClr>
              </a:solidFill>
              <a:ln w="19050">
                <a:solidFill>
                  <a:schemeClr val="bg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bg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18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8843463353525E-2"/>
          <c:y val="5.7340776219059419E-2"/>
          <c:w val="0.90782313073292953"/>
          <c:h val="0.83447985530539115"/>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bg1">
                  <a:lumMod val="85000"/>
                </a:schemeClr>
              </a:solidFill>
              <a:ln w="19050">
                <a:solidFill>
                  <a:schemeClr val="bg1"/>
                </a:solidFill>
              </a:ln>
              <a:effectLst/>
            </c:spPr>
            <c:extLst>
              <c:ext xmlns:c16="http://schemas.microsoft.com/office/drawing/2014/chart" uri="{C3380CC4-5D6E-409C-BE32-E72D297353CC}">
                <c16:uniqueId val="{00000002-19F2-453E-AFC0-BAEF0A3910CA}"/>
              </c:ext>
            </c:extLst>
          </c:dPt>
          <c:dPt>
            <c:idx val="1"/>
            <c:bubble3D val="0"/>
            <c:spPr>
              <a:solidFill>
                <a:srgbClr val="4E84C4"/>
              </a:solidFill>
              <a:ln w="19050">
                <a:solidFill>
                  <a:schemeClr val="bg1"/>
                </a:solidFill>
              </a:ln>
              <a:effectLst/>
            </c:spPr>
            <c:extLst>
              <c:ext xmlns:c16="http://schemas.microsoft.com/office/drawing/2014/chart" uri="{C3380CC4-5D6E-409C-BE32-E72D297353CC}">
                <c16:uniqueId val="{00000001-19F2-453E-AFC0-BAEF0A3910CA}"/>
              </c:ext>
            </c:extLst>
          </c:dPt>
          <c:cat>
            <c:strRef>
              <c:f>Sheet1!$A$2:$A$3</c:f>
              <c:strCache>
                <c:ptCount val="2"/>
                <c:pt idx="0">
                  <c:v>1st Qtr</c:v>
                </c:pt>
                <c:pt idx="1">
                  <c:v>2nd Qtr</c:v>
                </c:pt>
              </c:strCache>
            </c:strRef>
          </c:cat>
          <c:val>
            <c:numRef>
              <c:f>Sheet1!$B$2:$B$3</c:f>
              <c:numCache>
                <c:formatCode>General</c:formatCode>
                <c:ptCount val="2"/>
                <c:pt idx="0">
                  <c:v>3</c:v>
                </c:pt>
                <c:pt idx="1">
                  <c:v>14</c:v>
                </c:pt>
              </c:numCache>
            </c:numRef>
          </c:val>
          <c:extLst>
            <c:ext xmlns:c16="http://schemas.microsoft.com/office/drawing/2014/chart" uri="{C3380CC4-5D6E-409C-BE32-E72D297353CC}">
              <c16:uniqueId val="{00000000-19F2-453E-AFC0-BAEF0A3910CA}"/>
            </c:ext>
          </c:extLst>
        </c:ser>
        <c:dLbls>
          <c:showLegendKey val="0"/>
          <c:showVal val="0"/>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8" name="Google Shape;10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7" name="Google Shape;12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3" name="Google Shape;12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7" name="Google Shape;12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5" name="Google Shape;12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4" name="Google Shape;12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8" name="Google Shape;12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None/>
            </a:pPr>
            <a:r>
              <a:t/>
            </a:r>
            <a:endParaRPr sz="600">
              <a:latin typeface="Arial"/>
              <a:ea typeface="Arial"/>
              <a:cs typeface="Arial"/>
              <a:sym typeface="Arial"/>
            </a:endParaRPr>
          </a:p>
        </p:txBody>
      </p:sp>
      <p:sp>
        <p:nvSpPr>
          <p:cNvPr id="1343" name="Google Shape;13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latin typeface="Calibri"/>
                <a:ea typeface="Calibri"/>
                <a:cs typeface="Calibri"/>
                <a:sym typeface="Calibri"/>
              </a:rPr>
              <a:t>‹#›</a:t>
            </a:fld>
            <a:endParaRPr>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0" name="Google Shape;13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381" name="Google Shape;138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6" name="Google Shape;142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427" name="Google Shape;142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474" name="Google Shape;147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0" name="Google Shape;152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521" name="Google Shape;152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5" name="Google Shape;15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566" name="Google Shape;15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0" name="Google Shape;161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611" name="Google Shape;161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5" name="Google Shape;16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1656" name="Google Shape;16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1" name="Google Shape;17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6" name="Google Shape;170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1" name="Google Shape;17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6" name="Google Shape;17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9" name="Google Shape;17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8" name="Google Shape;17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7" name="Google Shape;17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4" name="Google Shape;18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5" name="Google Shape;180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6" name="Google Shape;18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a:t>
            </a:r>
            <a:endParaRPr/>
          </a:p>
          <a:p>
            <a:pPr indent="0" lvl="0" marL="0" rtl="0" algn="l">
              <a:spcBef>
                <a:spcPts val="0"/>
              </a:spcBef>
              <a:spcAft>
                <a:spcPts val="0"/>
              </a:spcAft>
              <a:buNone/>
            </a:pPr>
            <a:r>
              <a:rPr lang="en-US" sz="600"/>
              <a:t>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a:t>
            </a:r>
            <a:endParaRPr/>
          </a:p>
          <a:p>
            <a:pPr indent="0" lvl="0" marL="0" rtl="0" algn="l">
              <a:spcBef>
                <a:spcPts val="0"/>
              </a:spcBef>
              <a:spcAft>
                <a:spcPts val="0"/>
              </a:spcAft>
              <a:buNone/>
            </a:pPr>
            <a:r>
              <a:rPr lang="en-US" sz="600"/>
              <a:t>      select the icon and select “Outline - Black/White/Blue".</a:t>
            </a:r>
            <a:r>
              <a:rPr lang="en-US" sz="800"/>
              <a:t> </a:t>
            </a:r>
            <a:endParaRPr/>
          </a:p>
          <a:p>
            <a:pPr indent="0" lvl="0" marL="0" rtl="0" algn="l">
              <a:spcBef>
                <a:spcPts val="0"/>
              </a:spcBef>
              <a:spcAft>
                <a:spcPts val="0"/>
              </a:spcAft>
              <a:buNone/>
            </a:pPr>
            <a:r>
              <a:t/>
            </a:r>
            <a:endParaRPr/>
          </a:p>
        </p:txBody>
      </p:sp>
      <p:sp>
        <p:nvSpPr>
          <p:cNvPr id="1827" name="Google Shape;18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5" name="Google Shape;18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a:t>
            </a:r>
            <a:endParaRPr/>
          </a:p>
          <a:p>
            <a:pPr indent="0" lvl="0" marL="0" rtl="0" algn="l">
              <a:spcBef>
                <a:spcPts val="0"/>
              </a:spcBef>
              <a:spcAft>
                <a:spcPts val="0"/>
              </a:spcAft>
              <a:buNone/>
            </a:pPr>
            <a:r>
              <a:rPr lang="en-US" sz="600"/>
              <a:t>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a:t>
            </a:r>
            <a:endParaRPr/>
          </a:p>
          <a:p>
            <a:pPr indent="0" lvl="0" marL="0" rtl="0" algn="l">
              <a:spcBef>
                <a:spcPts val="0"/>
              </a:spcBef>
              <a:spcAft>
                <a:spcPts val="0"/>
              </a:spcAft>
              <a:buNone/>
            </a:pPr>
            <a:r>
              <a:rPr lang="en-US" sz="600"/>
              <a:t>      select the icon and select “Outline - Black/White/Blue".</a:t>
            </a:r>
            <a:r>
              <a:rPr lang="en-US" sz="800"/>
              <a:t> </a:t>
            </a:r>
            <a:endParaRPr/>
          </a:p>
          <a:p>
            <a:pPr indent="0" lvl="0" marL="0" rtl="0" algn="l">
              <a:spcBef>
                <a:spcPts val="0"/>
              </a:spcBef>
              <a:spcAft>
                <a:spcPts val="0"/>
              </a:spcAft>
              <a:buNone/>
            </a:pPr>
            <a:r>
              <a:t/>
            </a:r>
            <a:endParaRPr/>
          </a:p>
        </p:txBody>
      </p:sp>
      <p:sp>
        <p:nvSpPr>
          <p:cNvPr id="1856" name="Google Shape;18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4" name="Google Shape;18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1885" name="Google Shape;188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7" name="Google Shape;195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1958" name="Google Shape;195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0" name="Google Shape;203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031" name="Google Shape;203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7" name="Google Shape;207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078" name="Google Shape;207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4" name="Google Shape;212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125" name="Google Shape;212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6" name="Google Shape;217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177" name="Google Shape;217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0" name="Google Shape;22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1" name="Google Shape;220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0" name="Google Shape;221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1" name="Google Shape;221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8" name="Shape 2218"/>
        <p:cNvGrpSpPr/>
        <p:nvPr/>
      </p:nvGrpSpPr>
      <p:grpSpPr>
        <a:xfrm>
          <a:off x="0" y="0"/>
          <a:ext cx="0" cy="0"/>
          <a:chOff x="0" y="0"/>
          <a:chExt cx="0" cy="0"/>
        </a:xfrm>
      </p:grpSpPr>
      <p:sp>
        <p:nvSpPr>
          <p:cNvPr id="2219" name="Google Shape;22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0" name="Google Shape;222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221" name="Google Shape;222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8" name="Google Shape;225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259" name="Google Shape;225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4" name="Shape 2294"/>
        <p:cNvGrpSpPr/>
        <p:nvPr/>
      </p:nvGrpSpPr>
      <p:grpSpPr>
        <a:xfrm>
          <a:off x="0" y="0"/>
          <a:ext cx="0" cy="0"/>
          <a:chOff x="0" y="0"/>
          <a:chExt cx="0" cy="0"/>
        </a:xfrm>
      </p:grpSpPr>
      <p:sp>
        <p:nvSpPr>
          <p:cNvPr id="2295" name="Google Shape;229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6" name="Google Shape;229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6" name="Shape 2316"/>
        <p:cNvGrpSpPr/>
        <p:nvPr/>
      </p:nvGrpSpPr>
      <p:grpSpPr>
        <a:xfrm>
          <a:off x="0" y="0"/>
          <a:ext cx="0" cy="0"/>
          <a:chOff x="0" y="0"/>
          <a:chExt cx="0" cy="0"/>
        </a:xfrm>
      </p:grpSpPr>
      <p:sp>
        <p:nvSpPr>
          <p:cNvPr id="2317" name="Google Shape;231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8" name="Google Shape;231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0" name="Google Shape;234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341" name="Google Shape;234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0" name="Google Shape;248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481" name="Google Shape;248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0" name="Google Shape;262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2621" name="Google Shape;262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1" name="Google Shape;264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1" name="Google Shape;26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9" name="Shape 2679"/>
        <p:cNvGrpSpPr/>
        <p:nvPr/>
      </p:nvGrpSpPr>
      <p:grpSpPr>
        <a:xfrm>
          <a:off x="0" y="0"/>
          <a:ext cx="0" cy="0"/>
          <a:chOff x="0" y="0"/>
          <a:chExt cx="0" cy="0"/>
        </a:xfrm>
      </p:grpSpPr>
      <p:sp>
        <p:nvSpPr>
          <p:cNvPr id="2680" name="Google Shape;268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1" name="Google Shape;268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2" name="Google Shape;271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1" name="Shape 2741"/>
        <p:cNvGrpSpPr/>
        <p:nvPr/>
      </p:nvGrpSpPr>
      <p:grpSpPr>
        <a:xfrm>
          <a:off x="0" y="0"/>
          <a:ext cx="0" cy="0"/>
          <a:chOff x="0" y="0"/>
          <a:chExt cx="0" cy="0"/>
        </a:xfrm>
      </p:grpSpPr>
      <p:sp>
        <p:nvSpPr>
          <p:cNvPr id="2742" name="Google Shape;274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3" name="Google Shape;274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744" name="Google Shape;274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8" name="Shape 2948"/>
        <p:cNvGrpSpPr/>
        <p:nvPr/>
      </p:nvGrpSpPr>
      <p:grpSpPr>
        <a:xfrm>
          <a:off x="0" y="0"/>
          <a:ext cx="0" cy="0"/>
          <a:chOff x="0" y="0"/>
          <a:chExt cx="0" cy="0"/>
        </a:xfrm>
      </p:grpSpPr>
      <p:sp>
        <p:nvSpPr>
          <p:cNvPr id="2949" name="Google Shape;294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0" name="Google Shape;295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2951" name="Google Shape;295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6" name="Shape 3156"/>
        <p:cNvGrpSpPr/>
        <p:nvPr/>
      </p:nvGrpSpPr>
      <p:grpSpPr>
        <a:xfrm>
          <a:off x="0" y="0"/>
          <a:ext cx="0" cy="0"/>
          <a:chOff x="0" y="0"/>
          <a:chExt cx="0" cy="0"/>
        </a:xfrm>
      </p:grpSpPr>
      <p:sp>
        <p:nvSpPr>
          <p:cNvPr id="3157" name="Google Shape;315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8" name="Google Shape;315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159" name="Google Shape;315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9" name="Shape 3259"/>
        <p:cNvGrpSpPr/>
        <p:nvPr/>
      </p:nvGrpSpPr>
      <p:grpSpPr>
        <a:xfrm>
          <a:off x="0" y="0"/>
          <a:ext cx="0" cy="0"/>
          <a:chOff x="0" y="0"/>
          <a:chExt cx="0" cy="0"/>
        </a:xfrm>
      </p:grpSpPr>
      <p:sp>
        <p:nvSpPr>
          <p:cNvPr id="3260" name="Google Shape;326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1" name="Google Shape;326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262" name="Google Shape;326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7" name="Shape 3317"/>
        <p:cNvGrpSpPr/>
        <p:nvPr/>
      </p:nvGrpSpPr>
      <p:grpSpPr>
        <a:xfrm>
          <a:off x="0" y="0"/>
          <a:ext cx="0" cy="0"/>
          <a:chOff x="0" y="0"/>
          <a:chExt cx="0" cy="0"/>
        </a:xfrm>
      </p:grpSpPr>
      <p:sp>
        <p:nvSpPr>
          <p:cNvPr id="3318" name="Google Shape;331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9" name="Google Shape;331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320" name="Google Shape;3320;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2" name="Google Shape;342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423" name="Google Shape;3423;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5" name="Google Shape;352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3526" name="Google Shape;352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1" name="Shape 3531"/>
        <p:cNvGrpSpPr/>
        <p:nvPr/>
      </p:nvGrpSpPr>
      <p:grpSpPr>
        <a:xfrm>
          <a:off x="0" y="0"/>
          <a:ext cx="0" cy="0"/>
          <a:chOff x="0" y="0"/>
          <a:chExt cx="0" cy="0"/>
        </a:xfrm>
      </p:grpSpPr>
      <p:sp>
        <p:nvSpPr>
          <p:cNvPr id="3532" name="Google Shape;353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3" name="Google Shape;353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solidFill>
                  <a:schemeClr val="lt1"/>
                </a:solidFill>
              </a:rPr>
              <a:t>Changing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image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select “Change picture”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“This device” or any other source</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Select the image for replacement</a:t>
            </a:r>
            <a:endParaRPr/>
          </a:p>
          <a:p>
            <a:pPr indent="-88965" lvl="0" marL="88965" rtl="0" algn="l">
              <a:spcBef>
                <a:spcPts val="0"/>
              </a:spcBef>
              <a:spcAft>
                <a:spcPts val="0"/>
              </a:spcAft>
              <a:buClr>
                <a:schemeClr val="lt1"/>
              </a:buClr>
              <a:buSzPts val="600"/>
              <a:buFont typeface="Arial"/>
              <a:buChar char="•"/>
            </a:pPr>
            <a:r>
              <a:rPr lang="en-US" sz="600">
                <a:solidFill>
                  <a:schemeClr val="lt1"/>
                </a:solidFill>
              </a:rPr>
              <a:t>Right click and select “send to back” option</a:t>
            </a:r>
            <a:endParaRPr/>
          </a:p>
          <a:p>
            <a:pPr indent="0" lvl="0" marL="0" rtl="0" algn="l">
              <a:spcBef>
                <a:spcPts val="0"/>
              </a:spcBef>
              <a:spcAft>
                <a:spcPts val="0"/>
              </a:spcAft>
              <a:buNone/>
            </a:pPr>
            <a:r>
              <a:t/>
            </a:r>
            <a:endParaRPr/>
          </a:p>
        </p:txBody>
      </p:sp>
      <p:sp>
        <p:nvSpPr>
          <p:cNvPr id="3534" name="Google Shape;353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0" name="Google Shape;354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3" name="Shape 3553"/>
        <p:cNvGrpSpPr/>
        <p:nvPr/>
      </p:nvGrpSpPr>
      <p:grpSpPr>
        <a:xfrm>
          <a:off x="0" y="0"/>
          <a:ext cx="0" cy="0"/>
          <a:chOff x="0" y="0"/>
          <a:chExt cx="0" cy="0"/>
        </a:xfrm>
      </p:grpSpPr>
      <p:sp>
        <p:nvSpPr>
          <p:cNvPr id="3554" name="Google Shape;355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5" name="Google Shape;355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0" name="Google Shape;357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5" name="Shape 3595"/>
        <p:cNvGrpSpPr/>
        <p:nvPr/>
      </p:nvGrpSpPr>
      <p:grpSpPr>
        <a:xfrm>
          <a:off x="0" y="0"/>
          <a:ext cx="0" cy="0"/>
          <a:chOff x="0" y="0"/>
          <a:chExt cx="0" cy="0"/>
        </a:xfrm>
      </p:grpSpPr>
      <p:sp>
        <p:nvSpPr>
          <p:cNvPr id="3596" name="Google Shape;3596;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7" name="Google Shape;3597;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2" name="Shape 3622"/>
        <p:cNvGrpSpPr/>
        <p:nvPr/>
      </p:nvGrpSpPr>
      <p:grpSpPr>
        <a:xfrm>
          <a:off x="0" y="0"/>
          <a:ext cx="0" cy="0"/>
          <a:chOff x="0" y="0"/>
          <a:chExt cx="0" cy="0"/>
        </a:xfrm>
      </p:grpSpPr>
      <p:sp>
        <p:nvSpPr>
          <p:cNvPr id="3623" name="Google Shape;362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4" name="Google Shape;3624;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625" name="Google Shape;3625;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9" name="Shape 3699"/>
        <p:cNvGrpSpPr/>
        <p:nvPr/>
      </p:nvGrpSpPr>
      <p:grpSpPr>
        <a:xfrm>
          <a:off x="0" y="0"/>
          <a:ext cx="0" cy="0"/>
          <a:chOff x="0" y="0"/>
          <a:chExt cx="0" cy="0"/>
        </a:xfrm>
      </p:grpSpPr>
      <p:sp>
        <p:nvSpPr>
          <p:cNvPr id="3700" name="Google Shape;370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1" name="Google Shape;3701;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702" name="Google Shape;3702;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5" name="Shape 3775"/>
        <p:cNvGrpSpPr/>
        <p:nvPr/>
      </p:nvGrpSpPr>
      <p:grpSpPr>
        <a:xfrm>
          <a:off x="0" y="0"/>
          <a:ext cx="0" cy="0"/>
          <a:chOff x="0" y="0"/>
          <a:chExt cx="0" cy="0"/>
        </a:xfrm>
      </p:grpSpPr>
      <p:sp>
        <p:nvSpPr>
          <p:cNvPr id="3776" name="Google Shape;3776;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7" name="Google Shape;377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778" name="Google Shape;3778;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7" name="Shape 3817"/>
        <p:cNvGrpSpPr/>
        <p:nvPr/>
      </p:nvGrpSpPr>
      <p:grpSpPr>
        <a:xfrm>
          <a:off x="0" y="0"/>
          <a:ext cx="0" cy="0"/>
          <a:chOff x="0" y="0"/>
          <a:chExt cx="0" cy="0"/>
        </a:xfrm>
      </p:grpSpPr>
      <p:sp>
        <p:nvSpPr>
          <p:cNvPr id="3818" name="Google Shape;381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9" name="Google Shape;3819;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820" name="Google Shape;3820;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9" name="Shape 3859"/>
        <p:cNvGrpSpPr/>
        <p:nvPr/>
      </p:nvGrpSpPr>
      <p:grpSpPr>
        <a:xfrm>
          <a:off x="0" y="0"/>
          <a:ext cx="0" cy="0"/>
          <a:chOff x="0" y="0"/>
          <a:chExt cx="0" cy="0"/>
        </a:xfrm>
      </p:grpSpPr>
      <p:sp>
        <p:nvSpPr>
          <p:cNvPr id="3860" name="Google Shape;3860;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1" name="Google Shape;386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9" name="Shape 3879"/>
        <p:cNvGrpSpPr/>
        <p:nvPr/>
      </p:nvGrpSpPr>
      <p:grpSpPr>
        <a:xfrm>
          <a:off x="0" y="0"/>
          <a:ext cx="0" cy="0"/>
          <a:chOff x="0" y="0"/>
          <a:chExt cx="0" cy="0"/>
        </a:xfrm>
      </p:grpSpPr>
      <p:sp>
        <p:nvSpPr>
          <p:cNvPr id="3880" name="Google Shape;3880;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1" name="Google Shape;3881;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9" name="Shape 3899"/>
        <p:cNvGrpSpPr/>
        <p:nvPr/>
      </p:nvGrpSpPr>
      <p:grpSpPr>
        <a:xfrm>
          <a:off x="0" y="0"/>
          <a:ext cx="0" cy="0"/>
          <a:chOff x="0" y="0"/>
          <a:chExt cx="0" cy="0"/>
        </a:xfrm>
      </p:grpSpPr>
      <p:sp>
        <p:nvSpPr>
          <p:cNvPr id="3900" name="Google Shape;390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1" name="Google Shape;3901;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902" name="Google Shape;3902;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0" name="Shape 3990"/>
        <p:cNvGrpSpPr/>
        <p:nvPr/>
      </p:nvGrpSpPr>
      <p:grpSpPr>
        <a:xfrm>
          <a:off x="0" y="0"/>
          <a:ext cx="0" cy="0"/>
          <a:chOff x="0" y="0"/>
          <a:chExt cx="0" cy="0"/>
        </a:xfrm>
      </p:grpSpPr>
      <p:sp>
        <p:nvSpPr>
          <p:cNvPr id="3991" name="Google Shape;399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2" name="Google Shape;3992;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3993" name="Google Shape;399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1" name="Shape 4081"/>
        <p:cNvGrpSpPr/>
        <p:nvPr/>
      </p:nvGrpSpPr>
      <p:grpSpPr>
        <a:xfrm>
          <a:off x="0" y="0"/>
          <a:ext cx="0" cy="0"/>
          <a:chOff x="0" y="0"/>
          <a:chExt cx="0" cy="0"/>
        </a:xfrm>
      </p:grpSpPr>
      <p:sp>
        <p:nvSpPr>
          <p:cNvPr id="4082" name="Google Shape;408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3" name="Google Shape;4083;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4084" name="Google Shape;4084;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7" name="Shape 4187"/>
        <p:cNvGrpSpPr/>
        <p:nvPr/>
      </p:nvGrpSpPr>
      <p:grpSpPr>
        <a:xfrm>
          <a:off x="0" y="0"/>
          <a:ext cx="0" cy="0"/>
          <a:chOff x="0" y="0"/>
          <a:chExt cx="0" cy="0"/>
        </a:xfrm>
      </p:grpSpPr>
      <p:sp>
        <p:nvSpPr>
          <p:cNvPr id="4188" name="Google Shape;418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9" name="Google Shape;418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600"/>
              <a:t>Changing an icon:</a:t>
            </a:r>
            <a:endParaRPr/>
          </a:p>
          <a:p>
            <a:pPr indent="-88965" lvl="0" marL="88965" rtl="0" algn="l">
              <a:spcBef>
                <a:spcPts val="0"/>
              </a:spcBef>
              <a:spcAft>
                <a:spcPts val="0"/>
              </a:spcAft>
              <a:buClr>
                <a:schemeClr val="dk1"/>
              </a:buClr>
              <a:buSzPts val="600"/>
              <a:buFont typeface="Arial"/>
              <a:buChar char="•"/>
            </a:pPr>
            <a:r>
              <a:rPr lang="en-US" sz="600"/>
              <a:t>Select the new icon from the icon set </a:t>
            </a:r>
            <a:endParaRPr/>
          </a:p>
          <a:p>
            <a:pPr indent="-88965" lvl="0" marL="88965" rtl="0" algn="l">
              <a:spcBef>
                <a:spcPts val="0"/>
              </a:spcBef>
              <a:spcAft>
                <a:spcPts val="0"/>
              </a:spcAft>
              <a:buClr>
                <a:schemeClr val="dk1"/>
              </a:buClr>
              <a:buSzPts val="600"/>
              <a:buFont typeface="Arial"/>
              <a:buChar char="•"/>
            </a:pPr>
            <a:r>
              <a:rPr lang="en-US" sz="600"/>
              <a:t>available at the end of this presentation</a:t>
            </a:r>
            <a:endParaRPr/>
          </a:p>
          <a:p>
            <a:pPr indent="-88965" lvl="0" marL="88965" rtl="0" algn="l">
              <a:spcBef>
                <a:spcPts val="0"/>
              </a:spcBef>
              <a:spcAft>
                <a:spcPts val="0"/>
              </a:spcAft>
              <a:buClr>
                <a:schemeClr val="dk1"/>
              </a:buClr>
              <a:buSzPts val="600"/>
              <a:buFont typeface="Arial"/>
              <a:buChar char="•"/>
            </a:pPr>
            <a:r>
              <a:rPr lang="en-US" sz="600"/>
              <a:t>Copy and paste it wherever needed directly (no need to save) </a:t>
            </a:r>
            <a:endParaRPr/>
          </a:p>
          <a:p>
            <a:pPr indent="-88965" lvl="0" marL="88965" rtl="0" algn="l">
              <a:spcBef>
                <a:spcPts val="0"/>
              </a:spcBef>
              <a:spcAft>
                <a:spcPts val="0"/>
              </a:spcAft>
              <a:buClr>
                <a:schemeClr val="dk1"/>
              </a:buClr>
              <a:buSzPts val="600"/>
              <a:buFont typeface="Arial"/>
              <a:buChar char="•"/>
            </a:pPr>
            <a:r>
              <a:rPr lang="en-US" sz="600"/>
              <a:t>To change the outline color of the icon, select the icon and select “Outline - Black/White/Blue"</a:t>
            </a:r>
            <a:endParaRPr sz="800"/>
          </a:p>
          <a:p>
            <a:pPr indent="0" lvl="0" marL="0" rtl="0" algn="l">
              <a:spcBef>
                <a:spcPts val="0"/>
              </a:spcBef>
              <a:spcAft>
                <a:spcPts val="0"/>
              </a:spcAft>
              <a:buNone/>
            </a:pPr>
            <a:r>
              <a:t/>
            </a:r>
            <a:endParaRPr/>
          </a:p>
        </p:txBody>
      </p:sp>
      <p:sp>
        <p:nvSpPr>
          <p:cNvPr id="4190" name="Google Shape;419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3" name="Shape 4293"/>
        <p:cNvGrpSpPr/>
        <p:nvPr/>
      </p:nvGrpSpPr>
      <p:grpSpPr>
        <a:xfrm>
          <a:off x="0" y="0"/>
          <a:ext cx="0" cy="0"/>
          <a:chOff x="0" y="0"/>
          <a:chExt cx="0" cy="0"/>
        </a:xfrm>
      </p:grpSpPr>
      <p:sp>
        <p:nvSpPr>
          <p:cNvPr id="4294" name="Google Shape;429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5" name="Google Shape;429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None/>
            </a:pPr>
            <a:r>
              <a:t/>
            </a:r>
            <a:endParaRPr sz="600">
              <a:latin typeface="Arial"/>
              <a:ea typeface="Arial"/>
              <a:cs typeface="Arial"/>
              <a:sym typeface="Arial"/>
            </a:endParaRPr>
          </a:p>
        </p:txBody>
      </p:sp>
      <p:sp>
        <p:nvSpPr>
          <p:cNvPr id="4296" name="Google Shape;429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latin typeface="Calibri"/>
                <a:ea typeface="Calibri"/>
                <a:cs typeface="Calibri"/>
                <a:sym typeface="Calibri"/>
              </a:rPr>
              <a:t>‹#›</a:t>
            </a:fld>
            <a:endParaRPr>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1" name="Shape 4331"/>
        <p:cNvGrpSpPr/>
        <p:nvPr/>
      </p:nvGrpSpPr>
      <p:grpSpPr>
        <a:xfrm>
          <a:off x="0" y="0"/>
          <a:ext cx="0" cy="0"/>
          <a:chOff x="0" y="0"/>
          <a:chExt cx="0" cy="0"/>
        </a:xfrm>
      </p:grpSpPr>
      <p:sp>
        <p:nvSpPr>
          <p:cNvPr id="4332" name="Google Shape;433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3" name="Google Shape;4333;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None/>
            </a:pPr>
            <a:r>
              <a:t/>
            </a:r>
            <a:endParaRPr sz="600">
              <a:latin typeface="Arial"/>
              <a:ea typeface="Arial"/>
              <a:cs typeface="Arial"/>
              <a:sym typeface="Arial"/>
            </a:endParaRPr>
          </a:p>
        </p:txBody>
      </p:sp>
      <p:sp>
        <p:nvSpPr>
          <p:cNvPr id="4334" name="Google Shape;4334;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latin typeface="Calibri"/>
                <a:ea typeface="Calibri"/>
                <a:cs typeface="Calibri"/>
                <a:sym typeface="Calibri"/>
              </a:rPr>
              <a:t>‹#›</a:t>
            </a:fld>
            <a:endParaRPr>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1" name="Shape 4371"/>
        <p:cNvGrpSpPr/>
        <p:nvPr/>
      </p:nvGrpSpPr>
      <p:grpSpPr>
        <a:xfrm>
          <a:off x="0" y="0"/>
          <a:ext cx="0" cy="0"/>
          <a:chOff x="0" y="0"/>
          <a:chExt cx="0" cy="0"/>
        </a:xfrm>
      </p:grpSpPr>
      <p:sp>
        <p:nvSpPr>
          <p:cNvPr id="4372" name="Google Shape;4372;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3" name="Google Shape;437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1" name="Shape 4401"/>
        <p:cNvGrpSpPr/>
        <p:nvPr/>
      </p:nvGrpSpPr>
      <p:grpSpPr>
        <a:xfrm>
          <a:off x="0" y="0"/>
          <a:ext cx="0" cy="0"/>
          <a:chOff x="0" y="0"/>
          <a:chExt cx="0" cy="0"/>
        </a:xfrm>
      </p:grpSpPr>
      <p:sp>
        <p:nvSpPr>
          <p:cNvPr id="4402" name="Google Shape;4402;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3" name="Google Shape;440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1" name="Shape 4431"/>
        <p:cNvGrpSpPr/>
        <p:nvPr/>
      </p:nvGrpSpPr>
      <p:grpSpPr>
        <a:xfrm>
          <a:off x="0" y="0"/>
          <a:ext cx="0" cy="0"/>
          <a:chOff x="0" y="0"/>
          <a:chExt cx="0" cy="0"/>
        </a:xfrm>
      </p:grpSpPr>
      <p:sp>
        <p:nvSpPr>
          <p:cNvPr id="4432" name="Google Shape;443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3" name="Google Shape;443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6" name="Shape 56"/>
        <p:cNvGrpSpPr/>
        <p:nvPr/>
      </p:nvGrpSpPr>
      <p:grpSpPr>
        <a:xfrm>
          <a:off x="0" y="0"/>
          <a:ext cx="0" cy="0"/>
          <a:chOff x="0" y="0"/>
          <a:chExt cx="0" cy="0"/>
        </a:xfrm>
      </p:grpSpPr>
      <p:sp>
        <p:nvSpPr>
          <p:cNvPr id="57" name="Google Shape;57;p7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1" sz="800">
                <a:solidFill>
                  <a:srgbClr val="7F7F7F"/>
                </a:solidFill>
                <a:latin typeface="Calibri"/>
                <a:ea typeface="Calibri"/>
                <a:cs typeface="Calibri"/>
                <a:sym typeface="Calibri"/>
              </a:defRPr>
            </a:lvl1pPr>
            <a:lvl2pPr indent="0" lvl="1" marL="0" algn="ctr">
              <a:spcBef>
                <a:spcPts val="0"/>
              </a:spcBef>
              <a:buNone/>
              <a:defRPr b="1" sz="800">
                <a:solidFill>
                  <a:srgbClr val="7F7F7F"/>
                </a:solidFill>
                <a:latin typeface="Calibri"/>
                <a:ea typeface="Calibri"/>
                <a:cs typeface="Calibri"/>
                <a:sym typeface="Calibri"/>
              </a:defRPr>
            </a:lvl2pPr>
            <a:lvl3pPr indent="0" lvl="2" marL="0" algn="ctr">
              <a:spcBef>
                <a:spcPts val="0"/>
              </a:spcBef>
              <a:buNone/>
              <a:defRPr b="1" sz="800">
                <a:solidFill>
                  <a:srgbClr val="7F7F7F"/>
                </a:solidFill>
                <a:latin typeface="Calibri"/>
                <a:ea typeface="Calibri"/>
                <a:cs typeface="Calibri"/>
                <a:sym typeface="Calibri"/>
              </a:defRPr>
            </a:lvl3pPr>
            <a:lvl4pPr indent="0" lvl="3" marL="0" algn="ctr">
              <a:spcBef>
                <a:spcPts val="0"/>
              </a:spcBef>
              <a:buNone/>
              <a:defRPr b="1" sz="800">
                <a:solidFill>
                  <a:srgbClr val="7F7F7F"/>
                </a:solidFill>
                <a:latin typeface="Calibri"/>
                <a:ea typeface="Calibri"/>
                <a:cs typeface="Calibri"/>
                <a:sym typeface="Calibri"/>
              </a:defRPr>
            </a:lvl4pPr>
            <a:lvl5pPr indent="0" lvl="4" marL="0" algn="ctr">
              <a:spcBef>
                <a:spcPts val="0"/>
              </a:spcBef>
              <a:buNone/>
              <a:defRPr b="1" sz="800">
                <a:solidFill>
                  <a:srgbClr val="7F7F7F"/>
                </a:solidFill>
                <a:latin typeface="Calibri"/>
                <a:ea typeface="Calibri"/>
                <a:cs typeface="Calibri"/>
                <a:sym typeface="Calibri"/>
              </a:defRPr>
            </a:lvl5pPr>
            <a:lvl6pPr indent="0" lvl="5" marL="0" algn="ctr">
              <a:spcBef>
                <a:spcPts val="0"/>
              </a:spcBef>
              <a:buNone/>
              <a:defRPr b="1" sz="800">
                <a:solidFill>
                  <a:srgbClr val="7F7F7F"/>
                </a:solidFill>
                <a:latin typeface="Calibri"/>
                <a:ea typeface="Calibri"/>
                <a:cs typeface="Calibri"/>
                <a:sym typeface="Calibri"/>
              </a:defRPr>
            </a:lvl6pPr>
            <a:lvl7pPr indent="0" lvl="6" marL="0" algn="ctr">
              <a:spcBef>
                <a:spcPts val="0"/>
              </a:spcBef>
              <a:buNone/>
              <a:defRPr b="1" sz="800">
                <a:solidFill>
                  <a:srgbClr val="7F7F7F"/>
                </a:solidFill>
                <a:latin typeface="Calibri"/>
                <a:ea typeface="Calibri"/>
                <a:cs typeface="Calibri"/>
                <a:sym typeface="Calibri"/>
              </a:defRPr>
            </a:lvl7pPr>
            <a:lvl8pPr indent="0" lvl="7" marL="0" algn="ctr">
              <a:spcBef>
                <a:spcPts val="0"/>
              </a:spcBef>
              <a:buNone/>
              <a:defRPr b="1" sz="800">
                <a:solidFill>
                  <a:srgbClr val="7F7F7F"/>
                </a:solidFill>
                <a:latin typeface="Calibri"/>
                <a:ea typeface="Calibri"/>
                <a:cs typeface="Calibri"/>
                <a:sym typeface="Calibri"/>
              </a:defRPr>
            </a:lvl8pPr>
            <a:lvl9pPr indent="0" lvl="8" marL="0" algn="ctr">
              <a:spcBef>
                <a:spcPts val="0"/>
              </a:spcBef>
              <a:buNone/>
              <a:defRPr b="1" sz="800">
                <a:solidFill>
                  <a:srgbClr val="7F7F7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8" name="Google Shape;58;p7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0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62" name="Google Shape;62;p10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3" name="Shape 63"/>
        <p:cNvGrpSpPr/>
        <p:nvPr/>
      </p:nvGrpSpPr>
      <p:grpSpPr>
        <a:xfrm>
          <a:off x="0" y="0"/>
          <a:ext cx="0" cy="0"/>
          <a:chOff x="0" y="0"/>
          <a:chExt cx="0" cy="0"/>
        </a:xfrm>
      </p:grpSpPr>
      <p:sp>
        <p:nvSpPr>
          <p:cNvPr id="64" name="Google Shape;64;p105"/>
          <p:cNvSpPr txBox="1"/>
          <p:nvPr>
            <p:ph idx="1" type="body"/>
          </p:nvPr>
        </p:nvSpPr>
        <p:spPr>
          <a:xfrm>
            <a:off x="192992" y="1066799"/>
            <a:ext cx="7886700" cy="31489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o"/>
              <a:defRPr/>
            </a:lvl4pPr>
            <a:lvl5pPr indent="-330200" lvl="4" marL="2286000" algn="l">
              <a:lnSpc>
                <a:spcPct val="90000"/>
              </a:lnSpc>
              <a:spcBef>
                <a:spcPts val="500"/>
              </a:spcBef>
              <a:spcAft>
                <a:spcPts val="0"/>
              </a:spcAft>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5"/>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1" sz="800">
                <a:solidFill>
                  <a:srgbClr val="7F7F7F"/>
                </a:solidFill>
                <a:latin typeface="Calibri"/>
                <a:ea typeface="Calibri"/>
                <a:cs typeface="Calibri"/>
                <a:sym typeface="Calibri"/>
              </a:defRPr>
            </a:lvl1pPr>
            <a:lvl2pPr indent="0" lvl="1" marL="0" algn="ctr">
              <a:spcBef>
                <a:spcPts val="0"/>
              </a:spcBef>
              <a:buNone/>
              <a:defRPr b="1" sz="800">
                <a:solidFill>
                  <a:srgbClr val="7F7F7F"/>
                </a:solidFill>
                <a:latin typeface="Calibri"/>
                <a:ea typeface="Calibri"/>
                <a:cs typeface="Calibri"/>
                <a:sym typeface="Calibri"/>
              </a:defRPr>
            </a:lvl2pPr>
            <a:lvl3pPr indent="0" lvl="2" marL="0" algn="ctr">
              <a:spcBef>
                <a:spcPts val="0"/>
              </a:spcBef>
              <a:buNone/>
              <a:defRPr b="1" sz="800">
                <a:solidFill>
                  <a:srgbClr val="7F7F7F"/>
                </a:solidFill>
                <a:latin typeface="Calibri"/>
                <a:ea typeface="Calibri"/>
                <a:cs typeface="Calibri"/>
                <a:sym typeface="Calibri"/>
              </a:defRPr>
            </a:lvl3pPr>
            <a:lvl4pPr indent="0" lvl="3" marL="0" algn="ctr">
              <a:spcBef>
                <a:spcPts val="0"/>
              </a:spcBef>
              <a:buNone/>
              <a:defRPr b="1" sz="800">
                <a:solidFill>
                  <a:srgbClr val="7F7F7F"/>
                </a:solidFill>
                <a:latin typeface="Calibri"/>
                <a:ea typeface="Calibri"/>
                <a:cs typeface="Calibri"/>
                <a:sym typeface="Calibri"/>
              </a:defRPr>
            </a:lvl4pPr>
            <a:lvl5pPr indent="0" lvl="4" marL="0" algn="ctr">
              <a:spcBef>
                <a:spcPts val="0"/>
              </a:spcBef>
              <a:buNone/>
              <a:defRPr b="1" sz="800">
                <a:solidFill>
                  <a:srgbClr val="7F7F7F"/>
                </a:solidFill>
                <a:latin typeface="Calibri"/>
                <a:ea typeface="Calibri"/>
                <a:cs typeface="Calibri"/>
                <a:sym typeface="Calibri"/>
              </a:defRPr>
            </a:lvl5pPr>
            <a:lvl6pPr indent="0" lvl="5" marL="0" algn="ctr">
              <a:spcBef>
                <a:spcPts val="0"/>
              </a:spcBef>
              <a:buNone/>
              <a:defRPr b="1" sz="800">
                <a:solidFill>
                  <a:srgbClr val="7F7F7F"/>
                </a:solidFill>
                <a:latin typeface="Calibri"/>
                <a:ea typeface="Calibri"/>
                <a:cs typeface="Calibri"/>
                <a:sym typeface="Calibri"/>
              </a:defRPr>
            </a:lvl6pPr>
            <a:lvl7pPr indent="0" lvl="6" marL="0" algn="ctr">
              <a:spcBef>
                <a:spcPts val="0"/>
              </a:spcBef>
              <a:buNone/>
              <a:defRPr b="1" sz="800">
                <a:solidFill>
                  <a:srgbClr val="7F7F7F"/>
                </a:solidFill>
                <a:latin typeface="Calibri"/>
                <a:ea typeface="Calibri"/>
                <a:cs typeface="Calibri"/>
                <a:sym typeface="Calibri"/>
              </a:defRPr>
            </a:lvl7pPr>
            <a:lvl8pPr indent="0" lvl="7" marL="0" algn="ctr">
              <a:spcBef>
                <a:spcPts val="0"/>
              </a:spcBef>
              <a:buNone/>
              <a:defRPr b="1" sz="800">
                <a:solidFill>
                  <a:srgbClr val="7F7F7F"/>
                </a:solidFill>
                <a:latin typeface="Calibri"/>
                <a:ea typeface="Calibri"/>
                <a:cs typeface="Calibri"/>
                <a:sym typeface="Calibri"/>
              </a:defRPr>
            </a:lvl8pPr>
            <a:lvl9pPr indent="0" lvl="8" marL="0" algn="ctr">
              <a:spcBef>
                <a:spcPts val="0"/>
              </a:spcBef>
              <a:buNone/>
              <a:defRPr b="1" sz="800">
                <a:solidFill>
                  <a:srgbClr val="7F7F7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6" name="Google Shape;66;p105"/>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5"/>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8" name="Shape 6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ile Slide_Black with full wave_Option 1">
  <p:cSld name="Ttile Slide_Black with full wave_Option 1">
    <p:bg>
      <p:bgPr>
        <a:solidFill>
          <a:schemeClr val="dk1"/>
        </a:solidFill>
      </p:bgPr>
    </p:bg>
    <p:spTree>
      <p:nvGrpSpPr>
        <p:cNvPr id="72" name="Shape 72"/>
        <p:cNvGrpSpPr/>
        <p:nvPr/>
      </p:nvGrpSpPr>
      <p:grpSpPr>
        <a:xfrm>
          <a:off x="0" y="0"/>
          <a:ext cx="0" cy="0"/>
          <a:chOff x="0" y="0"/>
          <a:chExt cx="0" cy="0"/>
        </a:xfrm>
      </p:grpSpPr>
      <p:sp>
        <p:nvSpPr>
          <p:cNvPr id="73" name="Google Shape;73;p79"/>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lvl1pPr lvl="0" algn="l">
              <a:lnSpc>
                <a:spcPct val="100000"/>
              </a:lnSpc>
              <a:spcBef>
                <a:spcPts val="0"/>
              </a:spcBef>
              <a:spcAft>
                <a:spcPts val="0"/>
              </a:spcAft>
              <a:buClr>
                <a:schemeClr val="lt1"/>
              </a:buClr>
              <a:buSzPts val="32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9"/>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lvl1pPr indent="-228600" lvl="0" marL="457200" algn="l">
              <a:lnSpc>
                <a:spcPct val="100000"/>
              </a:lnSpc>
              <a:spcBef>
                <a:spcPts val="0"/>
              </a:spcBef>
              <a:spcAft>
                <a:spcPts val="0"/>
              </a:spcAft>
              <a:buClr>
                <a:schemeClr val="lt1"/>
              </a:buClr>
              <a:buSzPts val="2200"/>
              <a:buNone/>
              <a:defRPr>
                <a:solidFill>
                  <a:schemeClr val="lt1"/>
                </a:solidFil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9"/>
          <p:cNvSpPr/>
          <p:nvPr/>
        </p:nvSpPr>
        <p:spPr>
          <a:xfrm>
            <a:off x="0" y="0"/>
            <a:ext cx="9144000" cy="5143500"/>
          </a:xfrm>
          <a:prstGeom prst="rect">
            <a:avLst/>
          </a:prstGeom>
          <a:noFill/>
          <a:ln>
            <a:noFill/>
          </a:ln>
        </p:spPr>
      </p:sp>
      <p:sp>
        <p:nvSpPr>
          <p:cNvPr id="76" name="Google Shape;76;p79"/>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77" name="Google Shape;77;p79"/>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78" name="Google Shape;78;p79"/>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79" name="Google Shape;79;p79"/>
          <p:cNvSpPr/>
          <p:nvPr/>
        </p:nvSpPr>
        <p:spPr>
          <a:xfrm>
            <a:off x="37301" y="63763"/>
            <a:ext cx="215112" cy="39566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grpSp>
        <p:nvGrpSpPr>
          <p:cNvPr id="80" name="Google Shape;80;p79"/>
          <p:cNvGrpSpPr/>
          <p:nvPr/>
        </p:nvGrpSpPr>
        <p:grpSpPr>
          <a:xfrm>
            <a:off x="268664" y="159185"/>
            <a:ext cx="8556433" cy="451747"/>
            <a:chOff x="268664" y="159185"/>
            <a:chExt cx="8593932" cy="453727"/>
          </a:xfrm>
        </p:grpSpPr>
        <p:grpSp>
          <p:nvGrpSpPr>
            <p:cNvPr id="81" name="Google Shape;81;p79"/>
            <p:cNvGrpSpPr/>
            <p:nvPr/>
          </p:nvGrpSpPr>
          <p:grpSpPr>
            <a:xfrm>
              <a:off x="268664" y="259103"/>
              <a:ext cx="1481677" cy="353809"/>
              <a:chOff x="0" y="2427986"/>
              <a:chExt cx="1581147" cy="380839"/>
            </a:xfrm>
          </p:grpSpPr>
          <p:grpSp>
            <p:nvGrpSpPr>
              <p:cNvPr id="82" name="Google Shape;82;p79"/>
              <p:cNvGrpSpPr/>
              <p:nvPr/>
            </p:nvGrpSpPr>
            <p:grpSpPr>
              <a:xfrm>
                <a:off x="0" y="2428340"/>
                <a:ext cx="605264" cy="380485"/>
                <a:chOff x="0" y="2428340"/>
                <a:chExt cx="605264" cy="380485"/>
              </a:xfrm>
            </p:grpSpPr>
            <p:sp>
              <p:nvSpPr>
                <p:cNvPr id="83" name="Google Shape;83;p79"/>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79"/>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5" name="Google Shape;85;p79"/>
              <p:cNvGrpSpPr/>
              <p:nvPr/>
            </p:nvGrpSpPr>
            <p:grpSpPr>
              <a:xfrm>
                <a:off x="684661" y="2427986"/>
                <a:ext cx="896486" cy="379271"/>
                <a:chOff x="684661" y="2427986"/>
                <a:chExt cx="896486" cy="379271"/>
              </a:xfrm>
            </p:grpSpPr>
            <p:sp>
              <p:nvSpPr>
                <p:cNvPr id="86" name="Google Shape;86;p79"/>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79"/>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79"/>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79"/>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79"/>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79"/>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79"/>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79"/>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79"/>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79"/>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79"/>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79"/>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79"/>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79"/>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79"/>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79"/>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79"/>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79"/>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9"/>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79"/>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79"/>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79"/>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9"/>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09" name="Google Shape;109;p79"/>
            <p:cNvGrpSpPr/>
            <p:nvPr/>
          </p:nvGrpSpPr>
          <p:grpSpPr>
            <a:xfrm>
              <a:off x="8352719" y="159185"/>
              <a:ext cx="509877" cy="453727"/>
              <a:chOff x="8599610" y="2333965"/>
              <a:chExt cx="542618" cy="474759"/>
            </a:xfrm>
          </p:grpSpPr>
          <p:sp>
            <p:nvSpPr>
              <p:cNvPr id="110" name="Google Shape;110;p79"/>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79"/>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79"/>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79"/>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79"/>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79"/>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79"/>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White with Medium wave">
  <p:cSld name="1_White with Medium wave">
    <p:bg>
      <p:bgPr>
        <a:gradFill>
          <a:gsLst>
            <a:gs pos="0">
              <a:schemeClr val="dk1"/>
            </a:gs>
            <a:gs pos="35000">
              <a:srgbClr val="142233"/>
            </a:gs>
            <a:gs pos="100000">
              <a:srgbClr val="4E84C4"/>
            </a:gs>
          </a:gsLst>
          <a:lin ang="5400000" scaled="0"/>
        </a:gradFill>
      </p:bgPr>
    </p:bg>
    <p:spTree>
      <p:nvGrpSpPr>
        <p:cNvPr id="117" name="Shape 117"/>
        <p:cNvGrpSpPr/>
        <p:nvPr/>
      </p:nvGrpSpPr>
      <p:grpSpPr>
        <a:xfrm>
          <a:off x="0" y="0"/>
          <a:ext cx="0" cy="0"/>
          <a:chOff x="0" y="0"/>
          <a:chExt cx="0" cy="0"/>
        </a:xfrm>
      </p:grpSpPr>
      <p:sp>
        <p:nvSpPr>
          <p:cNvPr id="118" name="Google Shape;118;p80"/>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lvl1pPr lvl="0" algn="l">
              <a:lnSpc>
                <a:spcPct val="100000"/>
              </a:lnSpc>
              <a:spcBef>
                <a:spcPts val="0"/>
              </a:spcBef>
              <a:spcAft>
                <a:spcPts val="0"/>
              </a:spcAft>
              <a:buClr>
                <a:schemeClr val="lt1"/>
              </a:buClr>
              <a:buSzPts val="32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80"/>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lvl1pPr indent="-228600" lvl="0" marL="457200" algn="l">
              <a:lnSpc>
                <a:spcPct val="100000"/>
              </a:lnSpc>
              <a:spcBef>
                <a:spcPts val="0"/>
              </a:spcBef>
              <a:spcAft>
                <a:spcPts val="0"/>
              </a:spcAft>
              <a:buClr>
                <a:schemeClr val="lt1"/>
              </a:buClr>
              <a:buSzPts val="2200"/>
              <a:buNone/>
              <a:defRPr>
                <a:solidFill>
                  <a:schemeClr val="lt1"/>
                </a:solidFil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80"/>
          <p:cNvSpPr/>
          <p:nvPr/>
        </p:nvSpPr>
        <p:spPr>
          <a:xfrm>
            <a:off x="0" y="0"/>
            <a:ext cx="9144000" cy="5143500"/>
          </a:xfrm>
          <a:prstGeom prst="rect">
            <a:avLst/>
          </a:prstGeom>
          <a:noFill/>
          <a:ln>
            <a:noFill/>
          </a:ln>
        </p:spPr>
      </p:sp>
      <p:grpSp>
        <p:nvGrpSpPr>
          <p:cNvPr id="121" name="Google Shape;121;p80"/>
          <p:cNvGrpSpPr/>
          <p:nvPr/>
        </p:nvGrpSpPr>
        <p:grpSpPr>
          <a:xfrm>
            <a:off x="268664" y="159185"/>
            <a:ext cx="8556433" cy="451747"/>
            <a:chOff x="268664" y="159185"/>
            <a:chExt cx="8593932" cy="453727"/>
          </a:xfrm>
        </p:grpSpPr>
        <p:grpSp>
          <p:nvGrpSpPr>
            <p:cNvPr id="122" name="Google Shape;122;p80"/>
            <p:cNvGrpSpPr/>
            <p:nvPr/>
          </p:nvGrpSpPr>
          <p:grpSpPr>
            <a:xfrm>
              <a:off x="268664" y="259103"/>
              <a:ext cx="1481677" cy="353809"/>
              <a:chOff x="0" y="2427986"/>
              <a:chExt cx="1581147" cy="380839"/>
            </a:xfrm>
          </p:grpSpPr>
          <p:grpSp>
            <p:nvGrpSpPr>
              <p:cNvPr id="123" name="Google Shape;123;p80"/>
              <p:cNvGrpSpPr/>
              <p:nvPr/>
            </p:nvGrpSpPr>
            <p:grpSpPr>
              <a:xfrm>
                <a:off x="0" y="2428340"/>
                <a:ext cx="605264" cy="380485"/>
                <a:chOff x="0" y="2428340"/>
                <a:chExt cx="605264" cy="380485"/>
              </a:xfrm>
            </p:grpSpPr>
            <p:sp>
              <p:nvSpPr>
                <p:cNvPr id="124" name="Google Shape;124;p80"/>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80"/>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6" name="Google Shape;126;p80"/>
              <p:cNvGrpSpPr/>
              <p:nvPr/>
            </p:nvGrpSpPr>
            <p:grpSpPr>
              <a:xfrm>
                <a:off x="684661" y="2427986"/>
                <a:ext cx="896486" cy="379271"/>
                <a:chOff x="684661" y="2427986"/>
                <a:chExt cx="896486" cy="379271"/>
              </a:xfrm>
            </p:grpSpPr>
            <p:sp>
              <p:nvSpPr>
                <p:cNvPr id="127" name="Google Shape;127;p80"/>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80"/>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0"/>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80"/>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80"/>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80"/>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80"/>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80"/>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80"/>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80"/>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80"/>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80"/>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80"/>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80"/>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80"/>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80"/>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80"/>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80"/>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80"/>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80"/>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80"/>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0"/>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80"/>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50" name="Google Shape;150;p80"/>
            <p:cNvGrpSpPr/>
            <p:nvPr/>
          </p:nvGrpSpPr>
          <p:grpSpPr>
            <a:xfrm>
              <a:off x="8352719" y="159185"/>
              <a:ext cx="509877" cy="453727"/>
              <a:chOff x="8599610" y="2333965"/>
              <a:chExt cx="542618" cy="474759"/>
            </a:xfrm>
          </p:grpSpPr>
          <p:sp>
            <p:nvSpPr>
              <p:cNvPr id="151" name="Google Shape;151;p80"/>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0"/>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80"/>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80"/>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80"/>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80"/>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0"/>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ith Medium wave">
  <p:cSld name="White with Medium wave">
    <p:spTree>
      <p:nvGrpSpPr>
        <p:cNvPr id="158" name="Shape 158"/>
        <p:cNvGrpSpPr/>
        <p:nvPr/>
      </p:nvGrpSpPr>
      <p:grpSpPr>
        <a:xfrm>
          <a:off x="0" y="0"/>
          <a:ext cx="0" cy="0"/>
          <a:chOff x="0" y="0"/>
          <a:chExt cx="0" cy="0"/>
        </a:xfrm>
      </p:grpSpPr>
      <p:sp>
        <p:nvSpPr>
          <p:cNvPr id="159" name="Google Shape;159;p81"/>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lvl1pPr lvl="0" algn="l">
              <a:lnSpc>
                <a:spcPct val="100000"/>
              </a:lnSpc>
              <a:spcBef>
                <a:spcPts val="0"/>
              </a:spcBef>
              <a:spcAft>
                <a:spcPts val="0"/>
              </a:spcAft>
              <a:buClr>
                <a:schemeClr val="dk1"/>
              </a:buClr>
              <a:buSzPts val="3200"/>
              <a:buFont typeface="Calibri"/>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81"/>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lvl1pPr indent="-228600" lvl="0" marL="457200" algn="l">
              <a:lnSpc>
                <a:spcPct val="100000"/>
              </a:lnSpc>
              <a:spcBef>
                <a:spcPts val="0"/>
              </a:spcBef>
              <a:spcAft>
                <a:spcPts val="0"/>
              </a:spcAft>
              <a:buClr>
                <a:schemeClr val="dk1"/>
              </a:buClr>
              <a:buSzPts val="2200"/>
              <a:buNone/>
              <a:defRPr>
                <a:solidFill>
                  <a:schemeClr val="dk1"/>
                </a:solidFil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81"/>
          <p:cNvSpPr/>
          <p:nvPr/>
        </p:nvSpPr>
        <p:spPr>
          <a:xfrm>
            <a:off x="0" y="0"/>
            <a:ext cx="9144000" cy="5143500"/>
          </a:xfrm>
          <a:prstGeom prst="rect">
            <a:avLst/>
          </a:prstGeom>
          <a:noFill/>
          <a:ln>
            <a:noFill/>
          </a:ln>
        </p:spPr>
      </p:sp>
      <p:grpSp>
        <p:nvGrpSpPr>
          <p:cNvPr id="162" name="Google Shape;162;p81"/>
          <p:cNvGrpSpPr/>
          <p:nvPr/>
        </p:nvGrpSpPr>
        <p:grpSpPr>
          <a:xfrm>
            <a:off x="268664" y="159185"/>
            <a:ext cx="8556433" cy="451747"/>
            <a:chOff x="268664" y="159185"/>
            <a:chExt cx="8593932" cy="453727"/>
          </a:xfrm>
        </p:grpSpPr>
        <p:grpSp>
          <p:nvGrpSpPr>
            <p:cNvPr id="163" name="Google Shape;163;p81"/>
            <p:cNvGrpSpPr/>
            <p:nvPr/>
          </p:nvGrpSpPr>
          <p:grpSpPr>
            <a:xfrm>
              <a:off x="268664" y="259103"/>
              <a:ext cx="1481677" cy="353809"/>
              <a:chOff x="0" y="2427986"/>
              <a:chExt cx="1581147" cy="380839"/>
            </a:xfrm>
          </p:grpSpPr>
          <p:grpSp>
            <p:nvGrpSpPr>
              <p:cNvPr id="164" name="Google Shape;164;p81"/>
              <p:cNvGrpSpPr/>
              <p:nvPr/>
            </p:nvGrpSpPr>
            <p:grpSpPr>
              <a:xfrm>
                <a:off x="0" y="2428340"/>
                <a:ext cx="605264" cy="380485"/>
                <a:chOff x="0" y="2428340"/>
                <a:chExt cx="605264" cy="380485"/>
              </a:xfrm>
            </p:grpSpPr>
            <p:sp>
              <p:nvSpPr>
                <p:cNvPr id="165" name="Google Shape;165;p81"/>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81"/>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7" name="Google Shape;167;p81"/>
              <p:cNvGrpSpPr/>
              <p:nvPr/>
            </p:nvGrpSpPr>
            <p:grpSpPr>
              <a:xfrm>
                <a:off x="684661" y="2427986"/>
                <a:ext cx="896486" cy="379271"/>
                <a:chOff x="684661" y="2427986"/>
                <a:chExt cx="896486" cy="379271"/>
              </a:xfrm>
            </p:grpSpPr>
            <p:sp>
              <p:nvSpPr>
                <p:cNvPr id="168" name="Google Shape;168;p81"/>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1"/>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1"/>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81"/>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81"/>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81"/>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81"/>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81"/>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81"/>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81"/>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81"/>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81"/>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81"/>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81"/>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81"/>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81"/>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81"/>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81"/>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81"/>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81"/>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1"/>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81"/>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1"/>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91" name="Google Shape;191;p81"/>
            <p:cNvGrpSpPr/>
            <p:nvPr/>
          </p:nvGrpSpPr>
          <p:grpSpPr>
            <a:xfrm>
              <a:off x="8352719" y="159185"/>
              <a:ext cx="509877" cy="453727"/>
              <a:chOff x="8599610" y="2333965"/>
              <a:chExt cx="542618" cy="474759"/>
            </a:xfrm>
          </p:grpSpPr>
          <p:sp>
            <p:nvSpPr>
              <p:cNvPr id="192" name="Google Shape;192;p81"/>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81"/>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1"/>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81"/>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81"/>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81"/>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81"/>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9" name="Shape 19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ile Slide_Black with full wave_Option 1">
  <p:cSld name="Ttile Slide_Black with full wave_Option 1">
    <p:bg>
      <p:bgPr>
        <a:solidFill>
          <a:schemeClr val="lt1"/>
        </a:solidFill>
      </p:bgPr>
    </p:bg>
    <p:spTree>
      <p:nvGrpSpPr>
        <p:cNvPr id="202" name="Shape 202"/>
        <p:cNvGrpSpPr/>
        <p:nvPr/>
      </p:nvGrpSpPr>
      <p:grpSpPr>
        <a:xfrm>
          <a:off x="0" y="0"/>
          <a:ext cx="0" cy="0"/>
          <a:chOff x="0" y="0"/>
          <a:chExt cx="0" cy="0"/>
        </a:xfrm>
      </p:grpSpPr>
      <p:sp>
        <p:nvSpPr>
          <p:cNvPr id="203" name="Google Shape;203;p83"/>
          <p:cNvSpPr txBox="1"/>
          <p:nvPr>
            <p:ph idx="1" type="body"/>
          </p:nvPr>
        </p:nvSpPr>
        <p:spPr>
          <a:xfrm>
            <a:off x="281238" y="2450699"/>
            <a:ext cx="4042988" cy="33855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04" name="Google Shape;204;p83"/>
          <p:cNvGrpSpPr/>
          <p:nvPr/>
        </p:nvGrpSpPr>
        <p:grpSpPr>
          <a:xfrm>
            <a:off x="8317445" y="159185"/>
            <a:ext cx="507652" cy="451747"/>
            <a:chOff x="8599610" y="2333965"/>
            <a:chExt cx="542618" cy="474759"/>
          </a:xfrm>
        </p:grpSpPr>
        <p:sp>
          <p:nvSpPr>
            <p:cNvPr id="205" name="Google Shape;205;p83"/>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83"/>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83"/>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3"/>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3"/>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83"/>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83"/>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2" name="Google Shape;212;p83"/>
          <p:cNvGrpSpPr/>
          <p:nvPr/>
        </p:nvGrpSpPr>
        <p:grpSpPr>
          <a:xfrm>
            <a:off x="268664" y="1151426"/>
            <a:ext cx="1475212" cy="352265"/>
            <a:chOff x="0" y="2427986"/>
            <a:chExt cx="1581147" cy="380839"/>
          </a:xfrm>
        </p:grpSpPr>
        <p:grpSp>
          <p:nvGrpSpPr>
            <p:cNvPr id="213" name="Google Shape;213;p83"/>
            <p:cNvGrpSpPr/>
            <p:nvPr/>
          </p:nvGrpSpPr>
          <p:grpSpPr>
            <a:xfrm>
              <a:off x="0" y="2428340"/>
              <a:ext cx="605264" cy="380485"/>
              <a:chOff x="0" y="2428340"/>
              <a:chExt cx="605264" cy="380485"/>
            </a:xfrm>
          </p:grpSpPr>
          <p:sp>
            <p:nvSpPr>
              <p:cNvPr id="214" name="Google Shape;214;p83"/>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3"/>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6" name="Google Shape;216;p83"/>
            <p:cNvGrpSpPr/>
            <p:nvPr/>
          </p:nvGrpSpPr>
          <p:grpSpPr>
            <a:xfrm>
              <a:off x="684661" y="2427986"/>
              <a:ext cx="896486" cy="379271"/>
              <a:chOff x="684661" y="2427986"/>
              <a:chExt cx="896486" cy="379271"/>
            </a:xfrm>
          </p:grpSpPr>
          <p:sp>
            <p:nvSpPr>
              <p:cNvPr id="217" name="Google Shape;217;p83"/>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3"/>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83"/>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83"/>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83"/>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83"/>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83"/>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83"/>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83"/>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83"/>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83"/>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83"/>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83"/>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83"/>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83"/>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83"/>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3"/>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83"/>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83"/>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83"/>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3"/>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83"/>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83"/>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240" name="Google Shape;240;p83"/>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241" name="Google Shape;241;p83"/>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242" name="Google Shape;242;p83"/>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243" name="Google Shape;243;p83"/>
          <p:cNvSpPr/>
          <p:nvPr/>
        </p:nvSpPr>
        <p:spPr>
          <a:xfrm>
            <a:off x="37301" y="63763"/>
            <a:ext cx="215112" cy="3956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244" name="Google Shape;244;p83"/>
          <p:cNvSpPr txBox="1"/>
          <p:nvPr>
            <p:ph type="title"/>
          </p:nvPr>
        </p:nvSpPr>
        <p:spPr>
          <a:xfrm>
            <a:off x="281238" y="1830663"/>
            <a:ext cx="5266122" cy="554107"/>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tile Slide_Black with full wave_Option 1">
  <p:cSld name="1_Ttile Slide_Black with full wave_Option 1">
    <p:bg>
      <p:bgPr>
        <a:solidFill>
          <a:schemeClr val="dk1"/>
        </a:solidFill>
      </p:bgPr>
    </p:bg>
    <p:spTree>
      <p:nvGrpSpPr>
        <p:cNvPr id="245" name="Shape 245"/>
        <p:cNvGrpSpPr/>
        <p:nvPr/>
      </p:nvGrpSpPr>
      <p:grpSpPr>
        <a:xfrm>
          <a:off x="0" y="0"/>
          <a:ext cx="0" cy="0"/>
          <a:chOff x="0" y="0"/>
          <a:chExt cx="0" cy="0"/>
        </a:xfrm>
      </p:grpSpPr>
      <p:sp>
        <p:nvSpPr>
          <p:cNvPr id="246" name="Google Shape;246;p84"/>
          <p:cNvSpPr txBox="1"/>
          <p:nvPr>
            <p:ph type="title"/>
          </p:nvPr>
        </p:nvSpPr>
        <p:spPr>
          <a:xfrm>
            <a:off x="281238" y="1792563"/>
            <a:ext cx="5266122" cy="554107"/>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lt1"/>
              </a:buClr>
              <a:buSzPts val="3200"/>
              <a:buFont typeface="Calibri"/>
              <a:buNone/>
              <a:defRPr b="0"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7" name="Google Shape;247;p84"/>
          <p:cNvSpPr txBox="1"/>
          <p:nvPr>
            <p:ph idx="1" type="body"/>
          </p:nvPr>
        </p:nvSpPr>
        <p:spPr>
          <a:xfrm>
            <a:off x="281238" y="2450699"/>
            <a:ext cx="4042988" cy="33855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48" name="Google Shape;248;p84"/>
          <p:cNvGrpSpPr/>
          <p:nvPr/>
        </p:nvGrpSpPr>
        <p:grpSpPr>
          <a:xfrm>
            <a:off x="8317445" y="159185"/>
            <a:ext cx="507652" cy="451747"/>
            <a:chOff x="8599610" y="2333965"/>
            <a:chExt cx="542618" cy="474759"/>
          </a:xfrm>
        </p:grpSpPr>
        <p:sp>
          <p:nvSpPr>
            <p:cNvPr id="249" name="Google Shape;249;p84"/>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84"/>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84"/>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84"/>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84"/>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84"/>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84"/>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6" name="Google Shape;256;p84"/>
          <p:cNvGrpSpPr/>
          <p:nvPr/>
        </p:nvGrpSpPr>
        <p:grpSpPr>
          <a:xfrm>
            <a:off x="268664" y="1151426"/>
            <a:ext cx="1475212" cy="352265"/>
            <a:chOff x="0" y="2427986"/>
            <a:chExt cx="1581147" cy="380839"/>
          </a:xfrm>
        </p:grpSpPr>
        <p:grpSp>
          <p:nvGrpSpPr>
            <p:cNvPr id="257" name="Google Shape;257;p84"/>
            <p:cNvGrpSpPr/>
            <p:nvPr/>
          </p:nvGrpSpPr>
          <p:grpSpPr>
            <a:xfrm>
              <a:off x="0" y="2428340"/>
              <a:ext cx="605264" cy="380485"/>
              <a:chOff x="0" y="2428340"/>
              <a:chExt cx="605264" cy="380485"/>
            </a:xfrm>
          </p:grpSpPr>
          <p:sp>
            <p:nvSpPr>
              <p:cNvPr id="258" name="Google Shape;258;p84"/>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84"/>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0" name="Google Shape;260;p84"/>
            <p:cNvGrpSpPr/>
            <p:nvPr/>
          </p:nvGrpSpPr>
          <p:grpSpPr>
            <a:xfrm>
              <a:off x="684661" y="2427986"/>
              <a:ext cx="896486" cy="379271"/>
              <a:chOff x="684661" y="2427986"/>
              <a:chExt cx="896486" cy="379271"/>
            </a:xfrm>
          </p:grpSpPr>
          <p:sp>
            <p:nvSpPr>
              <p:cNvPr id="261" name="Google Shape;261;p84"/>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84"/>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84"/>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84"/>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84"/>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84"/>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84"/>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84"/>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84"/>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84"/>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84"/>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84"/>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84"/>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84"/>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84"/>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84"/>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84"/>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84"/>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84"/>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84"/>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84"/>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84"/>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84"/>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284" name="Google Shape;284;p84"/>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285" name="Google Shape;285;p84"/>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286" name="Google Shape;286;p84"/>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287" name="Google Shape;287;p84"/>
          <p:cNvSpPr/>
          <p:nvPr/>
        </p:nvSpPr>
        <p:spPr>
          <a:xfrm>
            <a:off x="37301" y="63763"/>
            <a:ext cx="215112" cy="39566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White with Medium wave">
  <p:cSld name="1_White with Medium wave">
    <p:bg>
      <p:bgPr>
        <a:gradFill>
          <a:gsLst>
            <a:gs pos="0">
              <a:schemeClr val="dk1"/>
            </a:gs>
            <a:gs pos="35000">
              <a:srgbClr val="142233"/>
            </a:gs>
            <a:gs pos="100000">
              <a:srgbClr val="4E84C4"/>
            </a:gs>
          </a:gsLst>
          <a:lin ang="5400000" scaled="0"/>
        </a:gradFill>
      </p:bgPr>
    </p:bg>
    <p:spTree>
      <p:nvGrpSpPr>
        <p:cNvPr id="288" name="Shape 288"/>
        <p:cNvGrpSpPr/>
        <p:nvPr/>
      </p:nvGrpSpPr>
      <p:grpSpPr>
        <a:xfrm>
          <a:off x="0" y="0"/>
          <a:ext cx="0" cy="0"/>
          <a:chOff x="0" y="0"/>
          <a:chExt cx="0" cy="0"/>
        </a:xfrm>
      </p:grpSpPr>
      <p:sp>
        <p:nvSpPr>
          <p:cNvPr id="289" name="Google Shape;289;p85"/>
          <p:cNvSpPr/>
          <p:nvPr/>
        </p:nvSpPr>
        <p:spPr>
          <a:xfrm>
            <a:off x="0" y="0"/>
            <a:ext cx="9144000" cy="5143500"/>
          </a:xfrm>
          <a:prstGeom prst="rect">
            <a:avLst/>
          </a:prstGeom>
          <a:gradFill>
            <a:gsLst>
              <a:gs pos="0">
                <a:schemeClr val="dk1"/>
              </a:gs>
              <a:gs pos="35000">
                <a:srgbClr val="142233"/>
              </a:gs>
              <a:gs pos="100000">
                <a:srgbClr val="4E84C4"/>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85"/>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lvl1pPr lvl="0" marR="0" rtl="0" algn="l">
              <a:lnSpc>
                <a:spcPct val="100000"/>
              </a:lnSpc>
              <a:spcBef>
                <a:spcPts val="0"/>
              </a:spcBef>
              <a:spcAft>
                <a:spcPts val="0"/>
              </a:spcAft>
              <a:buClr>
                <a:schemeClr val="lt1"/>
              </a:buClr>
              <a:buSzPts val="3200"/>
              <a:buFont typeface="Calibri"/>
              <a:buNone/>
              <a:defRPr b="0"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1" name="Google Shape;291;p85"/>
          <p:cNvSpPr txBox="1"/>
          <p:nvPr>
            <p:ph idx="1" type="body"/>
          </p:nvPr>
        </p:nvSpPr>
        <p:spPr>
          <a:xfrm>
            <a:off x="281238" y="2203049"/>
            <a:ext cx="4042988" cy="33855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chemeClr val="lt1"/>
              </a:buClr>
              <a:buSzPts val="2200"/>
              <a:buFont typeface="Arial"/>
              <a:buNone/>
              <a:defRPr b="0" i="0" sz="22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2" name="Google Shape;292;p85"/>
          <p:cNvSpPr/>
          <p:nvPr/>
        </p:nvSpPr>
        <p:spPr>
          <a:xfrm>
            <a:off x="0" y="0"/>
            <a:ext cx="9144000" cy="5143500"/>
          </a:xfrm>
          <a:prstGeom prst="rect">
            <a:avLst/>
          </a:prstGeom>
          <a:noFill/>
          <a:ln>
            <a:noFill/>
          </a:ln>
        </p:spPr>
      </p:sp>
      <p:grpSp>
        <p:nvGrpSpPr>
          <p:cNvPr id="293" name="Google Shape;293;p85"/>
          <p:cNvGrpSpPr/>
          <p:nvPr/>
        </p:nvGrpSpPr>
        <p:grpSpPr>
          <a:xfrm>
            <a:off x="8317445" y="159185"/>
            <a:ext cx="507652" cy="451747"/>
            <a:chOff x="8599610" y="2333965"/>
            <a:chExt cx="542618" cy="474759"/>
          </a:xfrm>
        </p:grpSpPr>
        <p:sp>
          <p:nvSpPr>
            <p:cNvPr id="294" name="Google Shape;294;p85"/>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85"/>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85"/>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85"/>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85"/>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85"/>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85"/>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1" name="Google Shape;301;p85"/>
          <p:cNvGrpSpPr/>
          <p:nvPr/>
        </p:nvGrpSpPr>
        <p:grpSpPr>
          <a:xfrm>
            <a:off x="268664" y="1151426"/>
            <a:ext cx="1475212" cy="352265"/>
            <a:chOff x="0" y="2427986"/>
            <a:chExt cx="1581147" cy="380839"/>
          </a:xfrm>
        </p:grpSpPr>
        <p:grpSp>
          <p:nvGrpSpPr>
            <p:cNvPr id="302" name="Google Shape;302;p85"/>
            <p:cNvGrpSpPr/>
            <p:nvPr/>
          </p:nvGrpSpPr>
          <p:grpSpPr>
            <a:xfrm>
              <a:off x="0" y="2428340"/>
              <a:ext cx="605264" cy="380485"/>
              <a:chOff x="0" y="2428340"/>
              <a:chExt cx="605264" cy="380485"/>
            </a:xfrm>
          </p:grpSpPr>
          <p:sp>
            <p:nvSpPr>
              <p:cNvPr id="303" name="Google Shape;303;p85"/>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85"/>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5" name="Google Shape;305;p85"/>
            <p:cNvGrpSpPr/>
            <p:nvPr/>
          </p:nvGrpSpPr>
          <p:grpSpPr>
            <a:xfrm>
              <a:off x="684661" y="2427986"/>
              <a:ext cx="896486" cy="379271"/>
              <a:chOff x="684661" y="2427986"/>
              <a:chExt cx="896486" cy="379271"/>
            </a:xfrm>
          </p:grpSpPr>
          <p:sp>
            <p:nvSpPr>
              <p:cNvPr id="306" name="Google Shape;306;p85"/>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85"/>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85"/>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85"/>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85"/>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5"/>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85"/>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85"/>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85"/>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85"/>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85"/>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85"/>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85"/>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5"/>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85"/>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85"/>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85"/>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85"/>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85"/>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85"/>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85"/>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85"/>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85"/>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376" name="Shape 376"/>
        <p:cNvGrpSpPr/>
        <p:nvPr/>
      </p:nvGrpSpPr>
      <p:grpSpPr>
        <a:xfrm>
          <a:off x="0" y="0"/>
          <a:ext cx="0" cy="0"/>
          <a:chOff x="0" y="0"/>
          <a:chExt cx="0" cy="0"/>
        </a:xfrm>
      </p:grpSpPr>
      <p:sp>
        <p:nvSpPr>
          <p:cNvPr id="377" name="Google Shape;377;p8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78" name="Google Shape;378;p88"/>
          <p:cNvSpPr/>
          <p:nvPr/>
        </p:nvSpPr>
        <p:spPr>
          <a:xfrm>
            <a:off x="71120" y="4552950"/>
            <a:ext cx="9011920" cy="59055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379" name="Shape 379"/>
        <p:cNvGrpSpPr/>
        <p:nvPr/>
      </p:nvGrpSpPr>
      <p:grpSpPr>
        <a:xfrm>
          <a:off x="0" y="0"/>
          <a:ext cx="0" cy="0"/>
          <a:chOff x="0" y="0"/>
          <a:chExt cx="0" cy="0"/>
        </a:xfrm>
      </p:grpSpPr>
      <p:sp>
        <p:nvSpPr>
          <p:cNvPr id="380" name="Google Shape;380;p9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81" name="Google Shape;381;p96"/>
          <p:cNvSpPr/>
          <p:nvPr/>
        </p:nvSpPr>
        <p:spPr>
          <a:xfrm>
            <a:off x="71120" y="4552950"/>
            <a:ext cx="9011920" cy="59055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382" name="Google Shape;382;p96"/>
          <p:cNvGrpSpPr/>
          <p:nvPr/>
        </p:nvGrpSpPr>
        <p:grpSpPr>
          <a:xfrm>
            <a:off x="268664" y="159185"/>
            <a:ext cx="8556433" cy="451747"/>
            <a:chOff x="268664" y="159185"/>
            <a:chExt cx="8593932" cy="453727"/>
          </a:xfrm>
        </p:grpSpPr>
        <p:grpSp>
          <p:nvGrpSpPr>
            <p:cNvPr id="383" name="Google Shape;383;p96"/>
            <p:cNvGrpSpPr/>
            <p:nvPr/>
          </p:nvGrpSpPr>
          <p:grpSpPr>
            <a:xfrm>
              <a:off x="268664" y="259103"/>
              <a:ext cx="1481677" cy="353809"/>
              <a:chOff x="0" y="2427986"/>
              <a:chExt cx="1581147" cy="380839"/>
            </a:xfrm>
          </p:grpSpPr>
          <p:grpSp>
            <p:nvGrpSpPr>
              <p:cNvPr id="384" name="Google Shape;384;p96"/>
              <p:cNvGrpSpPr/>
              <p:nvPr/>
            </p:nvGrpSpPr>
            <p:grpSpPr>
              <a:xfrm>
                <a:off x="0" y="2428340"/>
                <a:ext cx="605264" cy="380485"/>
                <a:chOff x="0" y="2428340"/>
                <a:chExt cx="605264" cy="380485"/>
              </a:xfrm>
            </p:grpSpPr>
            <p:sp>
              <p:nvSpPr>
                <p:cNvPr id="385" name="Google Shape;385;p96"/>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96"/>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7" name="Google Shape;387;p96"/>
              <p:cNvGrpSpPr/>
              <p:nvPr/>
            </p:nvGrpSpPr>
            <p:grpSpPr>
              <a:xfrm>
                <a:off x="684661" y="2427986"/>
                <a:ext cx="896486" cy="379271"/>
                <a:chOff x="684661" y="2427986"/>
                <a:chExt cx="896486" cy="379271"/>
              </a:xfrm>
            </p:grpSpPr>
            <p:sp>
              <p:nvSpPr>
                <p:cNvPr id="388" name="Google Shape;388;p96"/>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96"/>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96"/>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96"/>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96"/>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96"/>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96"/>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96"/>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96"/>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96"/>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96"/>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96"/>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96"/>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96"/>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96"/>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96"/>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96"/>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96"/>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96"/>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96"/>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96"/>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96"/>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96"/>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411" name="Google Shape;411;p96"/>
            <p:cNvGrpSpPr/>
            <p:nvPr/>
          </p:nvGrpSpPr>
          <p:grpSpPr>
            <a:xfrm>
              <a:off x="8352719" y="159185"/>
              <a:ext cx="509877" cy="453727"/>
              <a:chOff x="8599610" y="2333965"/>
              <a:chExt cx="542618" cy="474759"/>
            </a:xfrm>
          </p:grpSpPr>
          <p:sp>
            <p:nvSpPr>
              <p:cNvPr id="412" name="Google Shape;412;p96"/>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96"/>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96"/>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96"/>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96"/>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96"/>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96"/>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419" name="Google Shape;419;p96"/>
          <p:cNvSpPr/>
          <p:nvPr/>
        </p:nvSpPr>
        <p:spPr>
          <a:xfrm>
            <a:off x="0" y="0"/>
            <a:ext cx="9144000" cy="51435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bg>
      <p:bgPr>
        <a:gradFill>
          <a:gsLst>
            <a:gs pos="0">
              <a:srgbClr val="000000"/>
            </a:gs>
            <a:gs pos="100000">
              <a:schemeClr val="dk1"/>
            </a:gs>
          </a:gsLst>
          <a:path path="circle">
            <a:fillToRect b="100%" l="100%" r="0%" t="0%"/>
          </a:path>
          <a:tileRect b="0%" l="0%" r="-100%" t="-100%"/>
        </a:gradFill>
      </p:bgPr>
    </p:bg>
    <p:spTree>
      <p:nvGrpSpPr>
        <p:cNvPr id="420" name="Shape 420"/>
        <p:cNvGrpSpPr/>
        <p:nvPr/>
      </p:nvGrpSpPr>
      <p:grpSpPr>
        <a:xfrm>
          <a:off x="0" y="0"/>
          <a:ext cx="0" cy="0"/>
          <a:chOff x="0" y="0"/>
          <a:chExt cx="0" cy="0"/>
        </a:xfrm>
      </p:grpSpPr>
      <p:sp>
        <p:nvSpPr>
          <p:cNvPr id="421" name="Google Shape;421;p97"/>
          <p:cNvSpPr/>
          <p:nvPr/>
        </p:nvSpPr>
        <p:spPr>
          <a:xfrm>
            <a:off x="71120" y="4552950"/>
            <a:ext cx="9011920" cy="59055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22" name="Google Shape;422;p97"/>
          <p:cNvSpPr/>
          <p:nvPr/>
        </p:nvSpPr>
        <p:spPr>
          <a:xfrm>
            <a:off x="0" y="-11430"/>
            <a:ext cx="9144000" cy="5166360"/>
          </a:xfrm>
          <a:prstGeom prst="rect">
            <a:avLst/>
          </a:prstGeom>
          <a:gradFill>
            <a:gsLst>
              <a:gs pos="0">
                <a:srgbClr val="4E84C4"/>
              </a:gs>
              <a:gs pos="95000">
                <a:schemeClr val="dk1"/>
              </a:gs>
              <a:gs pos="100000">
                <a:schemeClr val="dk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423" name="Google Shape;423;p97"/>
          <p:cNvGrpSpPr/>
          <p:nvPr/>
        </p:nvGrpSpPr>
        <p:grpSpPr>
          <a:xfrm>
            <a:off x="268664" y="159185"/>
            <a:ext cx="8556433" cy="451747"/>
            <a:chOff x="268664" y="159185"/>
            <a:chExt cx="8593932" cy="453727"/>
          </a:xfrm>
        </p:grpSpPr>
        <p:grpSp>
          <p:nvGrpSpPr>
            <p:cNvPr id="424" name="Google Shape;424;p97"/>
            <p:cNvGrpSpPr/>
            <p:nvPr/>
          </p:nvGrpSpPr>
          <p:grpSpPr>
            <a:xfrm>
              <a:off x="268664" y="259103"/>
              <a:ext cx="1481677" cy="353809"/>
              <a:chOff x="0" y="2427986"/>
              <a:chExt cx="1581147" cy="380839"/>
            </a:xfrm>
          </p:grpSpPr>
          <p:grpSp>
            <p:nvGrpSpPr>
              <p:cNvPr id="425" name="Google Shape;425;p97"/>
              <p:cNvGrpSpPr/>
              <p:nvPr/>
            </p:nvGrpSpPr>
            <p:grpSpPr>
              <a:xfrm>
                <a:off x="0" y="2428340"/>
                <a:ext cx="605264" cy="380485"/>
                <a:chOff x="0" y="2428340"/>
                <a:chExt cx="605264" cy="380485"/>
              </a:xfrm>
            </p:grpSpPr>
            <p:sp>
              <p:nvSpPr>
                <p:cNvPr id="426" name="Google Shape;426;p97"/>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97"/>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8" name="Google Shape;428;p97"/>
              <p:cNvGrpSpPr/>
              <p:nvPr/>
            </p:nvGrpSpPr>
            <p:grpSpPr>
              <a:xfrm>
                <a:off x="684661" y="2427986"/>
                <a:ext cx="896486" cy="379271"/>
                <a:chOff x="684661" y="2427986"/>
                <a:chExt cx="896486" cy="379271"/>
              </a:xfrm>
            </p:grpSpPr>
            <p:sp>
              <p:nvSpPr>
                <p:cNvPr id="429" name="Google Shape;429;p97"/>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97"/>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97"/>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97"/>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97"/>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97"/>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97"/>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97"/>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97"/>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97"/>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97"/>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97"/>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97"/>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97"/>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97"/>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97"/>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97"/>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97"/>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97"/>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97"/>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97"/>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97"/>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97"/>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452" name="Google Shape;452;p97"/>
            <p:cNvGrpSpPr/>
            <p:nvPr/>
          </p:nvGrpSpPr>
          <p:grpSpPr>
            <a:xfrm>
              <a:off x="8352719" y="159185"/>
              <a:ext cx="509877" cy="453727"/>
              <a:chOff x="8599610" y="2333965"/>
              <a:chExt cx="542618" cy="474759"/>
            </a:xfrm>
          </p:grpSpPr>
          <p:sp>
            <p:nvSpPr>
              <p:cNvPr id="453" name="Google Shape;453;p97"/>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97"/>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97"/>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97"/>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97"/>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97"/>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97"/>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460" name="Google Shape;460;p97"/>
          <p:cNvSpPr/>
          <p:nvPr/>
        </p:nvSpPr>
        <p:spPr>
          <a:xfrm>
            <a:off x="0" y="0"/>
            <a:ext cx="91440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61" name="Shape 461"/>
        <p:cNvGrpSpPr/>
        <p:nvPr/>
      </p:nvGrpSpPr>
      <p:grpSpPr>
        <a:xfrm>
          <a:off x="0" y="0"/>
          <a:ext cx="0" cy="0"/>
          <a:chOff x="0" y="0"/>
          <a:chExt cx="0" cy="0"/>
        </a:xfrm>
      </p:grpSpPr>
      <p:sp>
        <p:nvSpPr>
          <p:cNvPr id="462" name="Google Shape;462;p9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1" sz="800">
                <a:solidFill>
                  <a:srgbClr val="A5A5A5"/>
                </a:solidFill>
                <a:latin typeface="Calibri"/>
                <a:ea typeface="Calibri"/>
                <a:cs typeface="Calibri"/>
                <a:sym typeface="Calibri"/>
              </a:defRPr>
            </a:lvl1pPr>
            <a:lvl2pPr indent="0" lvl="1" marL="0" algn="ctr">
              <a:spcBef>
                <a:spcPts val="0"/>
              </a:spcBef>
              <a:buNone/>
              <a:defRPr b="1" sz="800">
                <a:solidFill>
                  <a:srgbClr val="A5A5A5"/>
                </a:solidFill>
                <a:latin typeface="Calibri"/>
                <a:ea typeface="Calibri"/>
                <a:cs typeface="Calibri"/>
                <a:sym typeface="Calibri"/>
              </a:defRPr>
            </a:lvl2pPr>
            <a:lvl3pPr indent="0" lvl="2" marL="0" algn="ctr">
              <a:spcBef>
                <a:spcPts val="0"/>
              </a:spcBef>
              <a:buNone/>
              <a:defRPr b="1" sz="800">
                <a:solidFill>
                  <a:srgbClr val="A5A5A5"/>
                </a:solidFill>
                <a:latin typeface="Calibri"/>
                <a:ea typeface="Calibri"/>
                <a:cs typeface="Calibri"/>
                <a:sym typeface="Calibri"/>
              </a:defRPr>
            </a:lvl3pPr>
            <a:lvl4pPr indent="0" lvl="3" marL="0" algn="ctr">
              <a:spcBef>
                <a:spcPts val="0"/>
              </a:spcBef>
              <a:buNone/>
              <a:defRPr b="1" sz="800">
                <a:solidFill>
                  <a:srgbClr val="A5A5A5"/>
                </a:solidFill>
                <a:latin typeface="Calibri"/>
                <a:ea typeface="Calibri"/>
                <a:cs typeface="Calibri"/>
                <a:sym typeface="Calibri"/>
              </a:defRPr>
            </a:lvl4pPr>
            <a:lvl5pPr indent="0" lvl="4" marL="0" algn="ctr">
              <a:spcBef>
                <a:spcPts val="0"/>
              </a:spcBef>
              <a:buNone/>
              <a:defRPr b="1" sz="800">
                <a:solidFill>
                  <a:srgbClr val="A5A5A5"/>
                </a:solidFill>
                <a:latin typeface="Calibri"/>
                <a:ea typeface="Calibri"/>
                <a:cs typeface="Calibri"/>
                <a:sym typeface="Calibri"/>
              </a:defRPr>
            </a:lvl5pPr>
            <a:lvl6pPr indent="0" lvl="5" marL="0" algn="ctr">
              <a:spcBef>
                <a:spcPts val="0"/>
              </a:spcBef>
              <a:buNone/>
              <a:defRPr b="1" sz="800">
                <a:solidFill>
                  <a:srgbClr val="A5A5A5"/>
                </a:solidFill>
                <a:latin typeface="Calibri"/>
                <a:ea typeface="Calibri"/>
                <a:cs typeface="Calibri"/>
                <a:sym typeface="Calibri"/>
              </a:defRPr>
            </a:lvl6pPr>
            <a:lvl7pPr indent="0" lvl="6" marL="0" algn="ctr">
              <a:spcBef>
                <a:spcPts val="0"/>
              </a:spcBef>
              <a:buNone/>
              <a:defRPr b="1" sz="800">
                <a:solidFill>
                  <a:srgbClr val="A5A5A5"/>
                </a:solidFill>
                <a:latin typeface="Calibri"/>
                <a:ea typeface="Calibri"/>
                <a:cs typeface="Calibri"/>
                <a:sym typeface="Calibri"/>
              </a:defRPr>
            </a:lvl7pPr>
            <a:lvl8pPr indent="0" lvl="7" marL="0" algn="ctr">
              <a:spcBef>
                <a:spcPts val="0"/>
              </a:spcBef>
              <a:buNone/>
              <a:defRPr b="1" sz="800">
                <a:solidFill>
                  <a:srgbClr val="A5A5A5"/>
                </a:solidFill>
                <a:latin typeface="Calibri"/>
                <a:ea typeface="Calibri"/>
                <a:cs typeface="Calibri"/>
                <a:sym typeface="Calibri"/>
              </a:defRPr>
            </a:lvl8pPr>
            <a:lvl9pPr indent="0" lvl="8" marL="0" algn="ctr">
              <a:spcBef>
                <a:spcPts val="0"/>
              </a:spcBef>
              <a:buNone/>
              <a:defRPr b="1" sz="800">
                <a:solidFill>
                  <a:srgbClr val="A5A5A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63" name="Google Shape;463;p9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4" name="Google Shape;464;p9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65" name="Shape 465"/>
        <p:cNvGrpSpPr/>
        <p:nvPr/>
      </p:nvGrpSpPr>
      <p:grpSpPr>
        <a:xfrm>
          <a:off x="0" y="0"/>
          <a:ext cx="0" cy="0"/>
          <a:chOff x="0" y="0"/>
          <a:chExt cx="0" cy="0"/>
        </a:xfrm>
      </p:grpSpPr>
      <p:sp>
        <p:nvSpPr>
          <p:cNvPr id="466" name="Google Shape;466;p107"/>
          <p:cNvSpPr txBox="1"/>
          <p:nvPr>
            <p:ph idx="1" type="body"/>
          </p:nvPr>
        </p:nvSpPr>
        <p:spPr>
          <a:xfrm>
            <a:off x="192992" y="1066799"/>
            <a:ext cx="7886700" cy="31489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o"/>
              <a:defRPr/>
            </a:lvl4pPr>
            <a:lvl5pPr indent="-330200" lvl="4" marL="2286000" algn="l">
              <a:lnSpc>
                <a:spcPct val="90000"/>
              </a:lnSpc>
              <a:spcBef>
                <a:spcPts val="500"/>
              </a:spcBef>
              <a:spcAft>
                <a:spcPts val="0"/>
              </a:spcAft>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10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1" sz="800">
                <a:solidFill>
                  <a:srgbClr val="A5A5A5"/>
                </a:solidFill>
                <a:latin typeface="Calibri"/>
                <a:ea typeface="Calibri"/>
                <a:cs typeface="Calibri"/>
                <a:sym typeface="Calibri"/>
              </a:defRPr>
            </a:lvl1pPr>
            <a:lvl2pPr indent="0" lvl="1" marL="0" algn="ctr">
              <a:spcBef>
                <a:spcPts val="0"/>
              </a:spcBef>
              <a:buNone/>
              <a:defRPr b="1" sz="800">
                <a:solidFill>
                  <a:srgbClr val="A5A5A5"/>
                </a:solidFill>
                <a:latin typeface="Calibri"/>
                <a:ea typeface="Calibri"/>
                <a:cs typeface="Calibri"/>
                <a:sym typeface="Calibri"/>
              </a:defRPr>
            </a:lvl2pPr>
            <a:lvl3pPr indent="0" lvl="2" marL="0" algn="ctr">
              <a:spcBef>
                <a:spcPts val="0"/>
              </a:spcBef>
              <a:buNone/>
              <a:defRPr b="1" sz="800">
                <a:solidFill>
                  <a:srgbClr val="A5A5A5"/>
                </a:solidFill>
                <a:latin typeface="Calibri"/>
                <a:ea typeface="Calibri"/>
                <a:cs typeface="Calibri"/>
                <a:sym typeface="Calibri"/>
              </a:defRPr>
            </a:lvl3pPr>
            <a:lvl4pPr indent="0" lvl="3" marL="0" algn="ctr">
              <a:spcBef>
                <a:spcPts val="0"/>
              </a:spcBef>
              <a:buNone/>
              <a:defRPr b="1" sz="800">
                <a:solidFill>
                  <a:srgbClr val="A5A5A5"/>
                </a:solidFill>
                <a:latin typeface="Calibri"/>
                <a:ea typeface="Calibri"/>
                <a:cs typeface="Calibri"/>
                <a:sym typeface="Calibri"/>
              </a:defRPr>
            </a:lvl4pPr>
            <a:lvl5pPr indent="0" lvl="4" marL="0" algn="ctr">
              <a:spcBef>
                <a:spcPts val="0"/>
              </a:spcBef>
              <a:buNone/>
              <a:defRPr b="1" sz="800">
                <a:solidFill>
                  <a:srgbClr val="A5A5A5"/>
                </a:solidFill>
                <a:latin typeface="Calibri"/>
                <a:ea typeface="Calibri"/>
                <a:cs typeface="Calibri"/>
                <a:sym typeface="Calibri"/>
              </a:defRPr>
            </a:lvl5pPr>
            <a:lvl6pPr indent="0" lvl="5" marL="0" algn="ctr">
              <a:spcBef>
                <a:spcPts val="0"/>
              </a:spcBef>
              <a:buNone/>
              <a:defRPr b="1" sz="800">
                <a:solidFill>
                  <a:srgbClr val="A5A5A5"/>
                </a:solidFill>
                <a:latin typeface="Calibri"/>
                <a:ea typeface="Calibri"/>
                <a:cs typeface="Calibri"/>
                <a:sym typeface="Calibri"/>
              </a:defRPr>
            </a:lvl6pPr>
            <a:lvl7pPr indent="0" lvl="6" marL="0" algn="ctr">
              <a:spcBef>
                <a:spcPts val="0"/>
              </a:spcBef>
              <a:buNone/>
              <a:defRPr b="1" sz="800">
                <a:solidFill>
                  <a:srgbClr val="A5A5A5"/>
                </a:solidFill>
                <a:latin typeface="Calibri"/>
                <a:ea typeface="Calibri"/>
                <a:cs typeface="Calibri"/>
                <a:sym typeface="Calibri"/>
              </a:defRPr>
            </a:lvl7pPr>
            <a:lvl8pPr indent="0" lvl="7" marL="0" algn="ctr">
              <a:spcBef>
                <a:spcPts val="0"/>
              </a:spcBef>
              <a:buNone/>
              <a:defRPr b="1" sz="800">
                <a:solidFill>
                  <a:srgbClr val="A5A5A5"/>
                </a:solidFill>
                <a:latin typeface="Calibri"/>
                <a:ea typeface="Calibri"/>
                <a:cs typeface="Calibri"/>
                <a:sym typeface="Calibri"/>
              </a:defRPr>
            </a:lvl8pPr>
            <a:lvl9pPr indent="0" lvl="8" marL="0" algn="ctr">
              <a:spcBef>
                <a:spcPts val="0"/>
              </a:spcBef>
              <a:buNone/>
              <a:defRPr b="1" sz="800">
                <a:solidFill>
                  <a:srgbClr val="A5A5A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68" name="Google Shape;468;p10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9" name="Google Shape;469;p10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70" name="Shape 470"/>
        <p:cNvGrpSpPr/>
        <p:nvPr/>
      </p:nvGrpSpPr>
      <p:grpSpPr>
        <a:xfrm>
          <a:off x="0" y="0"/>
          <a:ext cx="0" cy="0"/>
          <a:chOff x="0" y="0"/>
          <a:chExt cx="0" cy="0"/>
        </a:xfrm>
      </p:grpSpPr>
      <p:sp>
        <p:nvSpPr>
          <p:cNvPr id="471" name="Google Shape;471;p10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472" name="Google Shape;472;p10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ile Slide_Black with full wave_Option 1">
  <p:cSld name="Ttile Slide_Black with full wave_Option 1">
    <p:bg>
      <p:bgPr>
        <a:solidFill>
          <a:schemeClr val="dk1"/>
        </a:solidFill>
      </p:bgPr>
    </p:bg>
    <p:spTree>
      <p:nvGrpSpPr>
        <p:cNvPr id="474" name="Shape 474"/>
        <p:cNvGrpSpPr/>
        <p:nvPr/>
      </p:nvGrpSpPr>
      <p:grpSpPr>
        <a:xfrm>
          <a:off x="0" y="0"/>
          <a:ext cx="0" cy="0"/>
          <a:chOff x="0" y="0"/>
          <a:chExt cx="0" cy="0"/>
        </a:xfrm>
      </p:grpSpPr>
      <p:sp>
        <p:nvSpPr>
          <p:cNvPr id="475" name="Google Shape;475;p90"/>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lvl1pPr lvl="0" marR="0" rtl="0" algn="l">
              <a:lnSpc>
                <a:spcPct val="100000"/>
              </a:lnSpc>
              <a:spcBef>
                <a:spcPts val="0"/>
              </a:spcBef>
              <a:spcAft>
                <a:spcPts val="0"/>
              </a:spcAft>
              <a:buClr>
                <a:schemeClr val="lt1"/>
              </a:buClr>
              <a:buSzPts val="3200"/>
              <a:buFont typeface="Calibri"/>
              <a:buNone/>
              <a:defRPr b="0"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6" name="Google Shape;476;p90"/>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477" name="Google Shape;477;p90"/>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478" name="Google Shape;478;p90"/>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479" name="Google Shape;479;p90"/>
          <p:cNvSpPr/>
          <p:nvPr/>
        </p:nvSpPr>
        <p:spPr>
          <a:xfrm>
            <a:off x="37301" y="63763"/>
            <a:ext cx="215112" cy="39566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grpSp>
        <p:nvGrpSpPr>
          <p:cNvPr id="480" name="Google Shape;480;p90"/>
          <p:cNvGrpSpPr/>
          <p:nvPr/>
        </p:nvGrpSpPr>
        <p:grpSpPr>
          <a:xfrm>
            <a:off x="268664" y="159185"/>
            <a:ext cx="8556433" cy="451747"/>
            <a:chOff x="268664" y="159185"/>
            <a:chExt cx="8593932" cy="453727"/>
          </a:xfrm>
        </p:grpSpPr>
        <p:grpSp>
          <p:nvGrpSpPr>
            <p:cNvPr id="481" name="Google Shape;481;p90"/>
            <p:cNvGrpSpPr/>
            <p:nvPr/>
          </p:nvGrpSpPr>
          <p:grpSpPr>
            <a:xfrm>
              <a:off x="268664" y="259103"/>
              <a:ext cx="1481677" cy="353809"/>
              <a:chOff x="0" y="2427986"/>
              <a:chExt cx="1581147" cy="380839"/>
            </a:xfrm>
          </p:grpSpPr>
          <p:grpSp>
            <p:nvGrpSpPr>
              <p:cNvPr id="482" name="Google Shape;482;p90"/>
              <p:cNvGrpSpPr/>
              <p:nvPr/>
            </p:nvGrpSpPr>
            <p:grpSpPr>
              <a:xfrm>
                <a:off x="0" y="2428340"/>
                <a:ext cx="605264" cy="380485"/>
                <a:chOff x="0" y="2428340"/>
                <a:chExt cx="605264" cy="380485"/>
              </a:xfrm>
            </p:grpSpPr>
            <p:sp>
              <p:nvSpPr>
                <p:cNvPr id="483" name="Google Shape;483;p90"/>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90"/>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5" name="Google Shape;485;p90"/>
              <p:cNvGrpSpPr/>
              <p:nvPr/>
            </p:nvGrpSpPr>
            <p:grpSpPr>
              <a:xfrm>
                <a:off x="684661" y="2427986"/>
                <a:ext cx="896486" cy="379271"/>
                <a:chOff x="684661" y="2427986"/>
                <a:chExt cx="896486" cy="379271"/>
              </a:xfrm>
            </p:grpSpPr>
            <p:sp>
              <p:nvSpPr>
                <p:cNvPr id="486" name="Google Shape;486;p90"/>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90"/>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90"/>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90"/>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90"/>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90"/>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90"/>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90"/>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90"/>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90"/>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90"/>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90"/>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90"/>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90"/>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90"/>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90"/>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90"/>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90"/>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90"/>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90"/>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90"/>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90"/>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90"/>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509" name="Google Shape;509;p90"/>
            <p:cNvGrpSpPr/>
            <p:nvPr/>
          </p:nvGrpSpPr>
          <p:grpSpPr>
            <a:xfrm>
              <a:off x="8352719" y="159185"/>
              <a:ext cx="509877" cy="453727"/>
              <a:chOff x="8599610" y="2333965"/>
              <a:chExt cx="542618" cy="474759"/>
            </a:xfrm>
          </p:grpSpPr>
          <p:sp>
            <p:nvSpPr>
              <p:cNvPr id="510" name="Google Shape;510;p90"/>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90"/>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90"/>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90"/>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90"/>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90"/>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90"/>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517" name="Google Shape;517;p90"/>
          <p:cNvSpPr/>
          <p:nvPr/>
        </p:nvSpPr>
        <p:spPr>
          <a:xfrm>
            <a:off x="228" y="128"/>
            <a:ext cx="9143543" cy="5143243"/>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ith Medium wave">
  <p:cSld name="White with Medium wave">
    <p:spTree>
      <p:nvGrpSpPr>
        <p:cNvPr id="518" name="Shape 518"/>
        <p:cNvGrpSpPr/>
        <p:nvPr/>
      </p:nvGrpSpPr>
      <p:grpSpPr>
        <a:xfrm>
          <a:off x="0" y="0"/>
          <a:ext cx="0" cy="0"/>
          <a:chOff x="0" y="0"/>
          <a:chExt cx="0" cy="0"/>
        </a:xfrm>
      </p:grpSpPr>
      <p:sp>
        <p:nvSpPr>
          <p:cNvPr id="519" name="Google Shape;519;p91"/>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520" name="Google Shape;520;p91"/>
          <p:cNvGrpSpPr/>
          <p:nvPr/>
        </p:nvGrpSpPr>
        <p:grpSpPr>
          <a:xfrm>
            <a:off x="268664" y="159185"/>
            <a:ext cx="8556433" cy="451747"/>
            <a:chOff x="268664" y="159185"/>
            <a:chExt cx="8593932" cy="453727"/>
          </a:xfrm>
        </p:grpSpPr>
        <p:grpSp>
          <p:nvGrpSpPr>
            <p:cNvPr id="521" name="Google Shape;521;p91"/>
            <p:cNvGrpSpPr/>
            <p:nvPr/>
          </p:nvGrpSpPr>
          <p:grpSpPr>
            <a:xfrm>
              <a:off x="268664" y="259103"/>
              <a:ext cx="1481677" cy="353809"/>
              <a:chOff x="0" y="2427986"/>
              <a:chExt cx="1581147" cy="380839"/>
            </a:xfrm>
          </p:grpSpPr>
          <p:grpSp>
            <p:nvGrpSpPr>
              <p:cNvPr id="522" name="Google Shape;522;p91"/>
              <p:cNvGrpSpPr/>
              <p:nvPr/>
            </p:nvGrpSpPr>
            <p:grpSpPr>
              <a:xfrm>
                <a:off x="0" y="2428340"/>
                <a:ext cx="605264" cy="380485"/>
                <a:chOff x="0" y="2428340"/>
                <a:chExt cx="605264" cy="380485"/>
              </a:xfrm>
            </p:grpSpPr>
            <p:sp>
              <p:nvSpPr>
                <p:cNvPr id="523" name="Google Shape;523;p91"/>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91"/>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25" name="Google Shape;525;p91"/>
              <p:cNvGrpSpPr/>
              <p:nvPr/>
            </p:nvGrpSpPr>
            <p:grpSpPr>
              <a:xfrm>
                <a:off x="684661" y="2427986"/>
                <a:ext cx="896486" cy="379271"/>
                <a:chOff x="684661" y="2427986"/>
                <a:chExt cx="896486" cy="379271"/>
              </a:xfrm>
            </p:grpSpPr>
            <p:sp>
              <p:nvSpPr>
                <p:cNvPr id="526" name="Google Shape;526;p91"/>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91"/>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91"/>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91"/>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91"/>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91"/>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91"/>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91"/>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91"/>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91"/>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91"/>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91"/>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91"/>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91"/>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91"/>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91"/>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91"/>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91"/>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91"/>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91"/>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91"/>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91"/>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91"/>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549" name="Google Shape;549;p91"/>
            <p:cNvGrpSpPr/>
            <p:nvPr/>
          </p:nvGrpSpPr>
          <p:grpSpPr>
            <a:xfrm>
              <a:off x="8352719" y="159185"/>
              <a:ext cx="509877" cy="453727"/>
              <a:chOff x="8599610" y="2333965"/>
              <a:chExt cx="542618" cy="474759"/>
            </a:xfrm>
          </p:grpSpPr>
          <p:sp>
            <p:nvSpPr>
              <p:cNvPr id="550" name="Google Shape;550;p91"/>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91"/>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91"/>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91"/>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91"/>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91"/>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91"/>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557" name="Google Shape;557;p91"/>
          <p:cNvSpPr/>
          <p:nvPr/>
        </p:nvSpPr>
        <p:spPr>
          <a:xfrm>
            <a:off x="228" y="128"/>
            <a:ext cx="9143543" cy="5143243"/>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White with Medium wave">
  <p:cSld name="1_White with Medium wave">
    <p:bg>
      <p:bgPr>
        <a:gradFill>
          <a:gsLst>
            <a:gs pos="0">
              <a:schemeClr val="dk1"/>
            </a:gs>
            <a:gs pos="35000">
              <a:srgbClr val="142233"/>
            </a:gs>
            <a:gs pos="100000">
              <a:srgbClr val="4E84C4"/>
            </a:gs>
          </a:gsLst>
          <a:lin ang="0" scaled="0"/>
        </a:gradFill>
      </p:bgPr>
    </p:bg>
    <p:spTree>
      <p:nvGrpSpPr>
        <p:cNvPr id="558" name="Shape 558"/>
        <p:cNvGrpSpPr/>
        <p:nvPr/>
      </p:nvGrpSpPr>
      <p:grpSpPr>
        <a:xfrm>
          <a:off x="0" y="0"/>
          <a:ext cx="0" cy="0"/>
          <a:chOff x="0" y="0"/>
          <a:chExt cx="0" cy="0"/>
        </a:xfrm>
      </p:grpSpPr>
      <p:sp>
        <p:nvSpPr>
          <p:cNvPr id="559" name="Google Shape;559;p92"/>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lvl1pPr lvl="0" marR="0" rtl="0" algn="l">
              <a:lnSpc>
                <a:spcPct val="100000"/>
              </a:lnSpc>
              <a:spcBef>
                <a:spcPts val="0"/>
              </a:spcBef>
              <a:spcAft>
                <a:spcPts val="0"/>
              </a:spcAft>
              <a:buClr>
                <a:schemeClr val="lt1"/>
              </a:buClr>
              <a:buSzPts val="3200"/>
              <a:buFont typeface="Calibri"/>
              <a:buNone/>
              <a:defRPr b="0" i="0" sz="3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560" name="Google Shape;560;p92"/>
          <p:cNvGrpSpPr/>
          <p:nvPr/>
        </p:nvGrpSpPr>
        <p:grpSpPr>
          <a:xfrm>
            <a:off x="268664" y="159185"/>
            <a:ext cx="8556433" cy="451747"/>
            <a:chOff x="268664" y="159185"/>
            <a:chExt cx="8593932" cy="453727"/>
          </a:xfrm>
        </p:grpSpPr>
        <p:grpSp>
          <p:nvGrpSpPr>
            <p:cNvPr id="561" name="Google Shape;561;p92"/>
            <p:cNvGrpSpPr/>
            <p:nvPr/>
          </p:nvGrpSpPr>
          <p:grpSpPr>
            <a:xfrm>
              <a:off x="268664" y="259103"/>
              <a:ext cx="1481677" cy="353809"/>
              <a:chOff x="0" y="2427986"/>
              <a:chExt cx="1581147" cy="380839"/>
            </a:xfrm>
          </p:grpSpPr>
          <p:grpSp>
            <p:nvGrpSpPr>
              <p:cNvPr id="562" name="Google Shape;562;p92"/>
              <p:cNvGrpSpPr/>
              <p:nvPr/>
            </p:nvGrpSpPr>
            <p:grpSpPr>
              <a:xfrm>
                <a:off x="0" y="2428340"/>
                <a:ext cx="605264" cy="380485"/>
                <a:chOff x="0" y="2428340"/>
                <a:chExt cx="605264" cy="380485"/>
              </a:xfrm>
            </p:grpSpPr>
            <p:sp>
              <p:nvSpPr>
                <p:cNvPr id="563" name="Google Shape;563;p92"/>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92"/>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5" name="Google Shape;565;p92"/>
              <p:cNvGrpSpPr/>
              <p:nvPr/>
            </p:nvGrpSpPr>
            <p:grpSpPr>
              <a:xfrm>
                <a:off x="684661" y="2427986"/>
                <a:ext cx="896486" cy="379271"/>
                <a:chOff x="684661" y="2427986"/>
                <a:chExt cx="896486" cy="379271"/>
              </a:xfrm>
            </p:grpSpPr>
            <p:sp>
              <p:nvSpPr>
                <p:cNvPr id="566" name="Google Shape;566;p92"/>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92"/>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92"/>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92"/>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92"/>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92"/>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92"/>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92"/>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92"/>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92"/>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92"/>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92"/>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92"/>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92"/>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92"/>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92"/>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92"/>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92"/>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92"/>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92"/>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92"/>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92"/>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92"/>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589" name="Google Shape;589;p92"/>
            <p:cNvGrpSpPr/>
            <p:nvPr/>
          </p:nvGrpSpPr>
          <p:grpSpPr>
            <a:xfrm>
              <a:off x="8352719" y="159185"/>
              <a:ext cx="509877" cy="453727"/>
              <a:chOff x="8599610" y="2333965"/>
              <a:chExt cx="542618" cy="474759"/>
            </a:xfrm>
          </p:grpSpPr>
          <p:sp>
            <p:nvSpPr>
              <p:cNvPr id="590" name="Google Shape;590;p92"/>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92"/>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92"/>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92"/>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92"/>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92"/>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92"/>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597" name="Google Shape;597;p92"/>
          <p:cNvSpPr/>
          <p:nvPr/>
        </p:nvSpPr>
        <p:spPr>
          <a:xfrm>
            <a:off x="228" y="128"/>
            <a:ext cx="9143543" cy="5143243"/>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dk1"/>
        </a:solidFill>
      </p:bgPr>
    </p:bg>
    <p:spTree>
      <p:nvGrpSpPr>
        <p:cNvPr id="600" name="Shape 600"/>
        <p:cNvGrpSpPr/>
        <p:nvPr/>
      </p:nvGrpSpPr>
      <p:grpSpPr>
        <a:xfrm>
          <a:off x="0" y="0"/>
          <a:ext cx="0" cy="0"/>
          <a:chOff x="0" y="0"/>
          <a:chExt cx="0" cy="0"/>
        </a:xfrm>
      </p:grpSpPr>
      <p:sp>
        <p:nvSpPr>
          <p:cNvPr id="601" name="Google Shape;601;p94"/>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602" name="Google Shape;602;p94"/>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603" name="Google Shape;603;p94"/>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04" name="Google Shape;604;p94"/>
          <p:cNvSpPr/>
          <p:nvPr/>
        </p:nvSpPr>
        <p:spPr>
          <a:xfrm>
            <a:off x="37301" y="63500"/>
            <a:ext cx="215112" cy="4328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605" name="Google Shape;605;p94"/>
          <p:cNvSpPr/>
          <p:nvPr/>
        </p:nvSpPr>
        <p:spPr>
          <a:xfrm>
            <a:off x="0" y="0"/>
            <a:ext cx="9144000" cy="5143500"/>
          </a:xfrm>
          <a:prstGeom prst="rect">
            <a:avLst/>
          </a:prstGeom>
          <a:noFill/>
          <a:ln>
            <a:noFill/>
          </a:ln>
        </p:spPr>
      </p:sp>
      <p:sp>
        <p:nvSpPr>
          <p:cNvPr id="606" name="Google Shape;606;p94"/>
          <p:cNvSpPr/>
          <p:nvPr/>
        </p:nvSpPr>
        <p:spPr>
          <a:xfrm>
            <a:off x="733982" y="1371600"/>
            <a:ext cx="2910732" cy="2910732"/>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607" name="Google Shape;607;p94"/>
          <p:cNvSpPr/>
          <p:nvPr>
            <p:ph idx="2" type="pic"/>
          </p:nvPr>
        </p:nvSpPr>
        <p:spPr>
          <a:xfrm>
            <a:off x="783471" y="1421089"/>
            <a:ext cx="2811754" cy="2811754"/>
          </a:xfrm>
          <a:prstGeom prst="rect">
            <a:avLst/>
          </a:prstGeom>
          <a:solidFill>
            <a:srgbClr val="D8D8D8"/>
          </a:solidFill>
          <a:ln>
            <a:noFill/>
          </a:ln>
        </p:spPr>
      </p:sp>
      <p:sp>
        <p:nvSpPr>
          <p:cNvPr id="608" name="Google Shape;608;p94"/>
          <p:cNvSpPr txBox="1"/>
          <p:nvPr>
            <p:ph type="title"/>
          </p:nvPr>
        </p:nvSpPr>
        <p:spPr>
          <a:xfrm>
            <a:off x="3810000" y="1064545"/>
            <a:ext cx="5093972" cy="2123658"/>
          </a:xfrm>
          <a:prstGeom prst="rect">
            <a:avLst/>
          </a:prstGeom>
          <a:noFill/>
          <a:ln>
            <a:noFill/>
          </a:ln>
        </p:spPr>
        <p:txBody>
          <a:bodyPr anchorCtr="0" anchor="t" bIns="45700" lIns="91425" spcFirstLastPara="1" rIns="91425" wrap="square" tIns="0">
            <a:spAutoFit/>
          </a:bodyPr>
          <a:lstStyle>
            <a:lvl1pPr lvl="0" algn="l">
              <a:lnSpc>
                <a:spcPct val="90000"/>
              </a:lnSpc>
              <a:spcBef>
                <a:spcPts val="0"/>
              </a:spcBef>
              <a:spcAft>
                <a:spcPts val="0"/>
              </a:spcAft>
              <a:buClr>
                <a:schemeClr val="lt1"/>
              </a:buClr>
              <a:buSzPts val="1100"/>
              <a:buFont typeface="Calibri"/>
              <a:buNone/>
              <a:defRPr i="0" sz="11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609" name="Shape 609"/>
        <p:cNvGrpSpPr/>
        <p:nvPr/>
      </p:nvGrpSpPr>
      <p:grpSpPr>
        <a:xfrm>
          <a:off x="0" y="0"/>
          <a:ext cx="0" cy="0"/>
          <a:chOff x="0" y="0"/>
          <a:chExt cx="0" cy="0"/>
        </a:xfrm>
      </p:grpSpPr>
      <p:sp>
        <p:nvSpPr>
          <p:cNvPr id="610" name="Google Shape;610;p95"/>
          <p:cNvSpPr/>
          <p:nvPr/>
        </p:nvSpPr>
        <p:spPr>
          <a:xfrm>
            <a:off x="0" y="0"/>
            <a:ext cx="9144000" cy="5143500"/>
          </a:xfrm>
          <a:prstGeom prst="rect">
            <a:avLst/>
          </a:prstGeom>
          <a:noFill/>
          <a:ln>
            <a:noFill/>
          </a:ln>
        </p:spPr>
      </p:sp>
      <p:sp>
        <p:nvSpPr>
          <p:cNvPr id="611" name="Google Shape;611;p95"/>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612" name="Google Shape;612;p95"/>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613" name="Google Shape;613;p95"/>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14" name="Google Shape;614;p95"/>
          <p:cNvSpPr/>
          <p:nvPr/>
        </p:nvSpPr>
        <p:spPr>
          <a:xfrm>
            <a:off x="37301" y="63500"/>
            <a:ext cx="215112" cy="4328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grpSp>
        <p:nvGrpSpPr>
          <p:cNvPr id="615" name="Google Shape;615;p95"/>
          <p:cNvGrpSpPr/>
          <p:nvPr/>
        </p:nvGrpSpPr>
        <p:grpSpPr>
          <a:xfrm>
            <a:off x="298499" y="4650645"/>
            <a:ext cx="8547003" cy="387958"/>
            <a:chOff x="285750" y="2645065"/>
            <a:chExt cx="8547003" cy="387958"/>
          </a:xfrm>
        </p:grpSpPr>
        <p:grpSp>
          <p:nvGrpSpPr>
            <p:cNvPr id="616" name="Google Shape;616;p95"/>
            <p:cNvGrpSpPr/>
            <p:nvPr/>
          </p:nvGrpSpPr>
          <p:grpSpPr>
            <a:xfrm>
              <a:off x="285750" y="2730500"/>
              <a:ext cx="1266904" cy="302523"/>
              <a:chOff x="0" y="2427986"/>
              <a:chExt cx="1581147" cy="380839"/>
            </a:xfrm>
          </p:grpSpPr>
          <p:grpSp>
            <p:nvGrpSpPr>
              <p:cNvPr id="617" name="Google Shape;617;p95"/>
              <p:cNvGrpSpPr/>
              <p:nvPr/>
            </p:nvGrpSpPr>
            <p:grpSpPr>
              <a:xfrm>
                <a:off x="0" y="2428340"/>
                <a:ext cx="605264" cy="380485"/>
                <a:chOff x="0" y="2428340"/>
                <a:chExt cx="605264" cy="380485"/>
              </a:xfrm>
            </p:grpSpPr>
            <p:sp>
              <p:nvSpPr>
                <p:cNvPr id="618" name="Google Shape;618;p95"/>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95"/>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20" name="Google Shape;620;p95"/>
              <p:cNvGrpSpPr/>
              <p:nvPr/>
            </p:nvGrpSpPr>
            <p:grpSpPr>
              <a:xfrm>
                <a:off x="684661" y="2427986"/>
                <a:ext cx="896486" cy="379271"/>
                <a:chOff x="684661" y="2427986"/>
                <a:chExt cx="896486" cy="379271"/>
              </a:xfrm>
            </p:grpSpPr>
            <p:sp>
              <p:nvSpPr>
                <p:cNvPr id="621" name="Google Shape;621;p95"/>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95"/>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95"/>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95"/>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95"/>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95"/>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95"/>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95"/>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95"/>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95"/>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95"/>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95"/>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95"/>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95"/>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95"/>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95"/>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95"/>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95"/>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95"/>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95"/>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95"/>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95"/>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95"/>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644" name="Google Shape;644;p95"/>
            <p:cNvGrpSpPr/>
            <p:nvPr/>
          </p:nvGrpSpPr>
          <p:grpSpPr>
            <a:xfrm>
              <a:off x="8396784" y="2645065"/>
              <a:ext cx="435969" cy="387958"/>
              <a:chOff x="8599610" y="2333965"/>
              <a:chExt cx="542618" cy="474759"/>
            </a:xfrm>
          </p:grpSpPr>
          <p:sp>
            <p:nvSpPr>
              <p:cNvPr id="645" name="Google Shape;645;p95"/>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95"/>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95"/>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95"/>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95"/>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95"/>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95"/>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652" name="Google Shape;652;p95"/>
          <p:cNvSpPr/>
          <p:nvPr/>
        </p:nvSpPr>
        <p:spPr>
          <a:xfrm>
            <a:off x="733982" y="1371600"/>
            <a:ext cx="2910732" cy="2910732"/>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653" name="Google Shape;653;p95"/>
          <p:cNvSpPr/>
          <p:nvPr>
            <p:ph idx="2" type="pic"/>
          </p:nvPr>
        </p:nvSpPr>
        <p:spPr>
          <a:xfrm>
            <a:off x="783471" y="1421089"/>
            <a:ext cx="2811754" cy="2811754"/>
          </a:xfrm>
          <a:prstGeom prst="rect">
            <a:avLst/>
          </a:prstGeom>
          <a:solidFill>
            <a:srgbClr val="D8D8D8"/>
          </a:solidFill>
          <a:ln>
            <a:noFill/>
          </a:ln>
        </p:spPr>
      </p:sp>
      <p:sp>
        <p:nvSpPr>
          <p:cNvPr id="654" name="Google Shape;654;p95"/>
          <p:cNvSpPr txBox="1"/>
          <p:nvPr>
            <p:ph type="title"/>
          </p:nvPr>
        </p:nvSpPr>
        <p:spPr>
          <a:xfrm>
            <a:off x="3810000" y="1064545"/>
            <a:ext cx="5093972" cy="2123658"/>
          </a:xfrm>
          <a:prstGeom prst="rect">
            <a:avLst/>
          </a:prstGeom>
          <a:noFill/>
          <a:ln>
            <a:noFill/>
          </a:ln>
        </p:spPr>
        <p:txBody>
          <a:bodyPr anchorCtr="0" anchor="t" bIns="45700" lIns="91425" spcFirstLastPara="1" rIns="91425" wrap="square" tIns="0">
            <a:spAutoFit/>
          </a:bodyPr>
          <a:lstStyle>
            <a:lvl1pPr lvl="0" algn="l">
              <a:lnSpc>
                <a:spcPct val="90000"/>
              </a:lnSpc>
              <a:spcBef>
                <a:spcPts val="0"/>
              </a:spcBef>
              <a:spcAft>
                <a:spcPts val="0"/>
              </a:spcAft>
              <a:buClr>
                <a:schemeClr val="dk1"/>
              </a:buClr>
              <a:buSzPts val="1100"/>
              <a:buFont typeface="Calibri"/>
              <a:buNone/>
              <a:defRPr i="0" sz="11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solidFill>
          <a:schemeClr val="dk1"/>
        </a:solidFill>
      </p:bgPr>
    </p:bg>
    <p:spTree>
      <p:nvGrpSpPr>
        <p:cNvPr id="655" name="Shape 655"/>
        <p:cNvGrpSpPr/>
        <p:nvPr/>
      </p:nvGrpSpPr>
      <p:grpSpPr>
        <a:xfrm>
          <a:off x="0" y="0"/>
          <a:ext cx="0" cy="0"/>
          <a:chOff x="0" y="0"/>
          <a:chExt cx="0" cy="0"/>
        </a:xfrm>
      </p:grpSpPr>
      <p:sp>
        <p:nvSpPr>
          <p:cNvPr id="656" name="Google Shape;656;p109"/>
          <p:cNvSpPr/>
          <p:nvPr/>
        </p:nvSpPr>
        <p:spPr>
          <a:xfrm>
            <a:off x="-37301" y="0"/>
            <a:ext cx="9144000" cy="5143500"/>
          </a:xfrm>
          <a:prstGeom prst="rect">
            <a:avLst/>
          </a:prstGeom>
          <a:noFill/>
          <a:ln>
            <a:noFill/>
          </a:ln>
        </p:spPr>
      </p:sp>
      <p:sp>
        <p:nvSpPr>
          <p:cNvPr id="657" name="Google Shape;657;p109"/>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658" name="Google Shape;658;p109"/>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659" name="Google Shape;659;p109"/>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60" name="Google Shape;660;p109"/>
          <p:cNvSpPr/>
          <p:nvPr/>
        </p:nvSpPr>
        <p:spPr>
          <a:xfrm>
            <a:off x="37301" y="63500"/>
            <a:ext cx="215112" cy="4328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661" name="Google Shape;661;p10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62" name="Google Shape;662;p109"/>
          <p:cNvGrpSpPr/>
          <p:nvPr/>
        </p:nvGrpSpPr>
        <p:grpSpPr>
          <a:xfrm>
            <a:off x="298499" y="4650645"/>
            <a:ext cx="8547003" cy="387958"/>
            <a:chOff x="285750" y="2645065"/>
            <a:chExt cx="8547003" cy="387958"/>
          </a:xfrm>
        </p:grpSpPr>
        <p:grpSp>
          <p:nvGrpSpPr>
            <p:cNvPr id="663" name="Google Shape;663;p109"/>
            <p:cNvGrpSpPr/>
            <p:nvPr/>
          </p:nvGrpSpPr>
          <p:grpSpPr>
            <a:xfrm>
              <a:off x="285750" y="2730500"/>
              <a:ext cx="1266904" cy="302523"/>
              <a:chOff x="0" y="2427986"/>
              <a:chExt cx="1581147" cy="380839"/>
            </a:xfrm>
          </p:grpSpPr>
          <p:grpSp>
            <p:nvGrpSpPr>
              <p:cNvPr id="664" name="Google Shape;664;p109"/>
              <p:cNvGrpSpPr/>
              <p:nvPr/>
            </p:nvGrpSpPr>
            <p:grpSpPr>
              <a:xfrm>
                <a:off x="0" y="2428340"/>
                <a:ext cx="605264" cy="380485"/>
                <a:chOff x="0" y="2428340"/>
                <a:chExt cx="605264" cy="380485"/>
              </a:xfrm>
            </p:grpSpPr>
            <p:sp>
              <p:nvSpPr>
                <p:cNvPr id="665" name="Google Shape;665;p109"/>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109"/>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67" name="Google Shape;667;p109"/>
              <p:cNvGrpSpPr/>
              <p:nvPr/>
            </p:nvGrpSpPr>
            <p:grpSpPr>
              <a:xfrm>
                <a:off x="684661" y="2427986"/>
                <a:ext cx="896486" cy="379271"/>
                <a:chOff x="684661" y="2427986"/>
                <a:chExt cx="896486" cy="379271"/>
              </a:xfrm>
            </p:grpSpPr>
            <p:sp>
              <p:nvSpPr>
                <p:cNvPr id="668" name="Google Shape;668;p109"/>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109"/>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109"/>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109"/>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109"/>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109"/>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109"/>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109"/>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109"/>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109"/>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109"/>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109"/>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109"/>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109"/>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109"/>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109"/>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109"/>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109"/>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109"/>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109"/>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109"/>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109"/>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109"/>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691" name="Google Shape;691;p109"/>
            <p:cNvGrpSpPr/>
            <p:nvPr/>
          </p:nvGrpSpPr>
          <p:grpSpPr>
            <a:xfrm>
              <a:off x="8396784" y="2645065"/>
              <a:ext cx="435969" cy="387958"/>
              <a:chOff x="8599610" y="2333965"/>
              <a:chExt cx="542618" cy="474759"/>
            </a:xfrm>
          </p:grpSpPr>
          <p:sp>
            <p:nvSpPr>
              <p:cNvPr id="692" name="Google Shape;692;p109"/>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109"/>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109"/>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109"/>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109"/>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109"/>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109"/>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699" name="Google Shape;699;p109"/>
          <p:cNvSpPr/>
          <p:nvPr/>
        </p:nvSpPr>
        <p:spPr>
          <a:xfrm>
            <a:off x="5403898" y="247011"/>
            <a:ext cx="3160982" cy="3160982"/>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700" name="Google Shape;700;p109"/>
          <p:cNvSpPr/>
          <p:nvPr>
            <p:ph idx="2" type="pic"/>
          </p:nvPr>
        </p:nvSpPr>
        <p:spPr>
          <a:xfrm>
            <a:off x="5465245" y="308358"/>
            <a:ext cx="3038288" cy="3038288"/>
          </a:xfrm>
          <a:prstGeom prst="rect">
            <a:avLst/>
          </a:prstGeom>
          <a:solidFill>
            <a:srgbClr val="D8D8D8"/>
          </a:solidFill>
          <a:ln>
            <a:noFill/>
          </a:ln>
        </p:spPr>
      </p:sp>
      <p:sp>
        <p:nvSpPr>
          <p:cNvPr id="701" name="Google Shape;701;p109"/>
          <p:cNvSpPr txBox="1"/>
          <p:nvPr>
            <p:ph idx="1" type="body"/>
          </p:nvPr>
        </p:nvSpPr>
        <p:spPr>
          <a:xfrm>
            <a:off x="273050" y="1502381"/>
            <a:ext cx="4573270" cy="190561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E41165"/>
              </a:buClr>
              <a:buSzPts val="1400"/>
              <a:buFont typeface="Arial"/>
              <a:buNone/>
              <a:defRPr b="0" i="0" sz="1400" u="none" cap="none" strike="noStrike">
                <a:solidFill>
                  <a:schemeClr val="lt1"/>
                </a:solidFill>
                <a:latin typeface="Calibri"/>
                <a:ea typeface="Calibri"/>
                <a:cs typeface="Calibri"/>
                <a:sym typeface="Calibri"/>
              </a:defRPr>
            </a:lvl1pPr>
            <a:lvl2pPr indent="-228600" lvl="1" marL="914400" marR="0" rtl="0" algn="l">
              <a:lnSpc>
                <a:spcPct val="90000"/>
              </a:lnSpc>
              <a:spcBef>
                <a:spcPts val="500"/>
              </a:spcBef>
              <a:spcAft>
                <a:spcPts val="0"/>
              </a:spcAft>
              <a:buClr>
                <a:srgbClr val="E41165"/>
              </a:buClr>
              <a:buSzPts val="818"/>
              <a:buFont typeface="Arial"/>
              <a:buNone/>
              <a:defRPr b="0" i="0" sz="818"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702" name="Shape 702"/>
        <p:cNvGrpSpPr/>
        <p:nvPr/>
      </p:nvGrpSpPr>
      <p:grpSpPr>
        <a:xfrm>
          <a:off x="0" y="0"/>
          <a:ext cx="0" cy="0"/>
          <a:chOff x="0" y="0"/>
          <a:chExt cx="0" cy="0"/>
        </a:xfrm>
      </p:grpSpPr>
      <p:sp>
        <p:nvSpPr>
          <p:cNvPr id="703" name="Google Shape;703;p110"/>
          <p:cNvSpPr/>
          <p:nvPr/>
        </p:nvSpPr>
        <p:spPr>
          <a:xfrm>
            <a:off x="-37301" y="0"/>
            <a:ext cx="9144000" cy="5143500"/>
          </a:xfrm>
          <a:prstGeom prst="rect">
            <a:avLst/>
          </a:prstGeom>
          <a:noFill/>
          <a:ln>
            <a:noFill/>
          </a:ln>
        </p:spPr>
      </p:sp>
      <p:sp>
        <p:nvSpPr>
          <p:cNvPr id="704" name="Google Shape;704;p110"/>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705" name="Google Shape;705;p110"/>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706" name="Google Shape;706;p110"/>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07" name="Google Shape;707;p110"/>
          <p:cNvSpPr/>
          <p:nvPr/>
        </p:nvSpPr>
        <p:spPr>
          <a:xfrm>
            <a:off x="37301" y="63500"/>
            <a:ext cx="215112" cy="4328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708" name="Google Shape;708;p11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algn="l">
              <a:lnSpc>
                <a:spcPct val="90000"/>
              </a:lnSpc>
              <a:spcBef>
                <a:spcPts val="0"/>
              </a:spcBef>
              <a:spcAft>
                <a:spcPts val="0"/>
              </a:spcAft>
              <a:buClr>
                <a:schemeClr val="dk1"/>
              </a:buClr>
              <a:buSzPts val="2400"/>
              <a:buFont typeface="Calibri"/>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09" name="Google Shape;709;p110"/>
          <p:cNvGrpSpPr/>
          <p:nvPr/>
        </p:nvGrpSpPr>
        <p:grpSpPr>
          <a:xfrm>
            <a:off x="298499" y="4650645"/>
            <a:ext cx="8547003" cy="387958"/>
            <a:chOff x="285750" y="2645065"/>
            <a:chExt cx="8547003" cy="387958"/>
          </a:xfrm>
        </p:grpSpPr>
        <p:grpSp>
          <p:nvGrpSpPr>
            <p:cNvPr id="710" name="Google Shape;710;p110"/>
            <p:cNvGrpSpPr/>
            <p:nvPr/>
          </p:nvGrpSpPr>
          <p:grpSpPr>
            <a:xfrm>
              <a:off x="285750" y="2730500"/>
              <a:ext cx="1266904" cy="302523"/>
              <a:chOff x="0" y="2427986"/>
              <a:chExt cx="1581147" cy="380839"/>
            </a:xfrm>
          </p:grpSpPr>
          <p:grpSp>
            <p:nvGrpSpPr>
              <p:cNvPr id="711" name="Google Shape;711;p110"/>
              <p:cNvGrpSpPr/>
              <p:nvPr/>
            </p:nvGrpSpPr>
            <p:grpSpPr>
              <a:xfrm>
                <a:off x="0" y="2428340"/>
                <a:ext cx="605264" cy="380485"/>
                <a:chOff x="0" y="2428340"/>
                <a:chExt cx="605264" cy="380485"/>
              </a:xfrm>
            </p:grpSpPr>
            <p:sp>
              <p:nvSpPr>
                <p:cNvPr id="712" name="Google Shape;712;p110"/>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110"/>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14" name="Google Shape;714;p110"/>
              <p:cNvGrpSpPr/>
              <p:nvPr/>
            </p:nvGrpSpPr>
            <p:grpSpPr>
              <a:xfrm>
                <a:off x="684661" y="2427986"/>
                <a:ext cx="896486" cy="379271"/>
                <a:chOff x="684661" y="2427986"/>
                <a:chExt cx="896486" cy="379271"/>
              </a:xfrm>
            </p:grpSpPr>
            <p:sp>
              <p:nvSpPr>
                <p:cNvPr id="715" name="Google Shape;715;p110"/>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110"/>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110"/>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110"/>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110"/>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110"/>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110"/>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110"/>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110"/>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110"/>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110"/>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110"/>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110"/>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110"/>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110"/>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110"/>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110"/>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110"/>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110"/>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110"/>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110"/>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110"/>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110"/>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738" name="Google Shape;738;p110"/>
            <p:cNvGrpSpPr/>
            <p:nvPr/>
          </p:nvGrpSpPr>
          <p:grpSpPr>
            <a:xfrm>
              <a:off x="8396784" y="2645065"/>
              <a:ext cx="435969" cy="387958"/>
              <a:chOff x="8599610" y="2333965"/>
              <a:chExt cx="542618" cy="474759"/>
            </a:xfrm>
          </p:grpSpPr>
          <p:sp>
            <p:nvSpPr>
              <p:cNvPr id="739" name="Google Shape;739;p110"/>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110"/>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110"/>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110"/>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110"/>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110"/>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110"/>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746" name="Google Shape;746;p110"/>
          <p:cNvSpPr/>
          <p:nvPr/>
        </p:nvSpPr>
        <p:spPr>
          <a:xfrm>
            <a:off x="5403898" y="247011"/>
            <a:ext cx="3160982" cy="3160982"/>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747" name="Google Shape;747;p110"/>
          <p:cNvSpPr/>
          <p:nvPr>
            <p:ph idx="2" type="pic"/>
          </p:nvPr>
        </p:nvSpPr>
        <p:spPr>
          <a:xfrm>
            <a:off x="5465245" y="308358"/>
            <a:ext cx="3038288" cy="3038288"/>
          </a:xfrm>
          <a:prstGeom prst="rect">
            <a:avLst/>
          </a:prstGeom>
          <a:solidFill>
            <a:srgbClr val="D8D8D8"/>
          </a:solidFill>
          <a:ln>
            <a:noFill/>
          </a:ln>
        </p:spPr>
      </p:sp>
      <p:sp>
        <p:nvSpPr>
          <p:cNvPr id="748" name="Google Shape;748;p110"/>
          <p:cNvSpPr txBox="1"/>
          <p:nvPr>
            <p:ph idx="1" type="body"/>
          </p:nvPr>
        </p:nvSpPr>
        <p:spPr>
          <a:xfrm>
            <a:off x="273050" y="1502381"/>
            <a:ext cx="4573270" cy="190561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E41165"/>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rgbClr val="E41165"/>
              </a:buClr>
              <a:buSzPts val="818"/>
              <a:buFont typeface="Arial"/>
              <a:buNone/>
              <a:defRPr b="0" i="0" sz="818"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818"/>
              <a:buFont typeface="Arial"/>
              <a:buNone/>
              <a:defRPr b="0" i="0" sz="818"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dk1"/>
        </a:solidFill>
      </p:bgPr>
    </p:bg>
    <p:spTree>
      <p:nvGrpSpPr>
        <p:cNvPr id="756" name="Shape 756"/>
        <p:cNvGrpSpPr/>
        <p:nvPr/>
      </p:nvGrpSpPr>
      <p:grpSpPr>
        <a:xfrm>
          <a:off x="0" y="0"/>
          <a:ext cx="0" cy="0"/>
          <a:chOff x="0" y="0"/>
          <a:chExt cx="0" cy="0"/>
        </a:xfrm>
      </p:grpSpPr>
      <p:sp>
        <p:nvSpPr>
          <p:cNvPr id="757" name="Google Shape;757;p100"/>
          <p:cNvSpPr/>
          <p:nvPr>
            <p:ph idx="2" type="pic"/>
          </p:nvPr>
        </p:nvSpPr>
        <p:spPr>
          <a:xfrm>
            <a:off x="4894580" y="884789"/>
            <a:ext cx="3769359" cy="3772351"/>
          </a:xfrm>
          <a:prstGeom prst="ellipse">
            <a:avLst/>
          </a:prstGeom>
          <a:solidFill>
            <a:srgbClr val="BFBFBF"/>
          </a:solidFill>
          <a:ln>
            <a:noFill/>
          </a:ln>
        </p:spPr>
      </p:sp>
      <p:sp>
        <p:nvSpPr>
          <p:cNvPr id="758" name="Google Shape;758;p100"/>
          <p:cNvSpPr/>
          <p:nvPr/>
        </p:nvSpPr>
        <p:spPr>
          <a:xfrm>
            <a:off x="0" y="0"/>
            <a:ext cx="354330" cy="64389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759" name="Google Shape;759;p100"/>
          <p:cNvGrpSpPr/>
          <p:nvPr/>
        </p:nvGrpSpPr>
        <p:grpSpPr>
          <a:xfrm>
            <a:off x="268664" y="159185"/>
            <a:ext cx="8556433" cy="451747"/>
            <a:chOff x="268664" y="159185"/>
            <a:chExt cx="8593932" cy="453727"/>
          </a:xfrm>
        </p:grpSpPr>
        <p:grpSp>
          <p:nvGrpSpPr>
            <p:cNvPr id="760" name="Google Shape;760;p100"/>
            <p:cNvGrpSpPr/>
            <p:nvPr/>
          </p:nvGrpSpPr>
          <p:grpSpPr>
            <a:xfrm>
              <a:off x="268664" y="259103"/>
              <a:ext cx="1481677" cy="353809"/>
              <a:chOff x="0" y="2427986"/>
              <a:chExt cx="1581147" cy="380839"/>
            </a:xfrm>
          </p:grpSpPr>
          <p:grpSp>
            <p:nvGrpSpPr>
              <p:cNvPr id="761" name="Google Shape;761;p100"/>
              <p:cNvGrpSpPr/>
              <p:nvPr/>
            </p:nvGrpSpPr>
            <p:grpSpPr>
              <a:xfrm>
                <a:off x="0" y="2428340"/>
                <a:ext cx="605264" cy="380485"/>
                <a:chOff x="0" y="2428340"/>
                <a:chExt cx="605264" cy="380485"/>
              </a:xfrm>
            </p:grpSpPr>
            <p:sp>
              <p:nvSpPr>
                <p:cNvPr id="762" name="Google Shape;762;p100"/>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100"/>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64" name="Google Shape;764;p100"/>
              <p:cNvGrpSpPr/>
              <p:nvPr/>
            </p:nvGrpSpPr>
            <p:grpSpPr>
              <a:xfrm>
                <a:off x="684661" y="2427986"/>
                <a:ext cx="896486" cy="379271"/>
                <a:chOff x="684661" y="2427986"/>
                <a:chExt cx="896486" cy="379271"/>
              </a:xfrm>
            </p:grpSpPr>
            <p:sp>
              <p:nvSpPr>
                <p:cNvPr id="765" name="Google Shape;765;p100"/>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100"/>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100"/>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100"/>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100"/>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100"/>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100"/>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100"/>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100"/>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100"/>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 name="Google Shape;775;p100"/>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100"/>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100"/>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100"/>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100"/>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100"/>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100"/>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100"/>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100"/>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100"/>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100"/>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100"/>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100"/>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788" name="Google Shape;788;p100"/>
            <p:cNvGrpSpPr/>
            <p:nvPr/>
          </p:nvGrpSpPr>
          <p:grpSpPr>
            <a:xfrm>
              <a:off x="8352719" y="159185"/>
              <a:ext cx="509877" cy="453727"/>
              <a:chOff x="8599610" y="2333965"/>
              <a:chExt cx="542618" cy="474759"/>
            </a:xfrm>
          </p:grpSpPr>
          <p:sp>
            <p:nvSpPr>
              <p:cNvPr id="789" name="Google Shape;789;p100"/>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100"/>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100"/>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100"/>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100"/>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100"/>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100"/>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796" name="Google Shape;796;p100"/>
          <p:cNvSpPr txBox="1"/>
          <p:nvPr>
            <p:ph idx="1" type="body"/>
          </p:nvPr>
        </p:nvSpPr>
        <p:spPr>
          <a:xfrm>
            <a:off x="198120" y="1428750"/>
            <a:ext cx="3989069" cy="2585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E41165"/>
              </a:buClr>
              <a:buSzPts val="1200"/>
              <a:buFont typeface="Arial"/>
              <a:buNone/>
              <a:defRPr b="0" i="0" sz="1200" u="none" cap="none" strike="noStrike">
                <a:solidFill>
                  <a:schemeClr val="lt1"/>
                </a:solidFill>
                <a:latin typeface="Calibri"/>
                <a:ea typeface="Calibri"/>
                <a:cs typeface="Calibri"/>
                <a:sym typeface="Calibri"/>
              </a:defRPr>
            </a:lvl1pPr>
            <a:lvl2pPr indent="-280543" lvl="1" marL="914400" marR="0" rtl="0" algn="l">
              <a:lnSpc>
                <a:spcPct val="90000"/>
              </a:lnSpc>
              <a:spcBef>
                <a:spcPts val="500"/>
              </a:spcBef>
              <a:spcAft>
                <a:spcPts val="0"/>
              </a:spcAft>
              <a:buClr>
                <a:srgbClr val="E41165"/>
              </a:buClr>
              <a:buSzPts val="818"/>
              <a:buFont typeface="Arial"/>
              <a:buChar char="•"/>
              <a:defRPr b="0" i="0" sz="818" u="none" cap="none" strike="noStrike">
                <a:solidFill>
                  <a:schemeClr val="dk1"/>
                </a:solidFill>
                <a:latin typeface="Calibri"/>
                <a:ea typeface="Calibri"/>
                <a:cs typeface="Calibri"/>
                <a:sym typeface="Calibri"/>
              </a:defRPr>
            </a:lvl2pPr>
            <a:lvl3pPr indent="-280543" lvl="2" marL="13716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3pPr>
            <a:lvl4pPr indent="-280543" lvl="3" marL="18288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4pPr>
            <a:lvl5pPr indent="-280543" lvl="4" marL="22860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solidFill>
          <a:schemeClr val="lt1"/>
        </a:solidFill>
      </p:bgPr>
    </p:bg>
    <p:spTree>
      <p:nvGrpSpPr>
        <p:cNvPr id="797" name="Shape 797"/>
        <p:cNvGrpSpPr/>
        <p:nvPr/>
      </p:nvGrpSpPr>
      <p:grpSpPr>
        <a:xfrm>
          <a:off x="0" y="0"/>
          <a:ext cx="0" cy="0"/>
          <a:chOff x="0" y="0"/>
          <a:chExt cx="0" cy="0"/>
        </a:xfrm>
      </p:grpSpPr>
      <p:sp>
        <p:nvSpPr>
          <p:cNvPr id="798" name="Google Shape;798;p101"/>
          <p:cNvSpPr/>
          <p:nvPr>
            <p:ph idx="2" type="pic"/>
          </p:nvPr>
        </p:nvSpPr>
        <p:spPr>
          <a:xfrm>
            <a:off x="4894580" y="884789"/>
            <a:ext cx="3769359" cy="3772351"/>
          </a:xfrm>
          <a:prstGeom prst="ellipse">
            <a:avLst/>
          </a:prstGeom>
          <a:solidFill>
            <a:srgbClr val="BFBFBF"/>
          </a:solidFill>
          <a:ln>
            <a:noFill/>
          </a:ln>
        </p:spPr>
      </p:sp>
      <p:grpSp>
        <p:nvGrpSpPr>
          <p:cNvPr id="799" name="Google Shape;799;p101"/>
          <p:cNvGrpSpPr/>
          <p:nvPr/>
        </p:nvGrpSpPr>
        <p:grpSpPr>
          <a:xfrm>
            <a:off x="268664" y="159185"/>
            <a:ext cx="8556433" cy="451747"/>
            <a:chOff x="268664" y="159185"/>
            <a:chExt cx="8593932" cy="453727"/>
          </a:xfrm>
        </p:grpSpPr>
        <p:grpSp>
          <p:nvGrpSpPr>
            <p:cNvPr id="800" name="Google Shape;800;p101"/>
            <p:cNvGrpSpPr/>
            <p:nvPr/>
          </p:nvGrpSpPr>
          <p:grpSpPr>
            <a:xfrm>
              <a:off x="268664" y="259103"/>
              <a:ext cx="1481677" cy="353809"/>
              <a:chOff x="0" y="2427986"/>
              <a:chExt cx="1581147" cy="380839"/>
            </a:xfrm>
          </p:grpSpPr>
          <p:grpSp>
            <p:nvGrpSpPr>
              <p:cNvPr id="801" name="Google Shape;801;p101"/>
              <p:cNvGrpSpPr/>
              <p:nvPr/>
            </p:nvGrpSpPr>
            <p:grpSpPr>
              <a:xfrm>
                <a:off x="0" y="2428340"/>
                <a:ext cx="605264" cy="380485"/>
                <a:chOff x="0" y="2428340"/>
                <a:chExt cx="605264" cy="380485"/>
              </a:xfrm>
            </p:grpSpPr>
            <p:sp>
              <p:nvSpPr>
                <p:cNvPr id="802" name="Google Shape;802;p101"/>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101"/>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04" name="Google Shape;804;p101"/>
              <p:cNvGrpSpPr/>
              <p:nvPr/>
            </p:nvGrpSpPr>
            <p:grpSpPr>
              <a:xfrm>
                <a:off x="684661" y="2427986"/>
                <a:ext cx="896486" cy="379271"/>
                <a:chOff x="684661" y="2427986"/>
                <a:chExt cx="896486" cy="379271"/>
              </a:xfrm>
            </p:grpSpPr>
            <p:sp>
              <p:nvSpPr>
                <p:cNvPr id="805" name="Google Shape;805;p101"/>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101"/>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 name="Google Shape;807;p101"/>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101"/>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101"/>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101"/>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101"/>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101"/>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101"/>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101"/>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101"/>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101"/>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101"/>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101"/>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101"/>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101"/>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101"/>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101"/>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101"/>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101"/>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101"/>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101"/>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101"/>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828" name="Google Shape;828;p101"/>
            <p:cNvGrpSpPr/>
            <p:nvPr/>
          </p:nvGrpSpPr>
          <p:grpSpPr>
            <a:xfrm>
              <a:off x="8352719" y="159185"/>
              <a:ext cx="509877" cy="453727"/>
              <a:chOff x="8599610" y="2333965"/>
              <a:chExt cx="542618" cy="474759"/>
            </a:xfrm>
          </p:grpSpPr>
          <p:sp>
            <p:nvSpPr>
              <p:cNvPr id="829" name="Google Shape;829;p101"/>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101"/>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101"/>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101"/>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3" name="Google Shape;833;p101"/>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101"/>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5" name="Google Shape;835;p101"/>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836" name="Google Shape;836;p101"/>
          <p:cNvSpPr txBox="1"/>
          <p:nvPr>
            <p:ph idx="1" type="body"/>
          </p:nvPr>
        </p:nvSpPr>
        <p:spPr>
          <a:xfrm>
            <a:off x="198120" y="1428750"/>
            <a:ext cx="3989069" cy="2585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E41165"/>
              </a:buClr>
              <a:buSzPts val="1200"/>
              <a:buFont typeface="Arial"/>
              <a:buNone/>
              <a:defRPr b="0" i="0" sz="1200" u="none" cap="none" strike="noStrike">
                <a:solidFill>
                  <a:schemeClr val="dk1"/>
                </a:solidFill>
                <a:latin typeface="Calibri"/>
                <a:ea typeface="Calibri"/>
                <a:cs typeface="Calibri"/>
                <a:sym typeface="Calibri"/>
              </a:defRPr>
            </a:lvl1pPr>
            <a:lvl2pPr indent="-280543" lvl="1" marL="914400" marR="0" rtl="0" algn="l">
              <a:lnSpc>
                <a:spcPct val="90000"/>
              </a:lnSpc>
              <a:spcBef>
                <a:spcPts val="500"/>
              </a:spcBef>
              <a:spcAft>
                <a:spcPts val="0"/>
              </a:spcAft>
              <a:buClr>
                <a:srgbClr val="E41165"/>
              </a:buClr>
              <a:buSzPts val="818"/>
              <a:buFont typeface="Arial"/>
              <a:buChar char="•"/>
              <a:defRPr b="0" i="0" sz="818" u="none" cap="none" strike="noStrike">
                <a:solidFill>
                  <a:schemeClr val="dk1"/>
                </a:solidFill>
                <a:latin typeface="Calibri"/>
                <a:ea typeface="Calibri"/>
                <a:cs typeface="Calibri"/>
                <a:sym typeface="Calibri"/>
              </a:defRPr>
            </a:lvl2pPr>
            <a:lvl3pPr indent="-280543" lvl="2" marL="13716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3pPr>
            <a:lvl4pPr indent="-280543" lvl="3" marL="18288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4pPr>
            <a:lvl5pPr indent="-280543" lvl="4" marL="2286000" marR="0" rtl="0" algn="l">
              <a:lnSpc>
                <a:spcPct val="90000"/>
              </a:lnSpc>
              <a:spcBef>
                <a:spcPts val="500"/>
              </a:spcBef>
              <a:spcAft>
                <a:spcPts val="0"/>
              </a:spcAft>
              <a:buClr>
                <a:schemeClr val="dk1"/>
              </a:buClr>
              <a:buSzPts val="818"/>
              <a:buFont typeface="Arial"/>
              <a:buChar char="•"/>
              <a:defRPr b="0" i="0" sz="818"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81" name="Shape 881"/>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882" name="Shape 882"/>
        <p:cNvGrpSpPr/>
        <p:nvPr/>
      </p:nvGrpSpPr>
      <p:grpSpPr>
        <a:xfrm>
          <a:off x="0" y="0"/>
          <a:ext cx="0" cy="0"/>
          <a:chOff x="0" y="0"/>
          <a:chExt cx="0" cy="0"/>
        </a:xfrm>
      </p:grpSpPr>
      <p:sp>
        <p:nvSpPr>
          <p:cNvPr id="883" name="Google Shape;883;p11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884" name="Google Shape;884;p11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5" name="Google Shape;885;p111"/>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886" name="Shape 886"/>
        <p:cNvGrpSpPr/>
        <p:nvPr/>
      </p:nvGrpSpPr>
      <p:grpSpPr>
        <a:xfrm>
          <a:off x="0" y="0"/>
          <a:ext cx="0" cy="0"/>
          <a:chOff x="0" y="0"/>
          <a:chExt cx="0" cy="0"/>
        </a:xfrm>
      </p:grpSpPr>
      <p:sp>
        <p:nvSpPr>
          <p:cNvPr id="887" name="Google Shape;887;p11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888" name="Google Shape;888;p11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9" name="Google Shape;889;p112"/>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890" name="Shape 890"/>
        <p:cNvGrpSpPr/>
        <p:nvPr/>
      </p:nvGrpSpPr>
      <p:grpSpPr>
        <a:xfrm>
          <a:off x="0" y="0"/>
          <a:ext cx="0" cy="0"/>
          <a:chOff x="0" y="0"/>
          <a:chExt cx="0" cy="0"/>
        </a:xfrm>
      </p:grpSpPr>
      <p:sp>
        <p:nvSpPr>
          <p:cNvPr id="891" name="Google Shape;891;p11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892" name="Google Shape;892;p11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3" name="Google Shape;893;p113"/>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894" name="Shape 894"/>
        <p:cNvGrpSpPr/>
        <p:nvPr/>
      </p:nvGrpSpPr>
      <p:grpSpPr>
        <a:xfrm>
          <a:off x="0" y="0"/>
          <a:ext cx="0" cy="0"/>
          <a:chOff x="0" y="0"/>
          <a:chExt cx="0" cy="0"/>
        </a:xfrm>
      </p:grpSpPr>
      <p:sp>
        <p:nvSpPr>
          <p:cNvPr id="895" name="Google Shape;895;p11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896" name="Google Shape;896;p11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7" name="Google Shape;897;p114"/>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Only">
  <p:cSld name="5_Title Only">
    <p:spTree>
      <p:nvGrpSpPr>
        <p:cNvPr id="898" name="Shape 898"/>
        <p:cNvGrpSpPr/>
        <p:nvPr/>
      </p:nvGrpSpPr>
      <p:grpSpPr>
        <a:xfrm>
          <a:off x="0" y="0"/>
          <a:ext cx="0" cy="0"/>
          <a:chOff x="0" y="0"/>
          <a:chExt cx="0" cy="0"/>
        </a:xfrm>
      </p:grpSpPr>
      <p:sp>
        <p:nvSpPr>
          <p:cNvPr id="899" name="Google Shape;899;p11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00" name="Google Shape;900;p11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1" name="Google Shape;901;p115"/>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Only">
  <p:cSld name="6_Title Only">
    <p:spTree>
      <p:nvGrpSpPr>
        <p:cNvPr id="902" name="Shape 902"/>
        <p:cNvGrpSpPr/>
        <p:nvPr/>
      </p:nvGrpSpPr>
      <p:grpSpPr>
        <a:xfrm>
          <a:off x="0" y="0"/>
          <a:ext cx="0" cy="0"/>
          <a:chOff x="0" y="0"/>
          <a:chExt cx="0" cy="0"/>
        </a:xfrm>
      </p:grpSpPr>
      <p:sp>
        <p:nvSpPr>
          <p:cNvPr id="903" name="Google Shape;903;p11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04" name="Google Shape;904;p11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5" name="Google Shape;905;p116"/>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Only">
  <p:cSld name="7_Title Only">
    <p:spTree>
      <p:nvGrpSpPr>
        <p:cNvPr id="906" name="Shape 906"/>
        <p:cNvGrpSpPr/>
        <p:nvPr/>
      </p:nvGrpSpPr>
      <p:grpSpPr>
        <a:xfrm>
          <a:off x="0" y="0"/>
          <a:ext cx="0" cy="0"/>
          <a:chOff x="0" y="0"/>
          <a:chExt cx="0" cy="0"/>
        </a:xfrm>
      </p:grpSpPr>
      <p:sp>
        <p:nvSpPr>
          <p:cNvPr id="907" name="Google Shape;907;p11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08" name="Google Shape;908;p1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9" name="Google Shape;909;p117"/>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Only">
    <p:spTree>
      <p:nvGrpSpPr>
        <p:cNvPr id="910" name="Shape 910"/>
        <p:cNvGrpSpPr/>
        <p:nvPr/>
      </p:nvGrpSpPr>
      <p:grpSpPr>
        <a:xfrm>
          <a:off x="0" y="0"/>
          <a:ext cx="0" cy="0"/>
          <a:chOff x="0" y="0"/>
          <a:chExt cx="0" cy="0"/>
        </a:xfrm>
      </p:grpSpPr>
      <p:sp>
        <p:nvSpPr>
          <p:cNvPr id="911" name="Google Shape;911;p11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12" name="Google Shape;912;p11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3" name="Google Shape;913;p118"/>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Only">
  <p:cSld name="9_Title Only">
    <p:spTree>
      <p:nvGrpSpPr>
        <p:cNvPr id="914" name="Shape 914"/>
        <p:cNvGrpSpPr/>
        <p:nvPr/>
      </p:nvGrpSpPr>
      <p:grpSpPr>
        <a:xfrm>
          <a:off x="0" y="0"/>
          <a:ext cx="0" cy="0"/>
          <a:chOff x="0" y="0"/>
          <a:chExt cx="0" cy="0"/>
        </a:xfrm>
      </p:grpSpPr>
      <p:sp>
        <p:nvSpPr>
          <p:cNvPr id="915" name="Google Shape;915;p11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16" name="Google Shape;916;p11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7" name="Google Shape;917;p119"/>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Only">
  <p:cSld name="10_Title Only">
    <p:spTree>
      <p:nvGrpSpPr>
        <p:cNvPr id="918" name="Shape 918"/>
        <p:cNvGrpSpPr/>
        <p:nvPr/>
      </p:nvGrpSpPr>
      <p:grpSpPr>
        <a:xfrm>
          <a:off x="0" y="0"/>
          <a:ext cx="0" cy="0"/>
          <a:chOff x="0" y="0"/>
          <a:chExt cx="0" cy="0"/>
        </a:xfrm>
      </p:grpSpPr>
      <p:sp>
        <p:nvSpPr>
          <p:cNvPr id="919" name="Google Shape;919;p12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20" name="Google Shape;920;p12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21" name="Google Shape;921;p120"/>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Only">
  <p:cSld name="11_Title Only">
    <p:spTree>
      <p:nvGrpSpPr>
        <p:cNvPr id="922" name="Shape 922"/>
        <p:cNvGrpSpPr/>
        <p:nvPr/>
      </p:nvGrpSpPr>
      <p:grpSpPr>
        <a:xfrm>
          <a:off x="0" y="0"/>
          <a:ext cx="0" cy="0"/>
          <a:chOff x="0" y="0"/>
          <a:chExt cx="0" cy="0"/>
        </a:xfrm>
      </p:grpSpPr>
      <p:sp>
        <p:nvSpPr>
          <p:cNvPr id="923" name="Google Shape;923;p12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24" name="Google Shape;924;p12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25" name="Google Shape;925;p121"/>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Only">
  <p:cSld name="12_Title Only">
    <p:spTree>
      <p:nvGrpSpPr>
        <p:cNvPr id="926" name="Shape 926"/>
        <p:cNvGrpSpPr/>
        <p:nvPr/>
      </p:nvGrpSpPr>
      <p:grpSpPr>
        <a:xfrm>
          <a:off x="0" y="0"/>
          <a:ext cx="0" cy="0"/>
          <a:chOff x="0" y="0"/>
          <a:chExt cx="0" cy="0"/>
        </a:xfrm>
      </p:grpSpPr>
      <p:sp>
        <p:nvSpPr>
          <p:cNvPr id="927" name="Google Shape;927;p12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28" name="Google Shape;928;p12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29" name="Google Shape;929;p122"/>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Only">
  <p:cSld name="13_Title Only">
    <p:spTree>
      <p:nvGrpSpPr>
        <p:cNvPr id="930" name="Shape 930"/>
        <p:cNvGrpSpPr/>
        <p:nvPr/>
      </p:nvGrpSpPr>
      <p:grpSpPr>
        <a:xfrm>
          <a:off x="0" y="0"/>
          <a:ext cx="0" cy="0"/>
          <a:chOff x="0" y="0"/>
          <a:chExt cx="0" cy="0"/>
        </a:xfrm>
      </p:grpSpPr>
      <p:sp>
        <p:nvSpPr>
          <p:cNvPr id="931" name="Google Shape;931;p12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32" name="Google Shape;932;p12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3" name="Google Shape;933;p123"/>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Only">
  <p:cSld name="14_Title Only">
    <p:spTree>
      <p:nvGrpSpPr>
        <p:cNvPr id="934" name="Shape 934"/>
        <p:cNvGrpSpPr/>
        <p:nvPr/>
      </p:nvGrpSpPr>
      <p:grpSpPr>
        <a:xfrm>
          <a:off x="0" y="0"/>
          <a:ext cx="0" cy="0"/>
          <a:chOff x="0" y="0"/>
          <a:chExt cx="0" cy="0"/>
        </a:xfrm>
      </p:grpSpPr>
      <p:sp>
        <p:nvSpPr>
          <p:cNvPr id="935" name="Google Shape;935;p12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36" name="Google Shape;936;p12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7" name="Google Shape;937;p124"/>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Only">
  <p:cSld name="15_Title Only">
    <p:spTree>
      <p:nvGrpSpPr>
        <p:cNvPr id="938" name="Shape 938"/>
        <p:cNvGrpSpPr/>
        <p:nvPr/>
      </p:nvGrpSpPr>
      <p:grpSpPr>
        <a:xfrm>
          <a:off x="0" y="0"/>
          <a:ext cx="0" cy="0"/>
          <a:chOff x="0" y="0"/>
          <a:chExt cx="0" cy="0"/>
        </a:xfrm>
      </p:grpSpPr>
      <p:sp>
        <p:nvSpPr>
          <p:cNvPr id="939" name="Google Shape;939;p12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40" name="Google Shape;940;p12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1" name="Google Shape;941;p125"/>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Only">
  <p:cSld name="16_Title Only">
    <p:spTree>
      <p:nvGrpSpPr>
        <p:cNvPr id="942" name="Shape 942"/>
        <p:cNvGrpSpPr/>
        <p:nvPr/>
      </p:nvGrpSpPr>
      <p:grpSpPr>
        <a:xfrm>
          <a:off x="0" y="0"/>
          <a:ext cx="0" cy="0"/>
          <a:chOff x="0" y="0"/>
          <a:chExt cx="0" cy="0"/>
        </a:xfrm>
      </p:grpSpPr>
      <p:sp>
        <p:nvSpPr>
          <p:cNvPr id="943" name="Google Shape;943;p12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44" name="Google Shape;944;p12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5" name="Google Shape;945;p126"/>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Only">
  <p:cSld name="17_Title Only">
    <p:spTree>
      <p:nvGrpSpPr>
        <p:cNvPr id="946" name="Shape 946"/>
        <p:cNvGrpSpPr/>
        <p:nvPr/>
      </p:nvGrpSpPr>
      <p:grpSpPr>
        <a:xfrm>
          <a:off x="0" y="0"/>
          <a:ext cx="0" cy="0"/>
          <a:chOff x="0" y="0"/>
          <a:chExt cx="0" cy="0"/>
        </a:xfrm>
      </p:grpSpPr>
      <p:sp>
        <p:nvSpPr>
          <p:cNvPr id="947" name="Google Shape;947;p12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48" name="Google Shape;948;p12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9" name="Google Shape;949;p127"/>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Only">
  <p:cSld name="18_Title Only">
    <p:spTree>
      <p:nvGrpSpPr>
        <p:cNvPr id="950" name="Shape 950"/>
        <p:cNvGrpSpPr/>
        <p:nvPr/>
      </p:nvGrpSpPr>
      <p:grpSpPr>
        <a:xfrm>
          <a:off x="0" y="0"/>
          <a:ext cx="0" cy="0"/>
          <a:chOff x="0" y="0"/>
          <a:chExt cx="0" cy="0"/>
        </a:xfrm>
      </p:grpSpPr>
      <p:sp>
        <p:nvSpPr>
          <p:cNvPr id="951" name="Google Shape;951;p12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52" name="Google Shape;952;p12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3" name="Google Shape;953;p128"/>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Only">
  <p:cSld name="19_Title Only">
    <p:spTree>
      <p:nvGrpSpPr>
        <p:cNvPr id="954" name="Shape 954"/>
        <p:cNvGrpSpPr/>
        <p:nvPr/>
      </p:nvGrpSpPr>
      <p:grpSpPr>
        <a:xfrm>
          <a:off x="0" y="0"/>
          <a:ext cx="0" cy="0"/>
          <a:chOff x="0" y="0"/>
          <a:chExt cx="0" cy="0"/>
        </a:xfrm>
      </p:grpSpPr>
      <p:sp>
        <p:nvSpPr>
          <p:cNvPr id="955" name="Google Shape;955;p12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956" name="Google Shape;956;p12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7" name="Google Shape;957;p129"/>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200"/>
              <a:buFont typeface="Calibri"/>
              <a:buNone/>
              <a:defRPr b="0" i="0" sz="22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004" name="Shape 1004"/>
        <p:cNvGrpSpPr/>
        <p:nvPr/>
      </p:nvGrpSpPr>
      <p:grpSpPr>
        <a:xfrm>
          <a:off x="0" y="0"/>
          <a:ext cx="0" cy="0"/>
          <a:chOff x="0" y="0"/>
          <a:chExt cx="0" cy="0"/>
        </a:xfrm>
      </p:grpSpPr>
      <p:sp>
        <p:nvSpPr>
          <p:cNvPr id="1005" name="Google Shape;1005;p131"/>
          <p:cNvSpPr/>
          <p:nvPr/>
        </p:nvSpPr>
        <p:spPr>
          <a:xfrm>
            <a:off x="0" y="4705350"/>
            <a:ext cx="3015916" cy="43815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9.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theme" Target="../theme/theme1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8.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46.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21" Type="http://schemas.openxmlformats.org/officeDocument/2006/relationships/theme" Target="../theme/theme4.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5" Type="http://schemas.openxmlformats.org/officeDocument/2006/relationships/slideLayout" Target="../slideLayouts/slideLayout41.xml"/><Relationship Id="rId14" Type="http://schemas.openxmlformats.org/officeDocument/2006/relationships/slideLayout" Target="../slideLayouts/slideLayout40.xml"/><Relationship Id="rId17" Type="http://schemas.openxmlformats.org/officeDocument/2006/relationships/slideLayout" Target="../slideLayouts/slideLayout43.xml"/><Relationship Id="rId16" Type="http://schemas.openxmlformats.org/officeDocument/2006/relationships/slideLayout" Target="../slideLayouts/slideLayout42.xml"/><Relationship Id="rId5" Type="http://schemas.openxmlformats.org/officeDocument/2006/relationships/slideLayout" Target="../slideLayouts/slideLayout31.xml"/><Relationship Id="rId19" Type="http://schemas.openxmlformats.org/officeDocument/2006/relationships/slideLayout" Target="../slideLayouts/slideLayout45.xml"/><Relationship Id="rId6" Type="http://schemas.openxmlformats.org/officeDocument/2006/relationships/slideLayout" Target="../slideLayouts/slideLayout32.xml"/><Relationship Id="rId18" Type="http://schemas.openxmlformats.org/officeDocument/2006/relationships/slideLayout" Target="../slideLayouts/slideLayout44.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9.xml.rels><?xml version="1.0" encoding="UTF-8" standalone="yes"?><Relationships xmlns="http://schemas.openxmlformats.org/package/2006/relationships"><Relationship Id="rId1" Type="http://schemas.openxmlformats.org/officeDocument/2006/relationships/hyperlink" Target="http://www.tcs.com/" TargetMode="External"/><Relationship Id="rId2" Type="http://schemas.openxmlformats.org/officeDocument/2006/relationships/hyperlink" Target="https://www.linkedin.com/company/tata-consultancy-services/" TargetMode="External"/><Relationship Id="rId3" Type="http://schemas.openxmlformats.org/officeDocument/2006/relationships/hyperlink" Target="https://www.instagram.com/tcsglobal" TargetMode="External"/><Relationship Id="rId4" Type="http://schemas.openxmlformats.org/officeDocument/2006/relationships/hyperlink" Target="https://youtube.com/@tcsglobal" TargetMode="External"/><Relationship Id="rId5" Type="http://schemas.openxmlformats.org/officeDocument/2006/relationships/slideLayout" Target="../slideLayouts/slideLayout4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6"/>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Calibri"/>
              <a:ea typeface="Calibri"/>
              <a:cs typeface="Calibri"/>
              <a:sym typeface="Calibri"/>
            </a:endParaRPr>
          </a:p>
        </p:txBody>
      </p:sp>
      <p:cxnSp>
        <p:nvCxnSpPr>
          <p:cNvPr id="11" name="Google Shape;11;p76"/>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12" name="Google Shape;12;p76"/>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sp>
        <p:nvSpPr>
          <p:cNvPr id="13" name="Google Shape;13;p76"/>
          <p:cNvSpPr/>
          <p:nvPr/>
        </p:nvSpPr>
        <p:spPr>
          <a:xfrm>
            <a:off x="37301" y="63500"/>
            <a:ext cx="215112" cy="4328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91" u="none" cap="none" strike="noStrike">
              <a:solidFill>
                <a:schemeClr val="lt1"/>
              </a:solidFill>
              <a:latin typeface="Calibri"/>
              <a:ea typeface="Calibri"/>
              <a:cs typeface="Calibri"/>
              <a:sym typeface="Calibri"/>
            </a:endParaRPr>
          </a:p>
        </p:txBody>
      </p:sp>
      <p:sp>
        <p:nvSpPr>
          <p:cNvPr id="14" name="Google Shape;14;p76"/>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marR="0" rtl="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76"/>
          <p:cNvSpPr txBox="1"/>
          <p:nvPr>
            <p:ph idx="1" type="body"/>
          </p:nvPr>
        </p:nvSpPr>
        <p:spPr>
          <a:xfrm>
            <a:off x="192992" y="1066799"/>
            <a:ext cx="7886700" cy="314894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rgbClr val="4E84C4"/>
              </a:buClr>
              <a:buSzPts val="1600"/>
              <a:buFont typeface="Arial"/>
              <a:buChar char="•"/>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4E84C4"/>
              </a:buClr>
              <a:buSzPts val="1600"/>
              <a:buFont typeface="Noto Sans Symbols"/>
              <a:buChar char="−"/>
              <a:defRPr b="0" i="0" sz="1600" u="none" cap="none" strike="noStrike">
                <a:solidFill>
                  <a:schemeClr val="dk1"/>
                </a:solidFill>
                <a:latin typeface="Calibri"/>
                <a:ea typeface="Calibri"/>
                <a:cs typeface="Calibri"/>
                <a:sym typeface="Calibri"/>
              </a:defRPr>
            </a:lvl2pPr>
            <a:lvl3pPr indent="-330200" lvl="2" marL="1371600" marR="0" rtl="0" algn="l">
              <a:lnSpc>
                <a:spcPct val="90000"/>
              </a:lnSpc>
              <a:spcBef>
                <a:spcPts val="500"/>
              </a:spcBef>
              <a:spcAft>
                <a:spcPts val="0"/>
              </a:spcAft>
              <a:buClr>
                <a:srgbClr val="4E84C4"/>
              </a:buClr>
              <a:buSzPts val="1600"/>
              <a:buFont typeface="Arial"/>
              <a:buChar char="•"/>
              <a:defRPr b="0" i="0" sz="1600" u="none" cap="none" strike="noStrike">
                <a:solidFill>
                  <a:schemeClr val="dk1"/>
                </a:solidFill>
                <a:latin typeface="Calibri"/>
                <a:ea typeface="Calibri"/>
                <a:cs typeface="Calibri"/>
                <a:sym typeface="Calibri"/>
              </a:defRPr>
            </a:lvl3pPr>
            <a:lvl4pPr indent="-330200" lvl="3" marL="1828800" marR="0" rtl="0" algn="l">
              <a:lnSpc>
                <a:spcPct val="90000"/>
              </a:lnSpc>
              <a:spcBef>
                <a:spcPts val="500"/>
              </a:spcBef>
              <a:spcAft>
                <a:spcPts val="0"/>
              </a:spcAft>
              <a:buClr>
                <a:srgbClr val="4E84C4"/>
              </a:buClr>
              <a:buSzPts val="1600"/>
              <a:buFont typeface="Courier New"/>
              <a:buChar char="o"/>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500"/>
              </a:spcBef>
              <a:spcAft>
                <a:spcPts val="0"/>
              </a:spcAft>
              <a:buClr>
                <a:srgbClr val="4E84C4"/>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7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marR="0" rtl="0" algn="ctr">
              <a:spcBef>
                <a:spcPts val="0"/>
              </a:spcBef>
              <a:buNone/>
              <a:defRPr b="1" i="0" sz="800" u="none" cap="none" strike="noStrike">
                <a:solidFill>
                  <a:srgbClr val="7F7F7F"/>
                </a:solidFill>
                <a:latin typeface="Calibri"/>
                <a:ea typeface="Calibri"/>
                <a:cs typeface="Calibri"/>
                <a:sym typeface="Calibri"/>
              </a:defRPr>
            </a:lvl1pPr>
            <a:lvl2pPr indent="0" lvl="1" marL="0" marR="0" rtl="0" algn="ctr">
              <a:spcBef>
                <a:spcPts val="0"/>
              </a:spcBef>
              <a:buNone/>
              <a:defRPr b="1" i="0" sz="800" u="none" cap="none" strike="noStrike">
                <a:solidFill>
                  <a:srgbClr val="7F7F7F"/>
                </a:solidFill>
                <a:latin typeface="Calibri"/>
                <a:ea typeface="Calibri"/>
                <a:cs typeface="Calibri"/>
                <a:sym typeface="Calibri"/>
              </a:defRPr>
            </a:lvl2pPr>
            <a:lvl3pPr indent="0" lvl="2" marL="0" marR="0" rtl="0" algn="ctr">
              <a:spcBef>
                <a:spcPts val="0"/>
              </a:spcBef>
              <a:buNone/>
              <a:defRPr b="1" i="0" sz="800" u="none" cap="none" strike="noStrike">
                <a:solidFill>
                  <a:srgbClr val="7F7F7F"/>
                </a:solidFill>
                <a:latin typeface="Calibri"/>
                <a:ea typeface="Calibri"/>
                <a:cs typeface="Calibri"/>
                <a:sym typeface="Calibri"/>
              </a:defRPr>
            </a:lvl3pPr>
            <a:lvl4pPr indent="0" lvl="3" marL="0" marR="0" rtl="0" algn="ctr">
              <a:spcBef>
                <a:spcPts val="0"/>
              </a:spcBef>
              <a:buNone/>
              <a:defRPr b="1" i="0" sz="800" u="none" cap="none" strike="noStrike">
                <a:solidFill>
                  <a:srgbClr val="7F7F7F"/>
                </a:solidFill>
                <a:latin typeface="Calibri"/>
                <a:ea typeface="Calibri"/>
                <a:cs typeface="Calibri"/>
                <a:sym typeface="Calibri"/>
              </a:defRPr>
            </a:lvl4pPr>
            <a:lvl5pPr indent="0" lvl="4" marL="0" marR="0" rtl="0" algn="ctr">
              <a:spcBef>
                <a:spcPts val="0"/>
              </a:spcBef>
              <a:buNone/>
              <a:defRPr b="1" i="0" sz="800" u="none" cap="none" strike="noStrike">
                <a:solidFill>
                  <a:srgbClr val="7F7F7F"/>
                </a:solidFill>
                <a:latin typeface="Calibri"/>
                <a:ea typeface="Calibri"/>
                <a:cs typeface="Calibri"/>
                <a:sym typeface="Calibri"/>
              </a:defRPr>
            </a:lvl5pPr>
            <a:lvl6pPr indent="0" lvl="5" marL="0" marR="0" rtl="0" algn="ctr">
              <a:spcBef>
                <a:spcPts val="0"/>
              </a:spcBef>
              <a:buNone/>
              <a:defRPr b="1" i="0" sz="800" u="none" cap="none" strike="noStrike">
                <a:solidFill>
                  <a:srgbClr val="7F7F7F"/>
                </a:solidFill>
                <a:latin typeface="Calibri"/>
                <a:ea typeface="Calibri"/>
                <a:cs typeface="Calibri"/>
                <a:sym typeface="Calibri"/>
              </a:defRPr>
            </a:lvl6pPr>
            <a:lvl7pPr indent="0" lvl="6" marL="0" marR="0" rtl="0" algn="ctr">
              <a:spcBef>
                <a:spcPts val="0"/>
              </a:spcBef>
              <a:buNone/>
              <a:defRPr b="1" i="0" sz="800" u="none" cap="none" strike="noStrike">
                <a:solidFill>
                  <a:srgbClr val="7F7F7F"/>
                </a:solidFill>
                <a:latin typeface="Calibri"/>
                <a:ea typeface="Calibri"/>
                <a:cs typeface="Calibri"/>
                <a:sym typeface="Calibri"/>
              </a:defRPr>
            </a:lvl7pPr>
            <a:lvl8pPr indent="0" lvl="7" marL="0" marR="0" rtl="0" algn="ctr">
              <a:spcBef>
                <a:spcPts val="0"/>
              </a:spcBef>
              <a:buNone/>
              <a:defRPr b="1" i="0" sz="800" u="none" cap="none" strike="noStrike">
                <a:solidFill>
                  <a:srgbClr val="7F7F7F"/>
                </a:solidFill>
                <a:latin typeface="Calibri"/>
                <a:ea typeface="Calibri"/>
                <a:cs typeface="Calibri"/>
                <a:sym typeface="Calibri"/>
              </a:defRPr>
            </a:lvl8pPr>
            <a:lvl9pPr indent="0" lvl="8" marL="0" marR="0" rtl="0" algn="ctr">
              <a:spcBef>
                <a:spcPts val="0"/>
              </a:spcBef>
              <a:buNone/>
              <a:defRPr b="1" i="0" sz="800" u="none" cap="none" strike="noStrike">
                <a:solidFill>
                  <a:srgbClr val="7F7F7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17" name="Google Shape;17;p76"/>
          <p:cNvCxnSpPr/>
          <p:nvPr/>
        </p:nvCxnSpPr>
        <p:spPr>
          <a:xfrm>
            <a:off x="4578258" y="4923599"/>
            <a:ext cx="0" cy="127170"/>
          </a:xfrm>
          <a:prstGeom prst="straightConnector1">
            <a:avLst/>
          </a:prstGeom>
          <a:noFill/>
          <a:ln cap="flat" cmpd="sng" w="12700">
            <a:solidFill>
              <a:srgbClr val="808285"/>
            </a:solidFill>
            <a:prstDash val="solid"/>
            <a:miter lim="8000"/>
            <a:headEnd len="sm" w="sm" type="none"/>
            <a:tailEnd len="sm" w="sm" type="none"/>
          </a:ln>
        </p:spPr>
      </p:cxnSp>
      <p:sp>
        <p:nvSpPr>
          <p:cNvPr id="18" name="Google Shape;18;p76"/>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400"/>
              <a:buNone/>
              <a:defRPr b="0" i="0" sz="800" u="none" cap="none" strike="noStrike">
                <a:solidFill>
                  <a:srgbClr val="59595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grpSp>
        <p:nvGrpSpPr>
          <p:cNvPr id="19" name="Google Shape;19;p76"/>
          <p:cNvGrpSpPr/>
          <p:nvPr/>
        </p:nvGrpSpPr>
        <p:grpSpPr>
          <a:xfrm>
            <a:off x="274638" y="4648193"/>
            <a:ext cx="8570864" cy="390410"/>
            <a:chOff x="274638" y="4648193"/>
            <a:chExt cx="8570864" cy="390410"/>
          </a:xfrm>
        </p:grpSpPr>
        <p:grpSp>
          <p:nvGrpSpPr>
            <p:cNvPr id="20" name="Google Shape;20;p76"/>
            <p:cNvGrpSpPr/>
            <p:nvPr/>
          </p:nvGrpSpPr>
          <p:grpSpPr>
            <a:xfrm>
              <a:off x="274638" y="4736080"/>
              <a:ext cx="1266904" cy="302523"/>
              <a:chOff x="0" y="2427986"/>
              <a:chExt cx="1581147" cy="380839"/>
            </a:xfrm>
          </p:grpSpPr>
          <p:grpSp>
            <p:nvGrpSpPr>
              <p:cNvPr id="21" name="Google Shape;21;p76"/>
              <p:cNvGrpSpPr/>
              <p:nvPr/>
            </p:nvGrpSpPr>
            <p:grpSpPr>
              <a:xfrm>
                <a:off x="0" y="2428340"/>
                <a:ext cx="605264" cy="380485"/>
                <a:chOff x="0" y="2428340"/>
                <a:chExt cx="605264" cy="380485"/>
              </a:xfrm>
            </p:grpSpPr>
            <p:sp>
              <p:nvSpPr>
                <p:cNvPr id="22" name="Google Shape;22;p76"/>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76"/>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 name="Google Shape;24;p76"/>
              <p:cNvGrpSpPr/>
              <p:nvPr/>
            </p:nvGrpSpPr>
            <p:grpSpPr>
              <a:xfrm>
                <a:off x="684661" y="2427986"/>
                <a:ext cx="896486" cy="379271"/>
                <a:chOff x="684661" y="2427986"/>
                <a:chExt cx="896486" cy="379271"/>
              </a:xfrm>
            </p:grpSpPr>
            <p:sp>
              <p:nvSpPr>
                <p:cNvPr id="25" name="Google Shape;25;p76"/>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76"/>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76"/>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76"/>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76"/>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76"/>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76"/>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76"/>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76"/>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76"/>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76"/>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76"/>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76"/>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76"/>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76"/>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76"/>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76"/>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76"/>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76"/>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76"/>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76"/>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76"/>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76"/>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48" name="Google Shape;48;p76"/>
            <p:cNvGrpSpPr/>
            <p:nvPr/>
          </p:nvGrpSpPr>
          <p:grpSpPr>
            <a:xfrm>
              <a:off x="8409533" y="4648193"/>
              <a:ext cx="435969" cy="387958"/>
              <a:chOff x="8599610" y="2333965"/>
              <a:chExt cx="542618" cy="474759"/>
            </a:xfrm>
          </p:grpSpPr>
          <p:sp>
            <p:nvSpPr>
              <p:cNvPr id="49" name="Google Shape;49;p76"/>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76"/>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76"/>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76"/>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76"/>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76"/>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76"/>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78"/>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lvl1pPr lvl="0" marR="0" rtl="0" algn="l">
              <a:lnSpc>
                <a:spcPct val="10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1" name="Google Shape;71;p78"/>
          <p:cNvSpPr txBox="1"/>
          <p:nvPr>
            <p:ph idx="1" type="body"/>
          </p:nvPr>
        </p:nvSpPr>
        <p:spPr>
          <a:xfrm>
            <a:off x="281238" y="2203049"/>
            <a:ext cx="4042988" cy="33855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772">
          <p15:clr>
            <a:srgbClr val="F26B43"/>
          </p15:clr>
        </p15:guide>
        <p15:guide id="2" orient="horz" pos="386">
          <p15:clr>
            <a:srgbClr val="F26B43"/>
          </p15:clr>
        </p15:guide>
        <p15:guide id="3" orient="horz" pos="915">
          <p15:clr>
            <a:srgbClr val="F26B43"/>
          </p15:clr>
        </p15:guide>
        <p15:guide id="4" pos="170">
          <p15:clr>
            <a:srgbClr val="F26B43"/>
          </p15:clr>
        </p15:guide>
        <p15:guide id="5" pos="5580">
          <p15:clr>
            <a:srgbClr val="F26B43"/>
          </p15:clr>
        </p15:guide>
        <p15:guide id="6" orient="horz" pos="161">
          <p15:clr>
            <a:srgbClr val="F26B43"/>
          </p15:clr>
        </p15:guide>
        <p15:guide id="7" orient="horz" pos="13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82"/>
          <p:cNvSpPr/>
          <p:nvPr/>
        </p:nvSpPr>
        <p:spPr>
          <a:xfrm>
            <a:off x="0" y="0"/>
            <a:ext cx="9144000" cy="5143500"/>
          </a:xfrm>
          <a:prstGeom prst="rect">
            <a:avLst/>
          </a:prstGeom>
          <a:noFill/>
          <a:ln>
            <a:noFill/>
          </a:ln>
        </p:spPr>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772">
          <p15:clr>
            <a:srgbClr val="F26B43"/>
          </p15:clr>
        </p15:guide>
        <p15:guide id="2" orient="horz" pos="386">
          <p15:clr>
            <a:srgbClr val="F26B43"/>
          </p15:clr>
        </p15:guide>
        <p15:guide id="3" orient="horz" pos="948">
          <p15:clr>
            <a:srgbClr val="F26B43"/>
          </p15:clr>
        </p15:guide>
        <p15:guide id="4" pos="170">
          <p15:clr>
            <a:srgbClr val="F26B43"/>
          </p15:clr>
        </p15:guide>
        <p15:guide id="5" pos="5580">
          <p15:clr>
            <a:srgbClr val="F26B43"/>
          </p15:clr>
        </p15:guide>
        <p15:guide id="6" orient="horz" pos="161">
          <p15:clr>
            <a:srgbClr val="F26B43"/>
          </p15:clr>
        </p15:guide>
        <p15:guide id="7" orient="horz" pos="1344">
          <p15:clr>
            <a:srgbClr val="F26B43"/>
          </p15:clr>
        </p15:guide>
        <p15:guide id="8" orient="horz" pos="72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9" name="Shape 329"/>
        <p:cNvGrpSpPr/>
        <p:nvPr/>
      </p:nvGrpSpPr>
      <p:grpSpPr>
        <a:xfrm>
          <a:off x="0" y="0"/>
          <a:ext cx="0" cy="0"/>
          <a:chOff x="0" y="0"/>
          <a:chExt cx="0" cy="0"/>
        </a:xfrm>
      </p:grpSpPr>
      <p:sp>
        <p:nvSpPr>
          <p:cNvPr id="330" name="Google Shape;330;p87"/>
          <p:cNvSpPr/>
          <p:nvPr/>
        </p:nvSpPr>
        <p:spPr>
          <a:xfrm>
            <a:off x="70640" y="100727"/>
            <a:ext cx="148437" cy="145788"/>
          </a:xfrm>
          <a:prstGeom prst="rect">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331" name="Google Shape;331;p87"/>
          <p:cNvCxnSpPr/>
          <p:nvPr/>
        </p:nvCxnSpPr>
        <p:spPr>
          <a:xfrm>
            <a:off x="91079" y="273502"/>
            <a:ext cx="107556" cy="0"/>
          </a:xfrm>
          <a:prstGeom prst="straightConnector1">
            <a:avLst/>
          </a:prstGeom>
          <a:noFill/>
          <a:ln cap="rnd" cmpd="sng" w="9525">
            <a:solidFill>
              <a:schemeClr val="accent1"/>
            </a:solidFill>
            <a:prstDash val="solid"/>
            <a:miter lim="8000"/>
            <a:headEnd len="sm" w="sm" type="none"/>
            <a:tailEnd len="sm" w="sm" type="none"/>
          </a:ln>
        </p:spPr>
      </p:cxnSp>
      <p:sp>
        <p:nvSpPr>
          <p:cNvPr id="332" name="Google Shape;332;p87"/>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333" name="Google Shape;333;p87"/>
          <p:cNvSpPr/>
          <p:nvPr/>
        </p:nvSpPr>
        <p:spPr>
          <a:xfrm>
            <a:off x="37301" y="63500"/>
            <a:ext cx="215112" cy="4328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334" name="Google Shape;334;p8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marR="0" rtl="0" algn="l">
              <a:lnSpc>
                <a:spcPct val="90000"/>
              </a:lnSpc>
              <a:spcBef>
                <a:spcPts val="0"/>
              </a:spcBef>
              <a:spcAft>
                <a:spcPts val="0"/>
              </a:spcAft>
              <a:buClr>
                <a:schemeClr val="lt1"/>
              </a:buClr>
              <a:buSzPts val="2400"/>
              <a:buFont typeface="Calibri"/>
              <a:buNone/>
              <a:defRPr b="0" i="0" sz="2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5" name="Google Shape;335;p87"/>
          <p:cNvSpPr txBox="1"/>
          <p:nvPr>
            <p:ph idx="1" type="body"/>
          </p:nvPr>
        </p:nvSpPr>
        <p:spPr>
          <a:xfrm>
            <a:off x="192992" y="1066799"/>
            <a:ext cx="7886700" cy="314894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rgbClr val="4E84C4"/>
              </a:buClr>
              <a:buSzPts val="1600"/>
              <a:buFont typeface="Arial"/>
              <a:buChar char="•"/>
              <a:defRPr b="0" i="0" sz="1600" u="none" cap="none" strike="noStrike">
                <a:solidFill>
                  <a:schemeClr val="lt1"/>
                </a:solidFill>
                <a:latin typeface="Calibri"/>
                <a:ea typeface="Calibri"/>
                <a:cs typeface="Calibri"/>
                <a:sym typeface="Calibri"/>
              </a:defRPr>
            </a:lvl1pPr>
            <a:lvl2pPr indent="-330200" lvl="1" marL="914400" marR="0" rtl="0" algn="l">
              <a:lnSpc>
                <a:spcPct val="90000"/>
              </a:lnSpc>
              <a:spcBef>
                <a:spcPts val="500"/>
              </a:spcBef>
              <a:spcAft>
                <a:spcPts val="0"/>
              </a:spcAft>
              <a:buClr>
                <a:srgbClr val="4E84C4"/>
              </a:buClr>
              <a:buSzPts val="1600"/>
              <a:buFont typeface="Noto Sans Symbols"/>
              <a:buChar char="−"/>
              <a:defRPr b="0" i="0" sz="1600" u="none" cap="none" strike="noStrike">
                <a:solidFill>
                  <a:schemeClr val="lt1"/>
                </a:solidFill>
                <a:latin typeface="Calibri"/>
                <a:ea typeface="Calibri"/>
                <a:cs typeface="Calibri"/>
                <a:sym typeface="Calibri"/>
              </a:defRPr>
            </a:lvl2pPr>
            <a:lvl3pPr indent="-330200" lvl="2" marL="1371600" marR="0" rtl="0" algn="l">
              <a:lnSpc>
                <a:spcPct val="90000"/>
              </a:lnSpc>
              <a:spcBef>
                <a:spcPts val="500"/>
              </a:spcBef>
              <a:spcAft>
                <a:spcPts val="0"/>
              </a:spcAft>
              <a:buClr>
                <a:srgbClr val="4E84C4"/>
              </a:buClr>
              <a:buSzPts val="1600"/>
              <a:buFont typeface="Arial"/>
              <a:buChar char="•"/>
              <a:defRPr b="0" i="0" sz="1600" u="none" cap="none" strike="noStrike">
                <a:solidFill>
                  <a:schemeClr val="lt1"/>
                </a:solidFill>
                <a:latin typeface="Calibri"/>
                <a:ea typeface="Calibri"/>
                <a:cs typeface="Calibri"/>
                <a:sym typeface="Calibri"/>
              </a:defRPr>
            </a:lvl3pPr>
            <a:lvl4pPr indent="-330200" lvl="3" marL="1828800" marR="0" rtl="0" algn="l">
              <a:lnSpc>
                <a:spcPct val="90000"/>
              </a:lnSpc>
              <a:spcBef>
                <a:spcPts val="500"/>
              </a:spcBef>
              <a:spcAft>
                <a:spcPts val="0"/>
              </a:spcAft>
              <a:buClr>
                <a:srgbClr val="4E84C4"/>
              </a:buClr>
              <a:buSzPts val="1600"/>
              <a:buFont typeface="Courier New"/>
              <a:buChar char="o"/>
              <a:defRPr b="0" i="0" sz="1600" u="none" cap="none" strike="noStrike">
                <a:solidFill>
                  <a:schemeClr val="lt1"/>
                </a:solidFill>
                <a:latin typeface="Calibri"/>
                <a:ea typeface="Calibri"/>
                <a:cs typeface="Calibri"/>
                <a:sym typeface="Calibri"/>
              </a:defRPr>
            </a:lvl4pPr>
            <a:lvl5pPr indent="-330200" lvl="4" marL="2286000" marR="0" rtl="0" algn="l">
              <a:lnSpc>
                <a:spcPct val="90000"/>
              </a:lnSpc>
              <a:spcBef>
                <a:spcPts val="500"/>
              </a:spcBef>
              <a:spcAft>
                <a:spcPts val="0"/>
              </a:spcAft>
              <a:buClr>
                <a:srgbClr val="4E84C4"/>
              </a:buClr>
              <a:buSzPts val="1600"/>
              <a:buFont typeface="Arial"/>
              <a:buChar char="•"/>
              <a:defRPr b="0" i="0" sz="16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6" name="Google Shape;336;p8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lvl1pPr indent="0" lvl="0" marL="0" marR="0" rtl="0" algn="ctr">
              <a:spcBef>
                <a:spcPts val="0"/>
              </a:spcBef>
              <a:buNone/>
              <a:defRPr b="1" sz="800">
                <a:solidFill>
                  <a:srgbClr val="A5A5A5"/>
                </a:solidFill>
                <a:latin typeface="Calibri"/>
                <a:ea typeface="Calibri"/>
                <a:cs typeface="Calibri"/>
                <a:sym typeface="Calibri"/>
              </a:defRPr>
            </a:lvl1pPr>
            <a:lvl2pPr indent="0" lvl="1" marL="0" marR="0" rtl="0" algn="ctr">
              <a:spcBef>
                <a:spcPts val="0"/>
              </a:spcBef>
              <a:buNone/>
              <a:defRPr b="1" sz="800">
                <a:solidFill>
                  <a:srgbClr val="A5A5A5"/>
                </a:solidFill>
                <a:latin typeface="Calibri"/>
                <a:ea typeface="Calibri"/>
                <a:cs typeface="Calibri"/>
                <a:sym typeface="Calibri"/>
              </a:defRPr>
            </a:lvl2pPr>
            <a:lvl3pPr indent="0" lvl="2" marL="0" marR="0" rtl="0" algn="ctr">
              <a:spcBef>
                <a:spcPts val="0"/>
              </a:spcBef>
              <a:buNone/>
              <a:defRPr b="1" sz="800">
                <a:solidFill>
                  <a:srgbClr val="A5A5A5"/>
                </a:solidFill>
                <a:latin typeface="Calibri"/>
                <a:ea typeface="Calibri"/>
                <a:cs typeface="Calibri"/>
                <a:sym typeface="Calibri"/>
              </a:defRPr>
            </a:lvl3pPr>
            <a:lvl4pPr indent="0" lvl="3" marL="0" marR="0" rtl="0" algn="ctr">
              <a:spcBef>
                <a:spcPts val="0"/>
              </a:spcBef>
              <a:buNone/>
              <a:defRPr b="1" sz="800">
                <a:solidFill>
                  <a:srgbClr val="A5A5A5"/>
                </a:solidFill>
                <a:latin typeface="Calibri"/>
                <a:ea typeface="Calibri"/>
                <a:cs typeface="Calibri"/>
                <a:sym typeface="Calibri"/>
              </a:defRPr>
            </a:lvl4pPr>
            <a:lvl5pPr indent="0" lvl="4" marL="0" marR="0" rtl="0" algn="ctr">
              <a:spcBef>
                <a:spcPts val="0"/>
              </a:spcBef>
              <a:buNone/>
              <a:defRPr b="1" sz="800">
                <a:solidFill>
                  <a:srgbClr val="A5A5A5"/>
                </a:solidFill>
                <a:latin typeface="Calibri"/>
                <a:ea typeface="Calibri"/>
                <a:cs typeface="Calibri"/>
                <a:sym typeface="Calibri"/>
              </a:defRPr>
            </a:lvl5pPr>
            <a:lvl6pPr indent="0" lvl="5" marL="0" marR="0" rtl="0" algn="ctr">
              <a:spcBef>
                <a:spcPts val="0"/>
              </a:spcBef>
              <a:buNone/>
              <a:defRPr b="1" sz="800">
                <a:solidFill>
                  <a:srgbClr val="A5A5A5"/>
                </a:solidFill>
                <a:latin typeface="Calibri"/>
                <a:ea typeface="Calibri"/>
                <a:cs typeface="Calibri"/>
                <a:sym typeface="Calibri"/>
              </a:defRPr>
            </a:lvl6pPr>
            <a:lvl7pPr indent="0" lvl="6" marL="0" marR="0" rtl="0" algn="ctr">
              <a:spcBef>
                <a:spcPts val="0"/>
              </a:spcBef>
              <a:buNone/>
              <a:defRPr b="1" sz="800">
                <a:solidFill>
                  <a:srgbClr val="A5A5A5"/>
                </a:solidFill>
                <a:latin typeface="Calibri"/>
                <a:ea typeface="Calibri"/>
                <a:cs typeface="Calibri"/>
                <a:sym typeface="Calibri"/>
              </a:defRPr>
            </a:lvl7pPr>
            <a:lvl8pPr indent="0" lvl="7" marL="0" marR="0" rtl="0" algn="ctr">
              <a:spcBef>
                <a:spcPts val="0"/>
              </a:spcBef>
              <a:buNone/>
              <a:defRPr b="1" sz="800">
                <a:solidFill>
                  <a:srgbClr val="A5A5A5"/>
                </a:solidFill>
                <a:latin typeface="Calibri"/>
                <a:ea typeface="Calibri"/>
                <a:cs typeface="Calibri"/>
                <a:sym typeface="Calibri"/>
              </a:defRPr>
            </a:lvl8pPr>
            <a:lvl9pPr indent="0" lvl="8" marL="0" marR="0" rtl="0" algn="ctr">
              <a:spcBef>
                <a:spcPts val="0"/>
              </a:spcBef>
              <a:buNone/>
              <a:defRPr b="1" sz="800">
                <a:solidFill>
                  <a:srgbClr val="A5A5A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337" name="Google Shape;337;p87"/>
          <p:cNvCxnSpPr/>
          <p:nvPr/>
        </p:nvCxnSpPr>
        <p:spPr>
          <a:xfrm>
            <a:off x="4578258" y="4923599"/>
            <a:ext cx="0" cy="127170"/>
          </a:xfrm>
          <a:prstGeom prst="straightConnector1">
            <a:avLst/>
          </a:prstGeom>
          <a:noFill/>
          <a:ln cap="flat" cmpd="sng" w="12700">
            <a:solidFill>
              <a:srgbClr val="808285"/>
            </a:solidFill>
            <a:prstDash val="solid"/>
            <a:miter lim="8000"/>
            <a:headEnd len="sm" w="sm" type="none"/>
            <a:tailEnd len="sm" w="sm" type="none"/>
          </a:ln>
        </p:spPr>
      </p:cxnSp>
      <p:sp>
        <p:nvSpPr>
          <p:cNvPr id="338" name="Google Shape;338;p8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400"/>
              <a:buNone/>
              <a:defRPr b="0" sz="800">
                <a:solidFill>
                  <a:srgbClr val="D8D8D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grpSp>
        <p:nvGrpSpPr>
          <p:cNvPr id="339" name="Google Shape;339;p87"/>
          <p:cNvGrpSpPr/>
          <p:nvPr/>
        </p:nvGrpSpPr>
        <p:grpSpPr>
          <a:xfrm>
            <a:off x="274638" y="4648193"/>
            <a:ext cx="8570864" cy="390410"/>
            <a:chOff x="274638" y="4648193"/>
            <a:chExt cx="8570864" cy="390410"/>
          </a:xfrm>
        </p:grpSpPr>
        <p:grpSp>
          <p:nvGrpSpPr>
            <p:cNvPr id="340" name="Google Shape;340;p87"/>
            <p:cNvGrpSpPr/>
            <p:nvPr/>
          </p:nvGrpSpPr>
          <p:grpSpPr>
            <a:xfrm>
              <a:off x="274638" y="4736080"/>
              <a:ext cx="1266904" cy="302523"/>
              <a:chOff x="0" y="2427986"/>
              <a:chExt cx="1581147" cy="380839"/>
            </a:xfrm>
          </p:grpSpPr>
          <p:grpSp>
            <p:nvGrpSpPr>
              <p:cNvPr id="341" name="Google Shape;341;p87"/>
              <p:cNvGrpSpPr/>
              <p:nvPr/>
            </p:nvGrpSpPr>
            <p:grpSpPr>
              <a:xfrm>
                <a:off x="0" y="2428340"/>
                <a:ext cx="605264" cy="380485"/>
                <a:chOff x="0" y="2428340"/>
                <a:chExt cx="605264" cy="380485"/>
              </a:xfrm>
            </p:grpSpPr>
            <p:sp>
              <p:nvSpPr>
                <p:cNvPr id="342" name="Google Shape;342;p87"/>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87"/>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4" name="Google Shape;344;p87"/>
              <p:cNvGrpSpPr/>
              <p:nvPr/>
            </p:nvGrpSpPr>
            <p:grpSpPr>
              <a:xfrm>
                <a:off x="684661" y="2427986"/>
                <a:ext cx="896486" cy="379271"/>
                <a:chOff x="684661" y="2427986"/>
                <a:chExt cx="896486" cy="379271"/>
              </a:xfrm>
            </p:grpSpPr>
            <p:sp>
              <p:nvSpPr>
                <p:cNvPr id="345" name="Google Shape;345;p87"/>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87"/>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87"/>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87"/>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87"/>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87"/>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87"/>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87"/>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87"/>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87"/>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87"/>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87"/>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87"/>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87"/>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87"/>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87"/>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87"/>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87"/>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87"/>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87"/>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87"/>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87"/>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87"/>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68" name="Google Shape;368;p87"/>
            <p:cNvGrpSpPr/>
            <p:nvPr/>
          </p:nvGrpSpPr>
          <p:grpSpPr>
            <a:xfrm>
              <a:off x="8409533" y="4648193"/>
              <a:ext cx="435969" cy="387958"/>
              <a:chOff x="8599610" y="2333965"/>
              <a:chExt cx="542618" cy="474759"/>
            </a:xfrm>
          </p:grpSpPr>
          <p:sp>
            <p:nvSpPr>
              <p:cNvPr id="369" name="Google Shape;369;p87"/>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87"/>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87"/>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87"/>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87"/>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87"/>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87"/>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772">
          <p15:clr>
            <a:srgbClr val="F26B43"/>
          </p15:clr>
        </p15:guide>
        <p15:guide id="2" orient="horz" pos="386">
          <p15:clr>
            <a:srgbClr val="F26B43"/>
          </p15:clr>
        </p15:guide>
        <p15:guide id="3" orient="horz" pos="915">
          <p15:clr>
            <a:srgbClr val="F26B43"/>
          </p15:clr>
        </p15:guide>
        <p15:guide id="4" pos="170">
          <p15:clr>
            <a:srgbClr val="F26B43"/>
          </p15:clr>
        </p15:guide>
        <p15:guide id="5" pos="5580">
          <p15:clr>
            <a:srgbClr val="F26B43"/>
          </p15:clr>
        </p15:guide>
        <p15:guide id="6" orient="horz" pos="161">
          <p15:clr>
            <a:srgbClr val="F26B43"/>
          </p15:clr>
        </p15:guide>
        <p15:guide id="7" orient="horz" pos="134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8" name="Shape 598"/>
        <p:cNvGrpSpPr/>
        <p:nvPr/>
      </p:nvGrpSpPr>
      <p:grpSpPr>
        <a:xfrm>
          <a:off x="0" y="0"/>
          <a:ext cx="0" cy="0"/>
          <a:chOff x="0" y="0"/>
          <a:chExt cx="0" cy="0"/>
        </a:xfrm>
      </p:grpSpPr>
      <p:sp>
        <p:nvSpPr>
          <p:cNvPr id="599" name="Google Shape;599;p9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lvl1pPr lvl="0" marR="0" rtl="0" algn="l">
              <a:lnSpc>
                <a:spcPct val="90000"/>
              </a:lnSpc>
              <a:spcBef>
                <a:spcPts val="0"/>
              </a:spcBef>
              <a:spcAft>
                <a:spcPts val="0"/>
              </a:spcAft>
              <a:buClr>
                <a:schemeClr val="lt1"/>
              </a:buClr>
              <a:buSzPts val="2400"/>
              <a:buFont typeface="Calibri"/>
              <a:buNone/>
              <a:defRPr b="0" i="0" sz="2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7" pos="5585">
          <p15:clr>
            <a:srgbClr val="F26B43"/>
          </p15:clr>
        </p15:guide>
        <p15:guide id="8" pos="170">
          <p15:clr>
            <a:srgbClr val="F26B43"/>
          </p15:clr>
        </p15:guide>
        <p15:guide id="9" orient="horz" pos="316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9" name="Shape 749"/>
        <p:cNvGrpSpPr/>
        <p:nvPr/>
      </p:nvGrpSpPr>
      <p:grpSpPr>
        <a:xfrm>
          <a:off x="0" y="0"/>
          <a:ext cx="0" cy="0"/>
          <a:chOff x="0" y="0"/>
          <a:chExt cx="0" cy="0"/>
        </a:xfrm>
      </p:grpSpPr>
      <p:sp>
        <p:nvSpPr>
          <p:cNvPr id="750" name="Google Shape;750;p99"/>
          <p:cNvSpPr/>
          <p:nvPr/>
        </p:nvSpPr>
        <p:spPr>
          <a:xfrm>
            <a:off x="0" y="0"/>
            <a:ext cx="9144000" cy="5143500"/>
          </a:xfrm>
          <a:prstGeom prst="rect">
            <a:avLst/>
          </a:prstGeom>
          <a:noFill/>
          <a:ln>
            <a:noFill/>
          </a:ln>
        </p:spPr>
      </p:sp>
      <p:sp>
        <p:nvSpPr>
          <p:cNvPr id="751" name="Google Shape;751;p99"/>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752" name="Google Shape;752;p99"/>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753" name="Google Shape;753;p99"/>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754" name="Google Shape;754;p99"/>
          <p:cNvSpPr/>
          <p:nvPr/>
        </p:nvSpPr>
        <p:spPr>
          <a:xfrm>
            <a:off x="37301" y="63763"/>
            <a:ext cx="215112" cy="3956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755" name="Google Shape;755;p99"/>
          <p:cNvSpPr/>
          <p:nvPr/>
        </p:nvSpPr>
        <p:spPr>
          <a:xfrm>
            <a:off x="4873688" y="863878"/>
            <a:ext cx="3814354" cy="3817383"/>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7" pos="5585">
          <p15:clr>
            <a:srgbClr val="F26B43"/>
          </p15:clr>
        </p15:guide>
        <p15:guide id="8" pos="174">
          <p15:clr>
            <a:srgbClr val="F26B43"/>
          </p15:clr>
        </p15:guide>
        <p15:guide id="9" orient="horz" pos="316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37" name="Shape 837"/>
        <p:cNvGrpSpPr/>
        <p:nvPr/>
      </p:nvGrpSpPr>
      <p:grpSpPr>
        <a:xfrm>
          <a:off x="0" y="0"/>
          <a:ext cx="0" cy="0"/>
          <a:chOff x="0" y="0"/>
          <a:chExt cx="0" cy="0"/>
        </a:xfrm>
      </p:grpSpPr>
      <p:sp>
        <p:nvSpPr>
          <p:cNvPr id="838" name="Google Shape;838;p103"/>
          <p:cNvSpPr/>
          <p:nvPr/>
        </p:nvSpPr>
        <p:spPr>
          <a:xfrm>
            <a:off x="0" y="0"/>
            <a:ext cx="9144000" cy="5143500"/>
          </a:xfrm>
          <a:prstGeom prst="rect">
            <a:avLst/>
          </a:prstGeom>
          <a:noFill/>
          <a:ln>
            <a:noFill/>
          </a:ln>
        </p:spPr>
      </p:sp>
      <p:sp>
        <p:nvSpPr>
          <p:cNvPr id="839" name="Google Shape;839;p103"/>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840" name="Google Shape;840;p103"/>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841" name="Google Shape;841;p103"/>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842" name="Google Shape;842;p103"/>
          <p:cNvSpPr/>
          <p:nvPr/>
        </p:nvSpPr>
        <p:spPr>
          <a:xfrm>
            <a:off x="37301" y="63763"/>
            <a:ext cx="215112" cy="39566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843" name="Google Shape;843;p103"/>
          <p:cNvSpPr/>
          <p:nvPr/>
        </p:nvSpPr>
        <p:spPr>
          <a:xfrm>
            <a:off x="277814" y="1735005"/>
            <a:ext cx="5010466" cy="443070"/>
          </a:xfrm>
          <a:prstGeom prst="rect">
            <a:avLst/>
          </a:prstGeom>
          <a:noFill/>
          <a:ln>
            <a:noFill/>
          </a:ln>
        </p:spPr>
        <p:txBody>
          <a:bodyPr anchorCtr="0" anchor="ctr" bIns="0" lIns="0" spcFirstLastPara="1" rIns="0" wrap="square" tIns="12050">
            <a:spAutoFit/>
          </a:bodyPr>
          <a:lstStyle/>
          <a:p>
            <a:pPr indent="0" lvl="0" marL="5776" marR="0" rtl="0" algn="l">
              <a:lnSpc>
                <a:spcPct val="100000"/>
              </a:lnSpc>
              <a:spcBef>
                <a:spcPts val="0"/>
              </a:spcBef>
              <a:spcAft>
                <a:spcPts val="0"/>
              </a:spcAft>
              <a:buClr>
                <a:schemeClr val="lt1"/>
              </a:buClr>
              <a:buSzPts val="2800"/>
              <a:buFont typeface="Arial"/>
              <a:buNone/>
            </a:pPr>
            <a:r>
              <a:rPr b="0" i="0" lang="en-US" sz="2800">
                <a:solidFill>
                  <a:schemeClr val="lt1"/>
                </a:solidFill>
                <a:latin typeface="Arial"/>
                <a:ea typeface="Arial"/>
                <a:cs typeface="Arial"/>
                <a:sym typeface="Arial"/>
              </a:rPr>
              <a:t>Thank you</a:t>
            </a:r>
            <a:endParaRPr/>
          </a:p>
        </p:txBody>
      </p:sp>
      <p:grpSp>
        <p:nvGrpSpPr>
          <p:cNvPr id="844" name="Google Shape;844;p103"/>
          <p:cNvGrpSpPr/>
          <p:nvPr/>
        </p:nvGrpSpPr>
        <p:grpSpPr>
          <a:xfrm>
            <a:off x="268664" y="159185"/>
            <a:ext cx="8556433" cy="451747"/>
            <a:chOff x="268664" y="159185"/>
            <a:chExt cx="8593932" cy="453727"/>
          </a:xfrm>
        </p:grpSpPr>
        <p:grpSp>
          <p:nvGrpSpPr>
            <p:cNvPr id="845" name="Google Shape;845;p103"/>
            <p:cNvGrpSpPr/>
            <p:nvPr/>
          </p:nvGrpSpPr>
          <p:grpSpPr>
            <a:xfrm>
              <a:off x="268664" y="259103"/>
              <a:ext cx="1481677" cy="353809"/>
              <a:chOff x="0" y="2427986"/>
              <a:chExt cx="1581147" cy="380839"/>
            </a:xfrm>
          </p:grpSpPr>
          <p:grpSp>
            <p:nvGrpSpPr>
              <p:cNvPr id="846" name="Google Shape;846;p103"/>
              <p:cNvGrpSpPr/>
              <p:nvPr/>
            </p:nvGrpSpPr>
            <p:grpSpPr>
              <a:xfrm>
                <a:off x="0" y="2428340"/>
                <a:ext cx="605264" cy="380485"/>
                <a:chOff x="0" y="2428340"/>
                <a:chExt cx="605264" cy="380485"/>
              </a:xfrm>
            </p:grpSpPr>
            <p:sp>
              <p:nvSpPr>
                <p:cNvPr id="847" name="Google Shape;847;p103"/>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103"/>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49" name="Google Shape;849;p103"/>
              <p:cNvGrpSpPr/>
              <p:nvPr/>
            </p:nvGrpSpPr>
            <p:grpSpPr>
              <a:xfrm>
                <a:off x="684661" y="2427986"/>
                <a:ext cx="896486" cy="379271"/>
                <a:chOff x="684661" y="2427986"/>
                <a:chExt cx="896486" cy="379271"/>
              </a:xfrm>
            </p:grpSpPr>
            <p:sp>
              <p:nvSpPr>
                <p:cNvPr id="850" name="Google Shape;850;p103"/>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1" name="Google Shape;851;p103"/>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2" name="Google Shape;852;p103"/>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3" name="Google Shape;853;p103"/>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4" name="Google Shape;854;p103"/>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5" name="Google Shape;855;p103"/>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103"/>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103"/>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p103"/>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103"/>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103"/>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103"/>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p103"/>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3" name="Google Shape;863;p103"/>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103"/>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103"/>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103"/>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103"/>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103"/>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9" name="Google Shape;869;p103"/>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103"/>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103"/>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103"/>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873" name="Google Shape;873;p103"/>
            <p:cNvGrpSpPr/>
            <p:nvPr/>
          </p:nvGrpSpPr>
          <p:grpSpPr>
            <a:xfrm>
              <a:off x="8352719" y="159185"/>
              <a:ext cx="509877" cy="453727"/>
              <a:chOff x="8599610" y="2333965"/>
              <a:chExt cx="542618" cy="474759"/>
            </a:xfrm>
          </p:grpSpPr>
          <p:sp>
            <p:nvSpPr>
              <p:cNvPr id="874" name="Google Shape;874;p103"/>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103"/>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103"/>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7" name="Google Shape;877;p103"/>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103"/>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9" name="Google Shape;879;p103"/>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103"/>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620">
          <p15:clr>
            <a:srgbClr val="F26B43"/>
          </p15:clr>
        </p15:guide>
        <p15:guide id="3" orient="horz" pos="64">
          <p15:clr>
            <a:srgbClr val="F26B43"/>
          </p15:clr>
        </p15:guide>
        <p15:guide id="4" orient="horz" pos="360">
          <p15:clr>
            <a:srgbClr val="F26B43"/>
          </p15:clr>
        </p15:guide>
        <p15:guide id="5" orient="horz" pos="529">
          <p15:clr>
            <a:srgbClr val="F26B43"/>
          </p15:clr>
        </p15:guide>
        <p15:guide id="6" orient="horz" pos="2957">
          <p15:clr>
            <a:srgbClr val="F26B43"/>
          </p15:clr>
        </p15:guide>
        <p15:guide id="7" pos="5585">
          <p15:clr>
            <a:srgbClr val="F26B43"/>
          </p15:clr>
        </p15:guide>
        <p15:guide id="8" pos="172">
          <p15:clr>
            <a:srgbClr val="F26B43"/>
          </p15:clr>
        </p15:guide>
        <p15:guide id="9" orient="horz" pos="3168">
          <p15:clr>
            <a:srgbClr val="F26B43"/>
          </p15:clr>
        </p15:guide>
        <p15:guide id="10" orient="horz" pos="1164">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8" name="Shape 958"/>
        <p:cNvGrpSpPr/>
        <p:nvPr/>
      </p:nvGrpSpPr>
      <p:grpSpPr>
        <a:xfrm>
          <a:off x="0" y="0"/>
          <a:ext cx="0" cy="0"/>
          <a:chOff x="0" y="0"/>
          <a:chExt cx="0" cy="0"/>
        </a:xfrm>
      </p:grpSpPr>
      <p:sp>
        <p:nvSpPr>
          <p:cNvPr id="959" name="Google Shape;959;p130"/>
          <p:cNvSpPr/>
          <p:nvPr/>
        </p:nvSpPr>
        <p:spPr>
          <a:xfrm>
            <a:off x="70640" y="100727"/>
            <a:ext cx="148437" cy="145788"/>
          </a:xfrm>
          <a:prstGeom prst="rect">
            <a:avLst/>
          </a:prstGeom>
          <a:solidFill>
            <a:srgbClr val="E41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cxnSp>
        <p:nvCxnSpPr>
          <p:cNvPr id="960" name="Google Shape;960;p130"/>
          <p:cNvCxnSpPr/>
          <p:nvPr/>
        </p:nvCxnSpPr>
        <p:spPr>
          <a:xfrm>
            <a:off x="91079" y="273502"/>
            <a:ext cx="107556" cy="0"/>
          </a:xfrm>
          <a:prstGeom prst="straightConnector1">
            <a:avLst/>
          </a:prstGeom>
          <a:noFill/>
          <a:ln cap="flat" cmpd="sng" w="9525">
            <a:solidFill>
              <a:srgbClr val="E41165"/>
            </a:solidFill>
            <a:prstDash val="solid"/>
            <a:miter lim="8000"/>
            <a:headEnd len="sm" w="sm" type="none"/>
            <a:tailEnd len="sm" w="sm" type="none"/>
          </a:ln>
        </p:spPr>
      </p:cxnSp>
      <p:sp>
        <p:nvSpPr>
          <p:cNvPr id="961" name="Google Shape;961;p130"/>
          <p:cNvSpPr txBox="1"/>
          <p:nvPr/>
        </p:nvSpPr>
        <p:spPr>
          <a:xfrm>
            <a:off x="70640" y="330802"/>
            <a:ext cx="148437" cy="1457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962" name="Google Shape;962;p130"/>
          <p:cNvSpPr/>
          <p:nvPr/>
        </p:nvSpPr>
        <p:spPr>
          <a:xfrm>
            <a:off x="37301" y="63763"/>
            <a:ext cx="215112" cy="39566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963" name="Google Shape;963;p130"/>
          <p:cNvSpPr txBox="1"/>
          <p:nvPr/>
        </p:nvSpPr>
        <p:spPr>
          <a:xfrm>
            <a:off x="313183" y="2077031"/>
            <a:ext cx="4911598" cy="16884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About Tata Consultancy Services (TCS)</a:t>
            </a:r>
            <a:endParaRPr/>
          </a:p>
          <a:p>
            <a:pPr indent="0" lvl="0" marL="0" marR="0" rtl="0" algn="l">
              <a:lnSpc>
                <a:spcPct val="100000"/>
              </a:lnSpc>
              <a:spcBef>
                <a:spcPts val="30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Tata Consultancy Services) (BSE: 532540, NSE: TCS) is the technology partner of choice for industry-leading organizations worldwide. Since its inception in 1968, TCS has upheld the highest standards of innovation, engineering excellence and customer service.</a:t>
            </a:r>
            <a:endParaRPr/>
          </a:p>
          <a:p>
            <a:pPr indent="0" lvl="0" marL="0" marR="0" rtl="0" algn="l">
              <a:lnSpc>
                <a:spcPct val="100000"/>
              </a:lnSpc>
              <a:spcBef>
                <a:spcPts val="30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It has set an aspiration to become the world's largest AI-led technology services company and is enabling its clients to transform themselves across the full AI stack, from infrastructure to intelligence. Rooted in the heritage of the Tata Group, TCS is focused on creating long term value for its clients, its investors, its employees, and the community at large. With a highly skilled workforce spread across 55 countries and 202 service delivery centers across the world, the company has been recognized as a top employer in six continents. With the ability to rapidly apply and scale new technologies, the company has built long term partnerships with its clients – helping them emerge as perpetually adaptive enterprises. Many of these relationships have endured into decades and navigated every technology cycle, from mainframes in the 1970s to artificial intelligence today.</a:t>
            </a:r>
            <a:endParaRPr/>
          </a:p>
          <a:p>
            <a:pPr indent="0" lvl="0" marL="0" marR="0" rtl="0" algn="l">
              <a:lnSpc>
                <a:spcPct val="100000"/>
              </a:lnSpc>
              <a:spcBef>
                <a:spcPts val="30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TCS sponsors 14 of the world’s most prestigious marathons and endurance events, including the TCS New York City Marathon, TCS London Marathon and TCS Sydney Marathon with a focus on promoting health, sustainability, and community empowerment. TCS generated consolidated revenues of over US $30 billion in the fiscal year ended March 31, 2025.</a:t>
            </a:r>
            <a:endParaRPr/>
          </a:p>
          <a:p>
            <a:pPr indent="0" lvl="0" marL="0" marR="0" rtl="0" algn="l">
              <a:lnSpc>
                <a:spcPct val="100000"/>
              </a:lnSpc>
              <a:spcBef>
                <a:spcPts val="30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For more information, visit </a:t>
            </a:r>
            <a:r>
              <a:rPr b="0" i="0" lang="en-US" sz="700" u="sng" cap="none" strike="noStrike">
                <a:solidFill>
                  <a:srgbClr val="4E84C4"/>
                </a:solidFill>
                <a:latin typeface="Calibri"/>
                <a:ea typeface="Calibri"/>
                <a:cs typeface="Calibri"/>
                <a:sym typeface="Calibri"/>
                <a:hlinkClick r:id="rId1">
                  <a:extLst>
                    <a:ext uri="{A12FA001-AC4F-418D-AE19-62706E023703}">
                      <ahyp:hlinkClr val="tx"/>
                    </a:ext>
                  </a:extLst>
                </a:hlinkClick>
              </a:rPr>
              <a:t>www.tcs.com</a:t>
            </a:r>
            <a:endParaRPr b="0" i="0" sz="700" u="none" cap="none" strike="noStrike">
              <a:solidFill>
                <a:srgbClr val="4E84C4"/>
              </a:solidFill>
              <a:latin typeface="Calibri"/>
              <a:ea typeface="Calibri"/>
              <a:cs typeface="Calibri"/>
              <a:sym typeface="Calibri"/>
            </a:endParaRPr>
          </a:p>
          <a:p>
            <a:pPr indent="0" lvl="0" marL="0" marR="0" rtl="0" algn="l">
              <a:lnSpc>
                <a:spcPct val="100000"/>
              </a:lnSpc>
              <a:spcBef>
                <a:spcPts val="300"/>
              </a:spcBef>
              <a:spcAft>
                <a:spcPts val="0"/>
              </a:spcAft>
              <a:buClr>
                <a:srgbClr val="FFFFFF"/>
              </a:buClr>
              <a:buSzPts val="700"/>
              <a:buFont typeface="Calibri"/>
              <a:buNone/>
            </a:pPr>
            <a:r>
              <a:rPr b="0" i="0" lang="en-US" sz="700" u="none" cap="none" strike="noStrike">
                <a:solidFill>
                  <a:srgbClr val="FFFFFF"/>
                </a:solidFill>
                <a:latin typeface="Calibri"/>
                <a:ea typeface="Calibri"/>
                <a:cs typeface="Calibri"/>
                <a:sym typeface="Calibri"/>
              </a:rPr>
              <a:t>Follow TCS on </a:t>
            </a:r>
            <a:r>
              <a:rPr b="0" i="0" lang="en-US" sz="700" u="sng" cap="none" strike="noStrike">
                <a:solidFill>
                  <a:srgbClr val="4E84C4"/>
                </a:solidFill>
                <a:latin typeface="Calibri"/>
                <a:ea typeface="Calibri"/>
                <a:cs typeface="Calibri"/>
                <a:sym typeface="Calibri"/>
                <a:hlinkClick r:id="rId2">
                  <a:extLst>
                    <a:ext uri="{A12FA001-AC4F-418D-AE19-62706E023703}">
                      <ahyp:hlinkClr val="tx"/>
                    </a:ext>
                  </a:extLst>
                </a:hlinkClick>
              </a:rPr>
              <a:t>LinkedIn</a:t>
            </a:r>
            <a:r>
              <a:rPr b="0" i="0" lang="en-US" sz="700" u="none" cap="none" strike="noStrike">
                <a:solidFill>
                  <a:srgbClr val="4E84C4"/>
                </a:solidFill>
                <a:latin typeface="Calibri"/>
                <a:ea typeface="Calibri"/>
                <a:cs typeface="Calibri"/>
                <a:sym typeface="Calibri"/>
              </a:rPr>
              <a:t> </a:t>
            </a:r>
            <a:r>
              <a:rPr b="0" i="0" lang="en-US" sz="700" u="none" cap="none" strike="noStrike">
                <a:solidFill>
                  <a:srgbClr val="FFFFFF"/>
                </a:solidFill>
                <a:latin typeface="Calibri"/>
                <a:ea typeface="Calibri"/>
                <a:cs typeface="Calibri"/>
                <a:sym typeface="Calibri"/>
              </a:rPr>
              <a:t>| </a:t>
            </a:r>
            <a:r>
              <a:rPr b="0" i="0" lang="en-US" sz="700" u="sng" cap="none" strike="noStrike">
                <a:solidFill>
                  <a:srgbClr val="4E84C4"/>
                </a:solidFill>
                <a:latin typeface="Calibri"/>
                <a:ea typeface="Calibri"/>
                <a:cs typeface="Calibri"/>
                <a:sym typeface="Calibri"/>
                <a:hlinkClick r:id="rId3">
                  <a:extLst>
                    <a:ext uri="{A12FA001-AC4F-418D-AE19-62706E023703}">
                      <ahyp:hlinkClr val="tx"/>
                    </a:ext>
                  </a:extLst>
                </a:hlinkClick>
              </a:rPr>
              <a:t>Instagram</a:t>
            </a:r>
            <a:r>
              <a:rPr b="0" i="0" lang="en-US" sz="700" u="none" cap="none" strike="noStrike">
                <a:solidFill>
                  <a:srgbClr val="FFFFFF"/>
                </a:solidFill>
                <a:latin typeface="Calibri"/>
                <a:ea typeface="Calibri"/>
                <a:cs typeface="Calibri"/>
                <a:sym typeface="Calibri"/>
              </a:rPr>
              <a:t> | </a:t>
            </a:r>
            <a:r>
              <a:rPr b="0" i="0" lang="en-US" sz="700" u="sng" cap="none" strike="noStrike">
                <a:solidFill>
                  <a:srgbClr val="4E84C4"/>
                </a:solidFill>
                <a:latin typeface="Calibri"/>
                <a:ea typeface="Calibri"/>
                <a:cs typeface="Calibri"/>
                <a:sym typeface="Calibri"/>
                <a:hlinkClick r:id="rId4">
                  <a:extLst>
                    <a:ext uri="{A12FA001-AC4F-418D-AE19-62706E023703}">
                      <ahyp:hlinkClr val="tx"/>
                    </a:ext>
                  </a:extLst>
                </a:hlinkClick>
              </a:rPr>
              <a:t>YouTube</a:t>
            </a:r>
            <a:endParaRPr b="0" i="0" sz="700" u="none" cap="none" strike="noStrike">
              <a:solidFill>
                <a:srgbClr val="4E84C4"/>
              </a:solidFill>
              <a:latin typeface="Calibri"/>
              <a:ea typeface="Calibri"/>
              <a:cs typeface="Calibri"/>
              <a:sym typeface="Calibri"/>
            </a:endParaRPr>
          </a:p>
        </p:txBody>
      </p:sp>
      <p:sp>
        <p:nvSpPr>
          <p:cNvPr id="964" name="Google Shape;964;p130"/>
          <p:cNvSpPr txBox="1"/>
          <p:nvPr/>
        </p:nvSpPr>
        <p:spPr>
          <a:xfrm>
            <a:off x="207647" y="4101768"/>
            <a:ext cx="5268525" cy="5924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A5A5A5"/>
              </a:buClr>
              <a:buSzPts val="600"/>
              <a:buFont typeface="Calibri"/>
              <a:buNone/>
            </a:pPr>
            <a:r>
              <a:rPr b="0" lang="en-US" sz="600">
                <a:solidFill>
                  <a:srgbClr val="A5A5A5"/>
                </a:solidFill>
                <a:latin typeface="Calibri"/>
                <a:ea typeface="Calibri"/>
                <a:cs typeface="Calibri"/>
                <a:sym typeface="Calibri"/>
              </a:rPr>
              <a:t>All content / information present here is the exclusive property of Tata Consultancy Services Limited (TCS). The content / information contained here is correct at the time of publishing. No material from here may be copied, modified, reproduced, republished, uploaded, transmitted, posted or distributed in any form without prior written permission from TCS. Unauthorized use of the content / information appearing here may violate copyright, trademark and other applicable laws, and could result in criminal or civil penalties. </a:t>
            </a:r>
            <a:endParaRPr/>
          </a:p>
          <a:p>
            <a:pPr indent="0" lvl="0" marL="0" marR="0" rtl="0" algn="l">
              <a:spcBef>
                <a:spcPts val="300"/>
              </a:spcBef>
              <a:spcAft>
                <a:spcPts val="0"/>
              </a:spcAft>
              <a:buClr>
                <a:srgbClr val="A5A5A5"/>
              </a:buClr>
              <a:buSzPts val="600"/>
              <a:buFont typeface="Calibri"/>
              <a:buNone/>
            </a:pPr>
            <a:r>
              <a:rPr b="0" lang="en-US" sz="600">
                <a:solidFill>
                  <a:srgbClr val="A5A5A5"/>
                </a:solidFill>
                <a:latin typeface="Calibri"/>
                <a:ea typeface="Calibri"/>
                <a:cs typeface="Calibri"/>
                <a:sym typeface="Calibri"/>
              </a:rPr>
              <a:t>Copyright © 2026 Tata Consultancy Services Limited</a:t>
            </a:r>
            <a:endParaRPr b="0" sz="200">
              <a:solidFill>
                <a:srgbClr val="A5A5A5"/>
              </a:solidFill>
              <a:latin typeface="Calibri"/>
              <a:ea typeface="Calibri"/>
              <a:cs typeface="Calibri"/>
              <a:sym typeface="Calibri"/>
            </a:endParaRPr>
          </a:p>
        </p:txBody>
      </p:sp>
      <p:sp>
        <p:nvSpPr>
          <p:cNvPr id="965" name="Google Shape;965;p130"/>
          <p:cNvSpPr/>
          <p:nvPr/>
        </p:nvSpPr>
        <p:spPr>
          <a:xfrm>
            <a:off x="285747" y="1867408"/>
            <a:ext cx="21600" cy="1854968"/>
          </a:xfrm>
          <a:prstGeom prst="roundRect">
            <a:avLst>
              <a:gd fmla="val 5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966" name="Google Shape;966;p130"/>
          <p:cNvGrpSpPr/>
          <p:nvPr/>
        </p:nvGrpSpPr>
        <p:grpSpPr>
          <a:xfrm>
            <a:off x="268664" y="159185"/>
            <a:ext cx="8556433" cy="451747"/>
            <a:chOff x="268664" y="159185"/>
            <a:chExt cx="8593932" cy="453727"/>
          </a:xfrm>
        </p:grpSpPr>
        <p:grpSp>
          <p:nvGrpSpPr>
            <p:cNvPr id="967" name="Google Shape;967;p130"/>
            <p:cNvGrpSpPr/>
            <p:nvPr/>
          </p:nvGrpSpPr>
          <p:grpSpPr>
            <a:xfrm>
              <a:off x="268664" y="259103"/>
              <a:ext cx="1481677" cy="353809"/>
              <a:chOff x="0" y="2427986"/>
              <a:chExt cx="1581147" cy="380839"/>
            </a:xfrm>
          </p:grpSpPr>
          <p:grpSp>
            <p:nvGrpSpPr>
              <p:cNvPr id="968" name="Google Shape;968;p130"/>
              <p:cNvGrpSpPr/>
              <p:nvPr/>
            </p:nvGrpSpPr>
            <p:grpSpPr>
              <a:xfrm>
                <a:off x="0" y="2428340"/>
                <a:ext cx="605264" cy="380485"/>
                <a:chOff x="0" y="2428340"/>
                <a:chExt cx="605264" cy="380485"/>
              </a:xfrm>
            </p:grpSpPr>
            <p:sp>
              <p:nvSpPr>
                <p:cNvPr id="969" name="Google Shape;969;p130"/>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 name="Google Shape;970;p130"/>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71" name="Google Shape;971;p130"/>
              <p:cNvGrpSpPr/>
              <p:nvPr/>
            </p:nvGrpSpPr>
            <p:grpSpPr>
              <a:xfrm>
                <a:off x="684661" y="2427986"/>
                <a:ext cx="896486" cy="379271"/>
                <a:chOff x="684661" y="2427986"/>
                <a:chExt cx="896486" cy="379271"/>
              </a:xfrm>
            </p:grpSpPr>
            <p:sp>
              <p:nvSpPr>
                <p:cNvPr id="972" name="Google Shape;972;p130"/>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 name="Google Shape;973;p130"/>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4" name="Google Shape;974;p130"/>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 name="Google Shape;975;p130"/>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130"/>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130"/>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8" name="Google Shape;978;p130"/>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 name="Google Shape;979;p130"/>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130"/>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130"/>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 name="Google Shape;982;p130"/>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p130"/>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4" name="Google Shape;984;p130"/>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5" name="Google Shape;985;p130"/>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6" name="Google Shape;986;p130"/>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p130"/>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130"/>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130"/>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0" name="Google Shape;990;p130"/>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130"/>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2" name="Google Shape;992;p130"/>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130"/>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130"/>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995" name="Google Shape;995;p130"/>
            <p:cNvGrpSpPr/>
            <p:nvPr/>
          </p:nvGrpSpPr>
          <p:grpSpPr>
            <a:xfrm>
              <a:off x="8352719" y="159185"/>
              <a:ext cx="509877" cy="453727"/>
              <a:chOff x="8599610" y="2333965"/>
              <a:chExt cx="542618" cy="474759"/>
            </a:xfrm>
          </p:grpSpPr>
          <p:sp>
            <p:nvSpPr>
              <p:cNvPr id="996" name="Google Shape;996;p130"/>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130"/>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130"/>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130"/>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130"/>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130"/>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2" name="Google Shape;1002;p130"/>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1003" name="Google Shape;1003;p130"/>
          <p:cNvSpPr/>
          <p:nvPr/>
        </p:nvSpPr>
        <p:spPr>
          <a:xfrm>
            <a:off x="-2" y="-1"/>
            <a:ext cx="9152313" cy="5143501"/>
          </a:xfrm>
          <a:prstGeom prst="rect">
            <a:avLst/>
          </a:prstGeom>
          <a:noFill/>
          <a:ln>
            <a:noFill/>
          </a:ln>
        </p:spPr>
      </p:sp>
    </p:spTree>
  </p:cSld>
  <p:clrMap accent1="accent1" accent2="accent2" accent3="accent3" accent4="accent4" accent5="accent5" accent6="accent6" bg1="lt1" bg2="dk2" tx1="dk1" tx2="lt2" folHlink="folHlink" hlink="hlink"/>
  <p:sldLayoutIdLst>
    <p:sldLayoutId id="214748370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620">
          <p15:clr>
            <a:srgbClr val="F26B43"/>
          </p15:clr>
        </p15:guide>
        <p15:guide id="3" orient="horz" pos="64">
          <p15:clr>
            <a:srgbClr val="F26B43"/>
          </p15:clr>
        </p15:guide>
        <p15:guide id="4" orient="horz" pos="360">
          <p15:clr>
            <a:srgbClr val="F26B43"/>
          </p15:clr>
        </p15:guide>
        <p15:guide id="5" orient="horz" pos="529">
          <p15:clr>
            <a:srgbClr val="F26B43"/>
          </p15:clr>
        </p15:guide>
        <p15:guide id="6" orient="horz" pos="2957">
          <p15:clr>
            <a:srgbClr val="F26B43"/>
          </p15:clr>
        </p15:guide>
        <p15:guide id="7" pos="5585">
          <p15:clr>
            <a:srgbClr val="F26B43"/>
          </p15:clr>
        </p15:guide>
        <p15:guide id="8" pos="170">
          <p15:clr>
            <a:srgbClr val="F26B43"/>
          </p15:clr>
        </p15:guide>
        <p15:guide id="9" orient="horz" pos="31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23.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1.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24.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18.jpg"/><Relationship Id="rId5" Type="http://schemas.openxmlformats.org/officeDocument/2006/relationships/image" Target="../media/image24.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3.jpg"/><Relationship Id="rId4" Type="http://schemas.openxmlformats.org/officeDocument/2006/relationships/image" Target="../media/image22.jpg"/><Relationship Id="rId5"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1.jpg"/><Relationship Id="rId4" Type="http://schemas.openxmlformats.org/officeDocument/2006/relationships/image" Target="../media/image21.jpg"/><Relationship Id="rId5" Type="http://schemas.openxmlformats.org/officeDocument/2006/relationships/image" Target="../media/image20.jpg"/><Relationship Id="rId6" Type="http://schemas.openxmlformats.org/officeDocument/2006/relationships/image" Target="../media/image28.jpg"/><Relationship Id="rId7"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chart" Target="../charts/char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chart" Target="../charts/char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5.jpg"/><Relationship Id="rId4" Type="http://schemas.openxmlformats.org/officeDocument/2006/relationships/image" Target="../media/image34.jpg"/><Relationship Id="rId5" Type="http://schemas.openxmlformats.org/officeDocument/2006/relationships/image" Target="../media/image20.jpg"/><Relationship Id="rId6" Type="http://schemas.openxmlformats.org/officeDocument/2006/relationships/image" Target="../media/image2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30.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 Id="rId3" Type="http://schemas.openxmlformats.org/officeDocument/2006/relationships/image" Target="../media/image3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chart" Target="../charts/char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chart" Target="../charts/char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chart" Target="../charts/char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 Id="rId7" Type="http://schemas.openxmlformats.org/officeDocument/2006/relationships/chart" Target="../charts/char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chart" Target="../charts/chart15.xml"/><Relationship Id="rId7" Type="http://schemas.openxmlformats.org/officeDocument/2006/relationships/chart" Target="../charts/char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1011" name="Google Shape;1011;p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1012" name="Google Shape;1012;p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Brand basics (1/2)</a:t>
            </a:r>
            <a:endParaRPr/>
          </a:p>
        </p:txBody>
      </p:sp>
      <p:sp>
        <p:nvSpPr>
          <p:cNvPr id="1013" name="Google Shape;1013;p1"/>
          <p:cNvSpPr txBox="1"/>
          <p:nvPr/>
        </p:nvSpPr>
        <p:spPr>
          <a:xfrm>
            <a:off x="192991" y="512529"/>
            <a:ext cx="86814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Every presentation is an opportunity to reinforce our brand and our promise to clients and partners. Use the branded templates in the following slides to build a tailored, on-brand presentation for your audience. </a:t>
            </a:r>
            <a:endParaRPr/>
          </a:p>
        </p:txBody>
      </p:sp>
      <p:sp>
        <p:nvSpPr>
          <p:cNvPr id="1014" name="Google Shape;1014;p1"/>
          <p:cNvSpPr/>
          <p:nvPr/>
        </p:nvSpPr>
        <p:spPr>
          <a:xfrm>
            <a:off x="6305266" y="82804"/>
            <a:ext cx="2569191" cy="385549"/>
          </a:xfrm>
          <a:prstGeom prst="roundRect">
            <a:avLst>
              <a:gd fmla="val 16667"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Delete slide before presenting</a:t>
            </a:r>
            <a:endParaRPr/>
          </a:p>
        </p:txBody>
      </p:sp>
      <p:sp>
        <p:nvSpPr>
          <p:cNvPr id="1015" name="Google Shape;1015;p1"/>
          <p:cNvSpPr txBox="1"/>
          <p:nvPr/>
        </p:nvSpPr>
        <p:spPr>
          <a:xfrm>
            <a:off x="177546" y="1018370"/>
            <a:ext cx="8819741" cy="1980726"/>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595959"/>
              </a:buClr>
              <a:buSzPts val="1600"/>
              <a:buFont typeface="Arial"/>
              <a:buNone/>
            </a:pPr>
            <a:r>
              <a:rPr b="1" i="0" lang="en-US" sz="1600" u="none" cap="none" strike="noStrike">
                <a:solidFill>
                  <a:srgbClr val="000000"/>
                </a:solidFill>
                <a:latin typeface="Calibri"/>
                <a:ea typeface="Calibri"/>
                <a:cs typeface="Calibri"/>
                <a:sym typeface="Calibri"/>
              </a:rPr>
              <a:t>Dos and Don’ts</a:t>
            </a:r>
            <a:endParaRPr sz="1100">
              <a:solidFill>
                <a:schemeClr val="dk1"/>
              </a:solidFill>
              <a:latin typeface="Calibri"/>
              <a:ea typeface="Calibri"/>
              <a:cs typeface="Calibri"/>
              <a:sym typeface="Calibri"/>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Do not alter master slides, logos, or wave placement. </a:t>
            </a:r>
            <a:endParaRPr sz="1100">
              <a:solidFill>
                <a:schemeClr val="dk1"/>
              </a:solidFill>
              <a:latin typeface="Calibri"/>
              <a:ea typeface="Calibri"/>
              <a:cs typeface="Calibri"/>
              <a:sym typeface="Calibri"/>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Use approved brand fonts and colours only. </a:t>
            </a:r>
            <a:endParaRPr sz="1100">
              <a:solidFill>
                <a:schemeClr val="dk1"/>
              </a:solidFill>
              <a:latin typeface="Calibri"/>
              <a:ea typeface="Calibri"/>
              <a:cs typeface="Calibri"/>
              <a:sym typeface="Calibri"/>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Ensure sufficient contrast between text and background for accessibility. </a:t>
            </a:r>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Only use TCS and Tata group logos on TCS assets. Incorporate the customer’s name in the headline or sub-header,or use their branded imagery instead. Additional logos may only be included with explicit approval. </a:t>
            </a:r>
            <a:endParaRPr sz="1100">
              <a:solidFill>
                <a:schemeClr val="dk1"/>
              </a:solidFill>
              <a:latin typeface="Calibri"/>
              <a:ea typeface="Calibri"/>
              <a:cs typeface="Calibri"/>
              <a:sym typeface="Calibri"/>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Keep the header and footer clear. Do not place logos or copy between the TCS and Tata group logos. </a:t>
            </a:r>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Avoid overcrowding slides with excessive text or visuals. </a:t>
            </a:r>
            <a:endParaRPr/>
          </a:p>
          <a:p>
            <a:pPr indent="-171450" lvl="0" marL="171450" marR="0" rtl="0" algn="l">
              <a:lnSpc>
                <a:spcPct val="100000"/>
              </a:lnSpc>
              <a:spcBef>
                <a:spcPts val="200"/>
              </a:spcBef>
              <a:spcAft>
                <a:spcPts val="0"/>
              </a:spcAft>
              <a:buClr>
                <a:srgbClr val="595959"/>
              </a:buClr>
              <a:buSzPts val="1100"/>
              <a:buFont typeface="Arial"/>
              <a:buChar char="•"/>
            </a:pPr>
            <a:r>
              <a:rPr lang="en-US" sz="1100">
                <a:solidFill>
                  <a:schemeClr val="dk1"/>
                </a:solidFill>
                <a:latin typeface="Calibri"/>
                <a:ea typeface="Calibri"/>
                <a:cs typeface="Calibri"/>
                <a:sym typeface="Calibri"/>
              </a:rPr>
              <a:t>Use only approved, high quality images and iconography. Avoid generic visuals, AI blue-wash imagery, or images with graphics overlays.</a:t>
            </a:r>
            <a:br>
              <a:rPr lang="en-US" sz="1100">
                <a:solidFill>
                  <a:schemeClr val="lt1"/>
                </a:solidFill>
                <a:latin typeface="Calibri"/>
                <a:ea typeface="Calibri"/>
                <a:cs typeface="Calibri"/>
                <a:sym typeface="Calibri"/>
              </a:rPr>
            </a:br>
            <a:r>
              <a:rPr lang="en-US" sz="1100">
                <a:solidFill>
                  <a:schemeClr val="dk1"/>
                </a:solidFill>
                <a:latin typeface="Calibri"/>
                <a:ea typeface="Calibri"/>
                <a:cs typeface="Calibri"/>
                <a:sym typeface="Calibri"/>
              </a:rPr>
              <a:t>Every image should feel distinctive and clearly TCS. </a:t>
            </a:r>
            <a:endParaRPr sz="1100">
              <a:solidFill>
                <a:schemeClr val="dk1"/>
              </a:solidFill>
              <a:latin typeface="Calibri"/>
              <a:ea typeface="Calibri"/>
              <a:cs typeface="Calibri"/>
              <a:sym typeface="Calibri"/>
            </a:endParaRPr>
          </a:p>
        </p:txBody>
      </p:sp>
      <p:sp>
        <p:nvSpPr>
          <p:cNvPr id="1016" name="Google Shape;1016;p1"/>
          <p:cNvSpPr/>
          <p:nvPr/>
        </p:nvSpPr>
        <p:spPr>
          <a:xfrm>
            <a:off x="668740" y="3043451"/>
            <a:ext cx="7837228" cy="1509499"/>
          </a:xfrm>
          <a:prstGeom prst="roundRect">
            <a:avLst>
              <a:gd fmla="val 8052" name="adj"/>
            </a:avLst>
          </a:prstGeom>
          <a:solidFill>
            <a:schemeClr val="dk1"/>
          </a:solidFill>
          <a:ln>
            <a:noFill/>
          </a:ln>
        </p:spPr>
        <p:txBody>
          <a:bodyPr anchorCtr="0" anchor="t" bIns="45700" lIns="91425" spcFirstLastPara="1" rIns="91425" wrap="square" tIns="18275">
            <a:no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Editing Guidance</a:t>
            </a:r>
            <a:endParaRPr/>
          </a:p>
        </p:txBody>
      </p:sp>
      <p:sp>
        <p:nvSpPr>
          <p:cNvPr id="1017" name="Google Shape;1017;p1"/>
          <p:cNvSpPr txBox="1"/>
          <p:nvPr/>
        </p:nvSpPr>
        <p:spPr>
          <a:xfrm>
            <a:off x="966242" y="3386805"/>
            <a:ext cx="2558955" cy="11105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FBB034"/>
                </a:solidFill>
                <a:latin typeface="Calibri"/>
                <a:ea typeface="Calibri"/>
                <a:cs typeface="Calibri"/>
                <a:sym typeface="Calibri"/>
              </a:rPr>
              <a:t>Images:</a:t>
            </a:r>
            <a:br>
              <a:rPr b="1" lang="en-US" sz="1200">
                <a:solidFill>
                  <a:srgbClr val="FBB034"/>
                </a:solidFill>
                <a:latin typeface="Calibri"/>
                <a:ea typeface="Calibri"/>
                <a:cs typeface="Calibri"/>
                <a:sym typeface="Calibri"/>
              </a:rPr>
            </a:br>
            <a:r>
              <a:rPr lang="en-US" sz="1200">
                <a:solidFill>
                  <a:schemeClr val="lt1"/>
                </a:solidFill>
                <a:latin typeface="Calibri"/>
                <a:ea typeface="Calibri"/>
                <a:cs typeface="Calibri"/>
                <a:sym typeface="Calibri"/>
              </a:rPr>
              <a:t>Right-click the image, select</a:t>
            </a:r>
            <a:br>
              <a:rPr lang="en-US" sz="1200">
                <a:solidFill>
                  <a:schemeClr val="lt1"/>
                </a:solidFill>
                <a:latin typeface="Calibri"/>
                <a:ea typeface="Calibri"/>
                <a:cs typeface="Calibri"/>
                <a:sym typeface="Calibri"/>
              </a:rPr>
            </a:br>
            <a:r>
              <a:rPr lang="en-US" sz="1200">
                <a:solidFill>
                  <a:schemeClr val="lt1"/>
                </a:solidFill>
                <a:latin typeface="Calibri"/>
                <a:ea typeface="Calibri"/>
                <a:cs typeface="Calibri"/>
                <a:sym typeface="Calibri"/>
              </a:rPr>
              <a:t>“Change Picture” and choose your file.</a:t>
            </a:r>
            <a:endParaRPr/>
          </a:p>
          <a:p>
            <a:pPr indent="0" lvl="0" marL="0" marR="0" rtl="0" algn="l">
              <a:spcBef>
                <a:spcPts val="500"/>
              </a:spcBef>
              <a:spcAft>
                <a:spcPts val="0"/>
              </a:spcAft>
              <a:buNone/>
            </a:pPr>
            <a:r>
              <a:rPr lang="en-US" sz="1200">
                <a:solidFill>
                  <a:schemeClr val="lt1"/>
                </a:solidFill>
                <a:latin typeface="Calibri"/>
                <a:ea typeface="Calibri"/>
                <a:cs typeface="Calibri"/>
                <a:sym typeface="Calibri"/>
              </a:rPr>
              <a:t>The same applies to cover and separator slides. </a:t>
            </a:r>
            <a:endParaRPr/>
          </a:p>
        </p:txBody>
      </p:sp>
      <p:sp>
        <p:nvSpPr>
          <p:cNvPr id="1018" name="Google Shape;1018;p1"/>
          <p:cNvSpPr txBox="1"/>
          <p:nvPr/>
        </p:nvSpPr>
        <p:spPr>
          <a:xfrm>
            <a:off x="6305266" y="3386805"/>
            <a:ext cx="1917510"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FBB034"/>
                </a:solidFill>
                <a:latin typeface="Calibri"/>
                <a:ea typeface="Calibri"/>
                <a:cs typeface="Calibri"/>
                <a:sym typeface="Calibri"/>
              </a:rPr>
              <a:t>Housekeeping: </a:t>
            </a:r>
            <a:br>
              <a:rPr b="1" lang="en-US" sz="1200">
                <a:solidFill>
                  <a:srgbClr val="FBB034"/>
                </a:solidFill>
                <a:latin typeface="Calibri"/>
                <a:ea typeface="Calibri"/>
                <a:cs typeface="Calibri"/>
                <a:sym typeface="Calibri"/>
              </a:rPr>
            </a:br>
            <a:r>
              <a:rPr lang="en-US" sz="1200">
                <a:solidFill>
                  <a:srgbClr val="FBB034"/>
                </a:solidFill>
                <a:latin typeface="Calibri"/>
                <a:ea typeface="Calibri"/>
                <a:cs typeface="Calibri"/>
                <a:sym typeface="Calibri"/>
              </a:rPr>
              <a:t>Delete unused slides before sharing or presenting. </a:t>
            </a:r>
            <a:endParaRPr/>
          </a:p>
        </p:txBody>
      </p:sp>
      <p:sp>
        <p:nvSpPr>
          <p:cNvPr id="1019" name="Google Shape;1019;p1"/>
          <p:cNvSpPr txBox="1"/>
          <p:nvPr/>
        </p:nvSpPr>
        <p:spPr>
          <a:xfrm>
            <a:off x="3615612" y="3386805"/>
            <a:ext cx="2558955" cy="1046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FBB034"/>
                </a:solidFill>
                <a:latin typeface="Calibri"/>
                <a:ea typeface="Calibri"/>
                <a:cs typeface="Calibri"/>
                <a:sym typeface="Calibri"/>
              </a:rPr>
              <a:t>Icons:</a:t>
            </a:r>
            <a:br>
              <a:rPr b="1" lang="en-US" sz="1200">
                <a:solidFill>
                  <a:schemeClr val="dk1"/>
                </a:solidFill>
                <a:latin typeface="Calibri"/>
                <a:ea typeface="Calibri"/>
                <a:cs typeface="Calibri"/>
                <a:sym typeface="Calibri"/>
              </a:rPr>
            </a:br>
            <a:r>
              <a:rPr lang="en-US" sz="1200">
                <a:solidFill>
                  <a:schemeClr val="lt1"/>
                </a:solidFill>
                <a:latin typeface="Calibri"/>
                <a:ea typeface="Calibri"/>
                <a:cs typeface="Calibri"/>
                <a:sym typeface="Calibri"/>
              </a:rPr>
              <a:t>Copy the required icon from the separate icon set file and paste where needed. Adjust outline colour via “Shape outline.”</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1025" name="Google Shape;1025;p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1026" name="Google Shape;1026;p2"/>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Brand basics (2/2)</a:t>
            </a:r>
            <a:endParaRPr/>
          </a:p>
        </p:txBody>
      </p:sp>
      <p:sp>
        <p:nvSpPr>
          <p:cNvPr id="1027" name="Google Shape;1027;p2"/>
          <p:cNvSpPr/>
          <p:nvPr/>
        </p:nvSpPr>
        <p:spPr>
          <a:xfrm>
            <a:off x="192991" y="526662"/>
            <a:ext cx="3251469" cy="107013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Typography</a:t>
            </a:r>
            <a:endParaRPr/>
          </a:p>
          <a:p>
            <a:pPr indent="-171450" lvl="0" marL="171450" marR="0" rtl="0" algn="l">
              <a:lnSpc>
                <a:spcPct val="100000"/>
              </a:lnSpc>
              <a:spcBef>
                <a:spcPts val="500"/>
              </a:spcBef>
              <a:spcAft>
                <a:spcPts val="0"/>
              </a:spcAft>
              <a:buClr>
                <a:srgbClr val="7F7F7F"/>
              </a:buClr>
              <a:buSzPts val="1100"/>
              <a:buFont typeface="Arial"/>
              <a:buChar char="•"/>
            </a:pPr>
            <a:r>
              <a:rPr b="0" i="0" lang="en-US" sz="1100" u="none" cap="none" strike="noStrike">
                <a:solidFill>
                  <a:srgbClr val="000000"/>
                </a:solidFill>
                <a:latin typeface="Calibri"/>
                <a:ea typeface="Calibri"/>
                <a:cs typeface="Calibri"/>
                <a:sym typeface="Calibri"/>
              </a:rPr>
              <a:t>Text sizes and styles are recommended guidelines.</a:t>
            </a:r>
            <a:br>
              <a:rPr b="0" i="0" lang="en-US" sz="1100" u="none" cap="none" strike="noStrike">
                <a:solidFill>
                  <a:srgbClr val="000000"/>
                </a:solidFill>
                <a:latin typeface="Calibri"/>
                <a:ea typeface="Calibri"/>
                <a:cs typeface="Calibri"/>
                <a:sym typeface="Calibri"/>
              </a:rPr>
            </a:br>
            <a:r>
              <a:rPr b="0" i="0" lang="en-US" sz="1100" u="none" cap="none" strike="noStrike">
                <a:solidFill>
                  <a:srgbClr val="000000"/>
                </a:solidFill>
                <a:latin typeface="Calibri"/>
                <a:ea typeface="Calibri"/>
                <a:cs typeface="Calibri"/>
                <a:sym typeface="Calibri"/>
              </a:rPr>
              <a:t>Feel free to adjust them to suit your content.</a:t>
            </a:r>
            <a:endParaRPr/>
          </a:p>
          <a:p>
            <a:pPr indent="-171450" lvl="0" marL="171450" marR="0" rtl="0" algn="l">
              <a:lnSpc>
                <a:spcPct val="100000"/>
              </a:lnSpc>
              <a:spcBef>
                <a:spcPts val="500"/>
              </a:spcBef>
              <a:spcAft>
                <a:spcPts val="0"/>
              </a:spcAft>
              <a:buClr>
                <a:srgbClr val="7F7F7F"/>
              </a:buClr>
              <a:buSzPts val="1100"/>
              <a:buFont typeface="Arial"/>
              <a:buChar char="•"/>
            </a:pPr>
            <a:r>
              <a:rPr b="0" i="0" lang="en-US" sz="1100" u="none" cap="none" strike="noStrike">
                <a:solidFill>
                  <a:srgbClr val="000000"/>
                </a:solidFill>
                <a:latin typeface="Calibri"/>
                <a:ea typeface="Calibri"/>
                <a:cs typeface="Calibri"/>
                <a:sym typeface="Calibri"/>
              </a:rPr>
              <a:t>For Microsoft Office applications,</a:t>
            </a:r>
            <a:br>
              <a:rPr b="0" i="0" lang="en-US" sz="1100" u="none" cap="none" strike="noStrike">
                <a:solidFill>
                  <a:srgbClr val="000000"/>
                </a:solidFill>
                <a:latin typeface="Calibri"/>
                <a:ea typeface="Calibri"/>
                <a:cs typeface="Calibri"/>
                <a:sym typeface="Calibri"/>
              </a:rPr>
            </a:br>
            <a:r>
              <a:rPr b="0" i="0" lang="en-US" sz="1100" u="none" cap="none" strike="noStrike">
                <a:solidFill>
                  <a:srgbClr val="000000"/>
                </a:solidFill>
                <a:latin typeface="Calibri"/>
                <a:ea typeface="Calibri"/>
                <a:cs typeface="Calibri"/>
                <a:sym typeface="Calibri"/>
              </a:rPr>
              <a:t>the required font is:</a:t>
            </a:r>
            <a:endParaRPr b="1" sz="1800">
              <a:solidFill>
                <a:schemeClr val="dk1"/>
              </a:solidFill>
              <a:latin typeface="Calibri"/>
              <a:ea typeface="Calibri"/>
              <a:cs typeface="Calibri"/>
              <a:sym typeface="Calibri"/>
            </a:endParaRPr>
          </a:p>
        </p:txBody>
      </p:sp>
      <p:sp>
        <p:nvSpPr>
          <p:cNvPr id="1028" name="Google Shape;1028;p2"/>
          <p:cNvSpPr txBox="1"/>
          <p:nvPr/>
        </p:nvSpPr>
        <p:spPr>
          <a:xfrm>
            <a:off x="241185" y="1622006"/>
            <a:ext cx="1542073" cy="7942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8D8D8"/>
              </a:buClr>
              <a:buSzPts val="1300"/>
              <a:buFont typeface="Arial"/>
              <a:buNone/>
            </a:pPr>
            <a:r>
              <a:rPr lang="en-US" sz="1300">
                <a:solidFill>
                  <a:schemeClr val="dk1"/>
                </a:solidFill>
                <a:latin typeface="Calibri"/>
                <a:ea typeface="Calibri"/>
                <a:cs typeface="Calibri"/>
                <a:sym typeface="Calibri"/>
              </a:rPr>
              <a:t>Calibri Light</a:t>
            </a:r>
            <a:endParaRPr/>
          </a:p>
          <a:p>
            <a:pPr indent="0" lvl="0" marL="0" marR="0" rtl="0" algn="l">
              <a:lnSpc>
                <a:spcPct val="100000"/>
              </a:lnSpc>
              <a:spcBef>
                <a:spcPts val="200"/>
              </a:spcBef>
              <a:spcAft>
                <a:spcPts val="0"/>
              </a:spcAft>
              <a:buClr>
                <a:srgbClr val="D8D8D8"/>
              </a:buClr>
              <a:buSzPts val="1300"/>
              <a:buFont typeface="Arial"/>
              <a:buNone/>
            </a:pPr>
            <a:r>
              <a:rPr lang="en-US" sz="1300">
                <a:solidFill>
                  <a:schemeClr val="dk1"/>
                </a:solidFill>
                <a:latin typeface="Calibri"/>
                <a:ea typeface="Calibri"/>
                <a:cs typeface="Calibri"/>
                <a:sym typeface="Calibri"/>
              </a:rPr>
              <a:t>AaBbCcDdEeFfGgHh</a:t>
            </a:r>
            <a:endParaRPr sz="1300">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8D8D8"/>
              </a:buClr>
              <a:buSzPts val="1300"/>
              <a:buFont typeface="Arial"/>
              <a:buNone/>
            </a:pPr>
            <a:r>
              <a:rPr lang="en-US" sz="1300">
                <a:solidFill>
                  <a:schemeClr val="dk1"/>
                </a:solidFill>
                <a:latin typeface="Calibri"/>
                <a:ea typeface="Calibri"/>
                <a:cs typeface="Calibri"/>
                <a:sym typeface="Calibri"/>
              </a:rPr>
              <a:t>0123456789 (? ! , “)</a:t>
            </a:r>
            <a:endParaRPr/>
          </a:p>
        </p:txBody>
      </p:sp>
      <p:sp>
        <p:nvSpPr>
          <p:cNvPr id="1029" name="Google Shape;1029;p2"/>
          <p:cNvSpPr txBox="1"/>
          <p:nvPr/>
        </p:nvSpPr>
        <p:spPr>
          <a:xfrm>
            <a:off x="1921670" y="3311896"/>
            <a:ext cx="870431" cy="1692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8D8D8"/>
              </a:buClr>
              <a:buSzPts val="1100"/>
              <a:buFont typeface="Arial"/>
              <a:buNone/>
            </a:pPr>
            <a:r>
              <a:rPr b="1" lang="en-US" sz="1100">
                <a:solidFill>
                  <a:schemeClr val="dk1"/>
                </a:solidFill>
                <a:latin typeface="Calibri"/>
                <a:ea typeface="Calibri"/>
                <a:cs typeface="Calibri"/>
                <a:sym typeface="Calibri"/>
              </a:rPr>
              <a:t>Icons sets.pptx</a:t>
            </a:r>
            <a:endParaRPr b="1" sz="1100">
              <a:solidFill>
                <a:schemeClr val="dk1"/>
              </a:solidFill>
              <a:latin typeface="Calibri"/>
              <a:ea typeface="Calibri"/>
              <a:cs typeface="Calibri"/>
              <a:sym typeface="Calibri"/>
            </a:endParaRPr>
          </a:p>
        </p:txBody>
      </p:sp>
      <p:cxnSp>
        <p:nvCxnSpPr>
          <p:cNvPr id="1030" name="Google Shape;1030;p2"/>
          <p:cNvCxnSpPr/>
          <p:nvPr/>
        </p:nvCxnSpPr>
        <p:spPr>
          <a:xfrm>
            <a:off x="3422392" y="597861"/>
            <a:ext cx="0" cy="4087261"/>
          </a:xfrm>
          <a:prstGeom prst="straightConnector1">
            <a:avLst/>
          </a:prstGeom>
          <a:noFill/>
          <a:ln cap="flat" cmpd="sng" w="9525">
            <a:solidFill>
              <a:srgbClr val="BFBFBF"/>
            </a:solidFill>
            <a:prstDash val="solid"/>
            <a:miter lim="8000"/>
            <a:headEnd len="sm" w="sm" type="none"/>
            <a:tailEnd len="sm" w="sm" type="none"/>
          </a:ln>
        </p:spPr>
      </p:cxnSp>
      <p:sp>
        <p:nvSpPr>
          <p:cNvPr id="1031" name="Google Shape;1031;p2"/>
          <p:cNvSpPr/>
          <p:nvPr/>
        </p:nvSpPr>
        <p:spPr>
          <a:xfrm>
            <a:off x="192992" y="2548328"/>
            <a:ext cx="3171056" cy="794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Iconography</a:t>
            </a:r>
            <a:endParaRPr/>
          </a:p>
          <a:p>
            <a:pPr indent="-171450" lvl="0" marL="171450" marR="0" rtl="0" algn="l">
              <a:spcBef>
                <a:spcPts val="300"/>
              </a:spcBef>
              <a:spcAft>
                <a:spcPts val="0"/>
              </a:spcAft>
              <a:buClr>
                <a:srgbClr val="7F7F7F"/>
              </a:buClr>
              <a:buSzPts val="1100"/>
              <a:buFont typeface="Arial"/>
              <a:buChar char="•"/>
            </a:pPr>
            <a:r>
              <a:rPr b="0" i="0" lang="en-US" sz="1100" u="none" cap="none" strike="noStrike">
                <a:solidFill>
                  <a:srgbClr val="000000"/>
                </a:solidFill>
                <a:latin typeface="Calibri"/>
                <a:ea typeface="Calibri"/>
                <a:cs typeface="Calibri"/>
                <a:sym typeface="Calibri"/>
              </a:rPr>
              <a:t>Icons may appear in black, white, or TCS blue.</a:t>
            </a:r>
            <a:endParaRPr/>
          </a:p>
          <a:p>
            <a:pPr indent="-171450" lvl="0" marL="171450" marR="0" rtl="0" algn="l">
              <a:spcBef>
                <a:spcPts val="300"/>
              </a:spcBef>
              <a:spcAft>
                <a:spcPts val="0"/>
              </a:spcAft>
              <a:buClr>
                <a:srgbClr val="7F7F7F"/>
              </a:buClr>
              <a:buSzPts val="1100"/>
              <a:buFont typeface="Arial"/>
              <a:buChar char="•"/>
            </a:pPr>
            <a:r>
              <a:rPr lang="en-US" sz="1100">
                <a:solidFill>
                  <a:schemeClr val="dk1"/>
                </a:solidFill>
                <a:latin typeface="Calibri"/>
                <a:ea typeface="Calibri"/>
                <a:cs typeface="Calibri"/>
                <a:sym typeface="Calibri"/>
              </a:rPr>
              <a:t>Please refer to the 'Icon sets" PPT for TCS-approved icons.</a:t>
            </a:r>
            <a:endParaRPr b="0" i="0" sz="1100" u="none" cap="none" strike="noStrike">
              <a:solidFill>
                <a:schemeClr val="dk1"/>
              </a:solidFill>
              <a:latin typeface="Calibri"/>
              <a:ea typeface="Calibri"/>
              <a:cs typeface="Calibri"/>
              <a:sym typeface="Calibri"/>
            </a:endParaRPr>
          </a:p>
        </p:txBody>
      </p:sp>
      <p:grpSp>
        <p:nvGrpSpPr>
          <p:cNvPr id="1032" name="Google Shape;1032;p2"/>
          <p:cNvGrpSpPr/>
          <p:nvPr/>
        </p:nvGrpSpPr>
        <p:grpSpPr>
          <a:xfrm>
            <a:off x="292411" y="3401401"/>
            <a:ext cx="1365973" cy="950342"/>
            <a:chOff x="292411" y="3198261"/>
            <a:chExt cx="1487705" cy="1035034"/>
          </a:xfrm>
        </p:grpSpPr>
        <p:sp>
          <p:nvSpPr>
            <p:cNvPr id="1033" name="Google Shape;1033;p2"/>
            <p:cNvSpPr/>
            <p:nvPr/>
          </p:nvSpPr>
          <p:spPr>
            <a:xfrm>
              <a:off x="292411" y="3201555"/>
              <a:ext cx="1077404" cy="269667"/>
            </a:xfrm>
            <a:prstGeom prst="roundRect">
              <a:avLst>
                <a:gd fmla="val 7962" name="adj"/>
              </a:avLst>
            </a:prstGeom>
            <a:noFill/>
            <a:ln cap="flat" cmpd="sng" w="9525">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4" name="Google Shape;1034;p2"/>
            <p:cNvSpPr/>
            <p:nvPr/>
          </p:nvSpPr>
          <p:spPr>
            <a:xfrm>
              <a:off x="292411" y="3554361"/>
              <a:ext cx="1077404" cy="302982"/>
            </a:xfrm>
            <a:prstGeom prst="roundRect">
              <a:avLst>
                <a:gd fmla="val 7962"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35" name="Google Shape;1035;p2"/>
            <p:cNvGrpSpPr/>
            <p:nvPr/>
          </p:nvGrpSpPr>
          <p:grpSpPr>
            <a:xfrm>
              <a:off x="1063269" y="3621000"/>
              <a:ext cx="217242" cy="179476"/>
              <a:chOff x="5574634" y="135622"/>
              <a:chExt cx="329291" cy="272046"/>
            </a:xfrm>
          </p:grpSpPr>
          <p:sp>
            <p:nvSpPr>
              <p:cNvPr id="1036" name="Google Shape;1036;p2"/>
              <p:cNvSpPr/>
              <p:nvPr/>
            </p:nvSpPr>
            <p:spPr>
              <a:xfrm>
                <a:off x="5587614" y="135622"/>
                <a:ext cx="316311" cy="272046"/>
              </a:xfrm>
              <a:custGeom>
                <a:rect b="b" l="l" r="r" t="t"/>
                <a:pathLst>
                  <a:path extrusionOk="0" h="272046" w="316311">
                    <a:moveTo>
                      <a:pt x="59480" y="173534"/>
                    </a:moveTo>
                    <a:lnTo>
                      <a:pt x="158146" y="272047"/>
                    </a:lnTo>
                    <a:lnTo>
                      <a:pt x="291972" y="138423"/>
                    </a:lnTo>
                    <a:cubicBezTo>
                      <a:pt x="323979" y="106417"/>
                      <a:pt x="324488" y="54565"/>
                      <a:pt x="293092" y="23220"/>
                    </a:cubicBezTo>
                    <a:cubicBezTo>
                      <a:pt x="261696" y="-8125"/>
                      <a:pt x="209844" y="-7616"/>
                      <a:pt x="177889" y="24340"/>
                    </a:cubicBezTo>
                    <a:lnTo>
                      <a:pt x="158146" y="44083"/>
                    </a:lnTo>
                    <a:lnTo>
                      <a:pt x="138402" y="24340"/>
                    </a:lnTo>
                    <a:cubicBezTo>
                      <a:pt x="106395" y="-7667"/>
                      <a:pt x="54544" y="-8176"/>
                      <a:pt x="23199" y="23220"/>
                    </a:cubicBezTo>
                    <a:cubicBezTo>
                      <a:pt x="-2549" y="48968"/>
                      <a:pt x="-6823" y="88556"/>
                      <a:pt x="10172" y="119596"/>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2"/>
              <p:cNvSpPr/>
              <p:nvPr/>
            </p:nvSpPr>
            <p:spPr>
              <a:xfrm>
                <a:off x="5574634" y="218938"/>
                <a:ext cx="234121" cy="96324"/>
              </a:xfrm>
              <a:custGeom>
                <a:rect b="b" l="l" r="r" t="t"/>
                <a:pathLst>
                  <a:path extrusionOk="0" h="96324" w="234121">
                    <a:moveTo>
                      <a:pt x="0" y="63453"/>
                    </a:moveTo>
                    <a:lnTo>
                      <a:pt x="92254" y="63453"/>
                    </a:lnTo>
                    <a:lnTo>
                      <a:pt x="114083" y="33838"/>
                    </a:lnTo>
                    <a:lnTo>
                      <a:pt x="144869" y="96325"/>
                    </a:lnTo>
                    <a:lnTo>
                      <a:pt x="174433" y="0"/>
                    </a:lnTo>
                    <a:lnTo>
                      <a:pt x="197484" y="63911"/>
                    </a:lnTo>
                    <a:lnTo>
                      <a:pt x="234121" y="63911"/>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38" name="Google Shape;1038;p2"/>
            <p:cNvGrpSpPr/>
            <p:nvPr/>
          </p:nvGrpSpPr>
          <p:grpSpPr>
            <a:xfrm>
              <a:off x="394643" y="3612897"/>
              <a:ext cx="211474" cy="195680"/>
              <a:chOff x="4358057" y="4711710"/>
              <a:chExt cx="320546" cy="296607"/>
            </a:xfrm>
          </p:grpSpPr>
          <p:sp>
            <p:nvSpPr>
              <p:cNvPr id="1039" name="Google Shape;1039;p2"/>
              <p:cNvSpPr/>
              <p:nvPr/>
            </p:nvSpPr>
            <p:spPr>
              <a:xfrm>
                <a:off x="4358057" y="4739493"/>
                <a:ext cx="207225" cy="268569"/>
              </a:xfrm>
              <a:custGeom>
                <a:rect b="b" l="l" r="r" t="t"/>
                <a:pathLst>
                  <a:path extrusionOk="0" h="268569" w="207225">
                    <a:moveTo>
                      <a:pt x="207226" y="268570"/>
                    </a:moveTo>
                    <a:lnTo>
                      <a:pt x="31215" y="268570"/>
                    </a:lnTo>
                    <a:cubicBezTo>
                      <a:pt x="3229" y="268570"/>
                      <a:pt x="-7254" y="251422"/>
                      <a:pt x="5162" y="231628"/>
                    </a:cubicBezTo>
                    <a:cubicBezTo>
                      <a:pt x="18189" y="210867"/>
                      <a:pt x="81744" y="114542"/>
                      <a:pt x="81744" y="114542"/>
                    </a:cubicBezTo>
                    <a:cubicBezTo>
                      <a:pt x="86272" y="107469"/>
                      <a:pt x="90038" y="94849"/>
                      <a:pt x="90038" y="86453"/>
                    </a:cubicBezTo>
                    <a:lnTo>
                      <a:pt x="90038" y="0"/>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0" name="Google Shape;1040;p2"/>
              <p:cNvSpPr/>
              <p:nvPr/>
            </p:nvSpPr>
            <p:spPr>
              <a:xfrm>
                <a:off x="4430540" y="4711710"/>
                <a:ext cx="126448" cy="207101"/>
              </a:xfrm>
              <a:custGeom>
                <a:rect b="b" l="l" r="r" t="t"/>
                <a:pathLst>
                  <a:path extrusionOk="0" h="207101" w="126448">
                    <a:moveTo>
                      <a:pt x="0" y="0"/>
                    </a:moveTo>
                    <a:lnTo>
                      <a:pt x="92916" y="0"/>
                    </a:lnTo>
                    <a:lnTo>
                      <a:pt x="75513" y="24374"/>
                    </a:lnTo>
                    <a:lnTo>
                      <a:pt x="75513" y="114236"/>
                    </a:lnTo>
                    <a:cubicBezTo>
                      <a:pt x="75513" y="122633"/>
                      <a:pt x="79228" y="135252"/>
                      <a:pt x="83807" y="142325"/>
                    </a:cubicBezTo>
                    <a:cubicBezTo>
                      <a:pt x="83807" y="142325"/>
                      <a:pt x="105688" y="175502"/>
                      <a:pt x="126449" y="207101"/>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1" name="Google Shape;1041;p2"/>
              <p:cNvSpPr/>
              <p:nvPr/>
            </p:nvSpPr>
            <p:spPr>
              <a:xfrm>
                <a:off x="4441124" y="4900493"/>
                <a:ext cx="101718" cy="5088"/>
              </a:xfrm>
              <a:custGeom>
                <a:rect b="b" l="l" r="r" t="t"/>
                <a:pathLst>
                  <a:path extrusionOk="0" h="5088" w="101718">
                    <a:moveTo>
                      <a:pt x="0" y="0"/>
                    </a:moveTo>
                    <a:lnTo>
                      <a:pt x="101719" y="0"/>
                    </a:ln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2"/>
              <p:cNvSpPr/>
              <p:nvPr/>
            </p:nvSpPr>
            <p:spPr>
              <a:xfrm>
                <a:off x="4604464" y="4834546"/>
                <a:ext cx="56583" cy="5088"/>
              </a:xfrm>
              <a:custGeom>
                <a:rect b="b" l="l" r="r" t="t"/>
                <a:pathLst>
                  <a:path extrusionOk="0" h="5088" w="56583">
                    <a:moveTo>
                      <a:pt x="0" y="0"/>
                    </a:moveTo>
                    <a:lnTo>
                      <a:pt x="5658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2"/>
              <p:cNvSpPr/>
              <p:nvPr/>
            </p:nvSpPr>
            <p:spPr>
              <a:xfrm>
                <a:off x="4559787" y="4754097"/>
                <a:ext cx="118816" cy="254220"/>
              </a:xfrm>
              <a:custGeom>
                <a:rect b="b" l="l" r="r" t="t"/>
                <a:pathLst>
                  <a:path extrusionOk="0" h="254220" w="118816">
                    <a:moveTo>
                      <a:pt x="0" y="0"/>
                    </a:moveTo>
                    <a:lnTo>
                      <a:pt x="118816" y="0"/>
                    </a:lnTo>
                    <a:lnTo>
                      <a:pt x="101312" y="24883"/>
                    </a:lnTo>
                    <a:lnTo>
                      <a:pt x="101312" y="217634"/>
                    </a:lnTo>
                    <a:cubicBezTo>
                      <a:pt x="101312" y="237785"/>
                      <a:pt x="84825" y="254221"/>
                      <a:pt x="64726" y="254221"/>
                    </a:cubicBezTo>
                    <a:lnTo>
                      <a:pt x="58263" y="254221"/>
                    </a:lnTo>
                    <a:cubicBezTo>
                      <a:pt x="38113" y="254221"/>
                      <a:pt x="21677" y="237734"/>
                      <a:pt x="21677" y="217634"/>
                    </a:cubicBezTo>
                    <a:lnTo>
                      <a:pt x="21677" y="27783"/>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4" name="Google Shape;1044;p2"/>
              <p:cNvSpPr/>
              <p:nvPr/>
            </p:nvSpPr>
            <p:spPr>
              <a:xfrm>
                <a:off x="4622172" y="4873270"/>
                <a:ext cx="7938" cy="7938"/>
              </a:xfrm>
              <a:custGeom>
                <a:rect b="b" l="l" r="r" t="t"/>
                <a:pathLst>
                  <a:path extrusionOk="0" h="7938" w="7938">
                    <a:moveTo>
                      <a:pt x="7938" y="3969"/>
                    </a:moveTo>
                    <a:cubicBezTo>
                      <a:pt x="7938" y="6157"/>
                      <a:pt x="6157" y="7938"/>
                      <a:pt x="3969" y="7938"/>
                    </a:cubicBezTo>
                    <a:cubicBezTo>
                      <a:pt x="1781" y="7938"/>
                      <a:pt x="0" y="6157"/>
                      <a:pt x="0" y="3969"/>
                    </a:cubicBezTo>
                    <a:cubicBezTo>
                      <a:pt x="0" y="1781"/>
                      <a:pt x="1781" y="0"/>
                      <a:pt x="3969" y="0"/>
                    </a:cubicBezTo>
                    <a:cubicBezTo>
                      <a:pt x="6157" y="0"/>
                      <a:pt x="7938" y="1781"/>
                      <a:pt x="7938" y="3969"/>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5" name="Google Shape;1045;p2"/>
              <p:cNvSpPr/>
              <p:nvPr/>
            </p:nvSpPr>
            <p:spPr>
              <a:xfrm>
                <a:off x="4479338" y="4937791"/>
                <a:ext cx="7938" cy="7938"/>
              </a:xfrm>
              <a:custGeom>
                <a:rect b="b" l="l" r="r" t="t"/>
                <a:pathLst>
                  <a:path extrusionOk="0" h="7938" w="7938">
                    <a:moveTo>
                      <a:pt x="7938" y="3969"/>
                    </a:moveTo>
                    <a:cubicBezTo>
                      <a:pt x="7938" y="6157"/>
                      <a:pt x="6157" y="7938"/>
                      <a:pt x="3969" y="7938"/>
                    </a:cubicBezTo>
                    <a:cubicBezTo>
                      <a:pt x="1781" y="7938"/>
                      <a:pt x="0" y="6157"/>
                      <a:pt x="0" y="3969"/>
                    </a:cubicBezTo>
                    <a:cubicBezTo>
                      <a:pt x="0" y="1781"/>
                      <a:pt x="1781" y="0"/>
                      <a:pt x="3969" y="0"/>
                    </a:cubicBezTo>
                    <a:cubicBezTo>
                      <a:pt x="6157" y="0"/>
                      <a:pt x="7938" y="1781"/>
                      <a:pt x="7938" y="3969"/>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6" name="Google Shape;1046;p2"/>
              <p:cNvSpPr/>
              <p:nvPr/>
            </p:nvSpPr>
            <p:spPr>
              <a:xfrm>
                <a:off x="4510378" y="4956772"/>
                <a:ext cx="7938" cy="7938"/>
              </a:xfrm>
              <a:custGeom>
                <a:rect b="b" l="l" r="r" t="t"/>
                <a:pathLst>
                  <a:path extrusionOk="0" h="7938" w="7938">
                    <a:moveTo>
                      <a:pt x="7938" y="3969"/>
                    </a:moveTo>
                    <a:cubicBezTo>
                      <a:pt x="7938" y="6157"/>
                      <a:pt x="6157" y="7938"/>
                      <a:pt x="3969" y="7938"/>
                    </a:cubicBezTo>
                    <a:cubicBezTo>
                      <a:pt x="1781" y="7938"/>
                      <a:pt x="0" y="6157"/>
                      <a:pt x="0" y="3969"/>
                    </a:cubicBezTo>
                    <a:cubicBezTo>
                      <a:pt x="0" y="1781"/>
                      <a:pt x="1781" y="0"/>
                      <a:pt x="3969" y="0"/>
                    </a:cubicBezTo>
                    <a:cubicBezTo>
                      <a:pt x="6157" y="0"/>
                      <a:pt x="7938" y="1781"/>
                      <a:pt x="7938" y="3969"/>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 name="Google Shape;1047;p2"/>
              <p:cNvSpPr/>
              <p:nvPr/>
            </p:nvSpPr>
            <p:spPr>
              <a:xfrm>
                <a:off x="4610061" y="4909856"/>
                <a:ext cx="7938" cy="7938"/>
              </a:xfrm>
              <a:custGeom>
                <a:rect b="b" l="l" r="r" t="t"/>
                <a:pathLst>
                  <a:path extrusionOk="0" h="7938" w="7938">
                    <a:moveTo>
                      <a:pt x="7938" y="3969"/>
                    </a:moveTo>
                    <a:cubicBezTo>
                      <a:pt x="7938" y="6157"/>
                      <a:pt x="6157" y="7938"/>
                      <a:pt x="3969" y="7938"/>
                    </a:cubicBezTo>
                    <a:cubicBezTo>
                      <a:pt x="1781" y="7938"/>
                      <a:pt x="0" y="6157"/>
                      <a:pt x="0" y="3969"/>
                    </a:cubicBezTo>
                    <a:cubicBezTo>
                      <a:pt x="0" y="1781"/>
                      <a:pt x="1781" y="0"/>
                      <a:pt x="3969" y="0"/>
                    </a:cubicBezTo>
                    <a:cubicBezTo>
                      <a:pt x="6157" y="0"/>
                      <a:pt x="7938" y="1781"/>
                      <a:pt x="7938" y="3969"/>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8" name="Google Shape;1048;p2"/>
            <p:cNvGrpSpPr/>
            <p:nvPr/>
          </p:nvGrpSpPr>
          <p:grpSpPr>
            <a:xfrm>
              <a:off x="736781" y="3601434"/>
              <a:ext cx="207800" cy="218608"/>
              <a:chOff x="5023449" y="4131929"/>
              <a:chExt cx="314977" cy="331361"/>
            </a:xfrm>
          </p:grpSpPr>
          <p:sp>
            <p:nvSpPr>
              <p:cNvPr id="1049" name="Google Shape;1049;p2"/>
              <p:cNvSpPr/>
              <p:nvPr/>
            </p:nvSpPr>
            <p:spPr>
              <a:xfrm>
                <a:off x="5037381" y="4201948"/>
                <a:ext cx="72267" cy="92659"/>
              </a:xfrm>
              <a:custGeom>
                <a:rect b="b" l="l" r="r" t="t"/>
                <a:pathLst>
                  <a:path extrusionOk="0" h="92659" w="72267">
                    <a:moveTo>
                      <a:pt x="48453" y="92660"/>
                    </a:moveTo>
                    <a:cubicBezTo>
                      <a:pt x="11765" y="60297"/>
                      <a:pt x="-7316" y="29257"/>
                      <a:pt x="2606" y="12262"/>
                    </a:cubicBezTo>
                    <a:cubicBezTo>
                      <a:pt x="10799" y="-1833"/>
                      <a:pt x="37157" y="-3360"/>
                      <a:pt x="72267" y="5545"/>
                    </a:cubicBez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0" name="Google Shape;1050;p2"/>
              <p:cNvSpPr/>
              <p:nvPr/>
            </p:nvSpPr>
            <p:spPr>
              <a:xfrm>
                <a:off x="5183889" y="4359537"/>
                <a:ext cx="145064" cy="33687"/>
              </a:xfrm>
              <a:custGeom>
                <a:rect b="b" l="l" r="r" t="t"/>
                <a:pathLst>
                  <a:path extrusionOk="0" h="33687" w="145064">
                    <a:moveTo>
                      <a:pt x="143444" y="1221"/>
                    </a:moveTo>
                    <a:cubicBezTo>
                      <a:pt x="145836" y="9108"/>
                      <a:pt x="145632" y="15978"/>
                      <a:pt x="142477" y="21422"/>
                    </a:cubicBezTo>
                    <a:cubicBezTo>
                      <a:pt x="129197" y="44219"/>
                      <a:pt x="68339" y="34194"/>
                      <a:pt x="0" y="0"/>
                    </a:cubicBez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1" name="Google Shape;1051;p2"/>
              <p:cNvSpPr/>
              <p:nvPr/>
            </p:nvSpPr>
            <p:spPr>
              <a:xfrm>
                <a:off x="5212131" y="4251762"/>
                <a:ext cx="90320" cy="70322"/>
              </a:xfrm>
              <a:custGeom>
                <a:rect b="b" l="l" r="r" t="t"/>
                <a:pathLst>
                  <a:path extrusionOk="0" h="70322" w="90320">
                    <a:moveTo>
                      <a:pt x="0" y="0"/>
                    </a:moveTo>
                    <a:cubicBezTo>
                      <a:pt x="38011" y="22339"/>
                      <a:pt x="69661" y="47476"/>
                      <a:pt x="90321" y="70323"/>
                    </a:cubicBez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2" name="Google Shape;1052;p2"/>
              <p:cNvSpPr/>
              <p:nvPr/>
            </p:nvSpPr>
            <p:spPr>
              <a:xfrm>
                <a:off x="5036343" y="4203583"/>
                <a:ext cx="293604" cy="188103"/>
              </a:xfrm>
              <a:custGeom>
                <a:rect b="b" l="l" r="r" t="t"/>
                <a:pathLst>
                  <a:path extrusionOk="0" h="188103" w="293604">
                    <a:moveTo>
                      <a:pt x="21759" y="122929"/>
                    </a:moveTo>
                    <a:cubicBezTo>
                      <a:pt x="42775" y="98453"/>
                      <a:pt x="77631" y="70823"/>
                      <a:pt x="120221" y="46856"/>
                    </a:cubicBezTo>
                    <a:cubicBezTo>
                      <a:pt x="199958" y="1925"/>
                      <a:pt x="276489" y="-13340"/>
                      <a:pt x="291143" y="12713"/>
                    </a:cubicBezTo>
                    <a:cubicBezTo>
                      <a:pt x="305849" y="38766"/>
                      <a:pt x="253133" y="96316"/>
                      <a:pt x="173396" y="141248"/>
                    </a:cubicBezTo>
                    <a:cubicBezTo>
                      <a:pt x="93659" y="186179"/>
                      <a:pt x="17129" y="201444"/>
                      <a:pt x="2474" y="175391"/>
                    </a:cubicBezTo>
                    <a:cubicBezTo>
                      <a:pt x="83" y="171168"/>
                      <a:pt x="-528" y="166130"/>
                      <a:pt x="439" y="160482"/>
                    </a:cubicBez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3" name="Google Shape;1053;p2"/>
              <p:cNvSpPr/>
              <p:nvPr/>
            </p:nvSpPr>
            <p:spPr>
              <a:xfrm>
                <a:off x="5165316" y="4131929"/>
                <a:ext cx="59179" cy="59382"/>
              </a:xfrm>
              <a:custGeom>
                <a:rect b="b" l="l" r="r" t="t"/>
                <a:pathLst>
                  <a:path extrusionOk="0" h="59382" w="59179">
                    <a:moveTo>
                      <a:pt x="0" y="8803"/>
                    </a:moveTo>
                    <a:cubicBezTo>
                      <a:pt x="5445" y="3104"/>
                      <a:pt x="11297" y="51"/>
                      <a:pt x="17403" y="0"/>
                    </a:cubicBezTo>
                    <a:cubicBezTo>
                      <a:pt x="34093" y="0"/>
                      <a:pt x="49104" y="23051"/>
                      <a:pt x="59179" y="59383"/>
                    </a:cubicBez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4" name="Google Shape;1054;p2"/>
              <p:cNvSpPr/>
              <p:nvPr/>
            </p:nvSpPr>
            <p:spPr>
              <a:xfrm>
                <a:off x="5128983" y="4181338"/>
                <a:ext cx="95562" cy="281952"/>
              </a:xfrm>
              <a:custGeom>
                <a:rect b="b" l="l" r="r" t="t"/>
                <a:pathLst>
                  <a:path extrusionOk="0" h="281952" w="95562">
                    <a:moveTo>
                      <a:pt x="95563" y="224198"/>
                    </a:moveTo>
                    <a:cubicBezTo>
                      <a:pt x="85742" y="259513"/>
                      <a:pt x="71036" y="281902"/>
                      <a:pt x="54652" y="281953"/>
                    </a:cubicBezTo>
                    <a:cubicBezTo>
                      <a:pt x="24731" y="282054"/>
                      <a:pt x="256" y="207915"/>
                      <a:pt x="1" y="116424"/>
                    </a:cubicBezTo>
                    <a:cubicBezTo>
                      <a:pt x="-101" y="71035"/>
                      <a:pt x="5751" y="29920"/>
                      <a:pt x="15317" y="0"/>
                    </a:cubicBezTo>
                  </a:path>
                </a:pathLst>
              </a:custGeom>
              <a:noFill/>
              <a:ln cap="rnd"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5" name="Google Shape;1055;p2"/>
              <p:cNvSpPr/>
              <p:nvPr/>
            </p:nvSpPr>
            <p:spPr>
              <a:xfrm>
                <a:off x="5130918" y="4139002"/>
                <a:ext cx="43252" cy="43252"/>
              </a:xfrm>
              <a:custGeom>
                <a:rect b="b" l="l" r="r" t="t"/>
                <a:pathLst>
                  <a:path extrusionOk="0" h="43252" w="43252">
                    <a:moveTo>
                      <a:pt x="43252" y="21626"/>
                    </a:moveTo>
                    <a:cubicBezTo>
                      <a:pt x="43252" y="33584"/>
                      <a:pt x="33584" y="43252"/>
                      <a:pt x="21626" y="43252"/>
                    </a:cubicBezTo>
                    <a:cubicBezTo>
                      <a:pt x="9668" y="43252"/>
                      <a:pt x="0" y="33584"/>
                      <a:pt x="0" y="21626"/>
                    </a:cubicBezTo>
                    <a:cubicBezTo>
                      <a:pt x="0" y="9668"/>
                      <a:pt x="9668" y="0"/>
                      <a:pt x="21626" y="0"/>
                    </a:cubicBezTo>
                    <a:cubicBezTo>
                      <a:pt x="33584" y="0"/>
                      <a:pt x="43252" y="9668"/>
                      <a:pt x="43252" y="21626"/>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2"/>
              <p:cNvSpPr/>
              <p:nvPr/>
            </p:nvSpPr>
            <p:spPr>
              <a:xfrm>
                <a:off x="5023449" y="4322950"/>
                <a:ext cx="43252" cy="43252"/>
              </a:xfrm>
              <a:custGeom>
                <a:rect b="b" l="l" r="r" t="t"/>
                <a:pathLst>
                  <a:path extrusionOk="0" h="43252" w="43252">
                    <a:moveTo>
                      <a:pt x="43252" y="21626"/>
                    </a:moveTo>
                    <a:cubicBezTo>
                      <a:pt x="43252" y="33584"/>
                      <a:pt x="33584" y="43252"/>
                      <a:pt x="21626" y="43252"/>
                    </a:cubicBezTo>
                    <a:cubicBezTo>
                      <a:pt x="9668" y="43252"/>
                      <a:pt x="0" y="33584"/>
                      <a:pt x="0" y="21626"/>
                    </a:cubicBezTo>
                    <a:cubicBezTo>
                      <a:pt x="0" y="9668"/>
                      <a:pt x="9668" y="0"/>
                      <a:pt x="21626" y="0"/>
                    </a:cubicBezTo>
                    <a:cubicBezTo>
                      <a:pt x="33584" y="0"/>
                      <a:pt x="43252" y="9668"/>
                      <a:pt x="43252" y="21626"/>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7" name="Google Shape;1057;p2"/>
              <p:cNvSpPr/>
              <p:nvPr/>
            </p:nvSpPr>
            <p:spPr>
              <a:xfrm>
                <a:off x="5295174" y="4319287"/>
                <a:ext cx="43252" cy="43252"/>
              </a:xfrm>
              <a:custGeom>
                <a:rect b="b" l="l" r="r" t="t"/>
                <a:pathLst>
                  <a:path extrusionOk="0" h="43252" w="43252">
                    <a:moveTo>
                      <a:pt x="43252" y="21626"/>
                    </a:moveTo>
                    <a:cubicBezTo>
                      <a:pt x="43252" y="33584"/>
                      <a:pt x="33584" y="43252"/>
                      <a:pt x="21626" y="43252"/>
                    </a:cubicBezTo>
                    <a:cubicBezTo>
                      <a:pt x="9668" y="43252"/>
                      <a:pt x="0" y="33584"/>
                      <a:pt x="0" y="21626"/>
                    </a:cubicBezTo>
                    <a:cubicBezTo>
                      <a:pt x="0" y="9668"/>
                      <a:pt x="9668" y="0"/>
                      <a:pt x="21626" y="0"/>
                    </a:cubicBezTo>
                    <a:cubicBezTo>
                      <a:pt x="33584" y="0"/>
                      <a:pt x="43252" y="9668"/>
                      <a:pt x="43252" y="21626"/>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 name="Google Shape;1058;p2"/>
              <p:cNvSpPr/>
              <p:nvPr/>
            </p:nvSpPr>
            <p:spPr>
              <a:xfrm>
                <a:off x="5172437" y="4286924"/>
                <a:ext cx="21411" cy="21422"/>
              </a:xfrm>
              <a:custGeom>
                <a:rect b="b" l="l" r="r" t="t"/>
                <a:pathLst>
                  <a:path extrusionOk="0" h="21422" w="21411">
                    <a:moveTo>
                      <a:pt x="10689" y="21423"/>
                    </a:moveTo>
                    <a:cubicBezTo>
                      <a:pt x="8857" y="21423"/>
                      <a:pt x="7026" y="20965"/>
                      <a:pt x="5448" y="20049"/>
                    </a:cubicBezTo>
                    <a:cubicBezTo>
                      <a:pt x="309" y="17148"/>
                      <a:pt x="-1523" y="10584"/>
                      <a:pt x="1377" y="5445"/>
                    </a:cubicBezTo>
                    <a:cubicBezTo>
                      <a:pt x="3260" y="2086"/>
                      <a:pt x="6873" y="0"/>
                      <a:pt x="10740" y="0"/>
                    </a:cubicBezTo>
                    <a:cubicBezTo>
                      <a:pt x="12572" y="0"/>
                      <a:pt x="14404" y="458"/>
                      <a:pt x="15981" y="1374"/>
                    </a:cubicBezTo>
                    <a:cubicBezTo>
                      <a:pt x="18475" y="2799"/>
                      <a:pt x="20256" y="5088"/>
                      <a:pt x="21019" y="7836"/>
                    </a:cubicBezTo>
                    <a:cubicBezTo>
                      <a:pt x="21782" y="10584"/>
                      <a:pt x="21426" y="13484"/>
                      <a:pt x="20001" y="15978"/>
                    </a:cubicBezTo>
                    <a:cubicBezTo>
                      <a:pt x="18118" y="19336"/>
                      <a:pt x="14505" y="21423"/>
                      <a:pt x="10639" y="21423"/>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59" name="Google Shape;1059;p2"/>
            <p:cNvGrpSpPr/>
            <p:nvPr/>
          </p:nvGrpSpPr>
          <p:grpSpPr>
            <a:xfrm>
              <a:off x="428942" y="3238094"/>
              <a:ext cx="142876" cy="215849"/>
              <a:chOff x="6337" y="1760239"/>
              <a:chExt cx="256808" cy="387972"/>
            </a:xfrm>
          </p:grpSpPr>
          <p:sp>
            <p:nvSpPr>
              <p:cNvPr id="1060" name="Google Shape;1060;p2"/>
              <p:cNvSpPr/>
              <p:nvPr/>
            </p:nvSpPr>
            <p:spPr>
              <a:xfrm>
                <a:off x="6337" y="1869844"/>
                <a:ext cx="256808" cy="278367"/>
              </a:xfrm>
              <a:custGeom>
                <a:rect b="b" l="l" r="r" t="t"/>
                <a:pathLst>
                  <a:path extrusionOk="0" h="278367" w="256808">
                    <a:moveTo>
                      <a:pt x="59660" y="0"/>
                    </a:moveTo>
                    <a:cubicBezTo>
                      <a:pt x="59660" y="0"/>
                      <a:pt x="-57680" y="87471"/>
                      <a:pt x="36762" y="196619"/>
                    </a:cubicBezTo>
                    <a:cubicBezTo>
                      <a:pt x="64393" y="228575"/>
                      <a:pt x="170233" y="300729"/>
                      <a:pt x="228496" y="271572"/>
                    </a:cubicBezTo>
                    <a:cubicBezTo>
                      <a:pt x="238317" y="266636"/>
                      <a:pt x="283961" y="239260"/>
                      <a:pt x="233432" y="78617"/>
                    </a:cubicBezTo>
                    <a:cubicBezTo>
                      <a:pt x="226003" y="54956"/>
                      <a:pt x="216436" y="38876"/>
                      <a:pt x="203308" y="25188"/>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2"/>
              <p:cNvSpPr/>
              <p:nvPr/>
            </p:nvSpPr>
            <p:spPr>
              <a:xfrm>
                <a:off x="62791" y="1845725"/>
                <a:ext cx="82535" cy="137185"/>
              </a:xfrm>
              <a:custGeom>
                <a:rect b="b" l="l" r="r" t="t"/>
                <a:pathLst>
                  <a:path extrusionOk="0" h="137185" w="82535">
                    <a:moveTo>
                      <a:pt x="0" y="137185"/>
                    </a:moveTo>
                    <a:cubicBezTo>
                      <a:pt x="27020" y="127365"/>
                      <a:pt x="41827" y="76175"/>
                      <a:pt x="41827" y="76175"/>
                    </a:cubicBezTo>
                    <a:cubicBezTo>
                      <a:pt x="57805" y="29462"/>
                      <a:pt x="82535" y="15520"/>
                      <a:pt x="82535" y="15520"/>
                    </a:cubicBezTo>
                    <a:lnTo>
                      <a:pt x="60248"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2" name="Google Shape;1062;p2"/>
              <p:cNvSpPr/>
              <p:nvPr/>
            </p:nvSpPr>
            <p:spPr>
              <a:xfrm>
                <a:off x="171105" y="1849338"/>
                <a:ext cx="58029" cy="111437"/>
              </a:xfrm>
              <a:custGeom>
                <a:rect b="b" l="l" r="r" t="t"/>
                <a:pathLst>
                  <a:path extrusionOk="0" h="111437" w="58029">
                    <a:moveTo>
                      <a:pt x="58029" y="0"/>
                    </a:moveTo>
                    <a:cubicBezTo>
                      <a:pt x="58029" y="0"/>
                      <a:pt x="-39466" y="38927"/>
                      <a:pt x="18288" y="111438"/>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3" name="Google Shape;1063;p2"/>
              <p:cNvSpPr/>
              <p:nvPr/>
            </p:nvSpPr>
            <p:spPr>
              <a:xfrm>
                <a:off x="141866" y="1809190"/>
                <a:ext cx="83196" cy="31141"/>
              </a:xfrm>
              <a:custGeom>
                <a:rect b="b" l="l" r="r" t="t"/>
                <a:pathLst>
                  <a:path extrusionOk="0" h="31141" w="83196">
                    <a:moveTo>
                      <a:pt x="0" y="15164"/>
                    </a:moveTo>
                    <a:lnTo>
                      <a:pt x="28648" y="31141"/>
                    </a:lnTo>
                    <a:cubicBezTo>
                      <a:pt x="28648" y="31141"/>
                      <a:pt x="59841" y="11042"/>
                      <a:pt x="83197" y="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4" name="Google Shape;1064;p2"/>
              <p:cNvSpPr/>
              <p:nvPr/>
            </p:nvSpPr>
            <p:spPr>
              <a:xfrm>
                <a:off x="118816" y="1817633"/>
                <a:ext cx="40809" cy="41372"/>
              </a:xfrm>
              <a:custGeom>
                <a:rect b="b" l="l" r="r" t="t"/>
                <a:pathLst>
                  <a:path extrusionOk="0" h="41372" w="40809">
                    <a:moveTo>
                      <a:pt x="40810" y="258"/>
                    </a:moveTo>
                    <a:cubicBezTo>
                      <a:pt x="40810" y="258"/>
                      <a:pt x="1679" y="-5848"/>
                      <a:pt x="0" y="41373"/>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5" name="Google Shape;1065;p2"/>
              <p:cNvSpPr/>
              <p:nvPr/>
            </p:nvSpPr>
            <p:spPr>
              <a:xfrm>
                <a:off x="64861" y="1766599"/>
                <a:ext cx="131909" cy="164663"/>
              </a:xfrm>
              <a:custGeom>
                <a:rect b="b" l="l" r="r" t="t"/>
                <a:pathLst>
                  <a:path extrusionOk="0" h="164663" w="131909">
                    <a:moveTo>
                      <a:pt x="131910" y="50376"/>
                    </a:moveTo>
                    <a:cubicBezTo>
                      <a:pt x="131910" y="50376"/>
                      <a:pt x="114558" y="-2035"/>
                      <a:pt x="43268" y="17606"/>
                    </a:cubicBezTo>
                    <a:lnTo>
                      <a:pt x="25713" y="0"/>
                    </a:lnTo>
                    <a:lnTo>
                      <a:pt x="10906" y="14757"/>
                    </a:lnTo>
                    <a:cubicBezTo>
                      <a:pt x="10906" y="14757"/>
                      <a:pt x="25001" y="30734"/>
                      <a:pt x="21286" y="42998"/>
                    </a:cubicBezTo>
                    <a:cubicBezTo>
                      <a:pt x="21286" y="42998"/>
                      <a:pt x="-3291" y="92152"/>
                      <a:pt x="372" y="164663"/>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6" name="Google Shape;1066;p2"/>
              <p:cNvSpPr/>
              <p:nvPr/>
            </p:nvSpPr>
            <p:spPr>
              <a:xfrm>
                <a:off x="120546" y="1760239"/>
                <a:ext cx="2493" cy="19743"/>
              </a:xfrm>
              <a:custGeom>
                <a:rect b="b" l="l" r="r" t="t"/>
                <a:pathLst>
                  <a:path extrusionOk="0" h="19743" w="2493">
                    <a:moveTo>
                      <a:pt x="2493" y="19743"/>
                    </a:moveTo>
                    <a:lnTo>
                      <a:pt x="0"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7" name="Google Shape;1067;p2"/>
              <p:cNvSpPr/>
              <p:nvPr/>
            </p:nvSpPr>
            <p:spPr>
              <a:xfrm>
                <a:off x="143444" y="1760239"/>
                <a:ext cx="1679" cy="17707"/>
              </a:xfrm>
              <a:custGeom>
                <a:rect b="b" l="l" r="r" t="t"/>
                <a:pathLst>
                  <a:path extrusionOk="0" h="17707" w="1679">
                    <a:moveTo>
                      <a:pt x="0" y="17708"/>
                    </a:moveTo>
                    <a:lnTo>
                      <a:pt x="1679"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8" name="Google Shape;1068;p2"/>
              <p:cNvSpPr/>
              <p:nvPr/>
            </p:nvSpPr>
            <p:spPr>
              <a:xfrm>
                <a:off x="20404" y="1832139"/>
                <a:ext cx="48900" cy="76378"/>
              </a:xfrm>
              <a:custGeom>
                <a:rect b="b" l="l" r="r" t="t"/>
                <a:pathLst>
                  <a:path extrusionOk="0" h="76378" w="48900">
                    <a:moveTo>
                      <a:pt x="48900" y="27427"/>
                    </a:moveTo>
                    <a:lnTo>
                      <a:pt x="33737" y="0"/>
                    </a:lnTo>
                    <a:cubicBezTo>
                      <a:pt x="33737" y="0"/>
                      <a:pt x="6004" y="1679"/>
                      <a:pt x="0" y="13688"/>
                    </a:cubicBezTo>
                    <a:lnTo>
                      <a:pt x="11602" y="76378"/>
                    </a:ln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69" name="Google Shape;1069;p2"/>
            <p:cNvGrpSpPr/>
            <p:nvPr/>
          </p:nvGrpSpPr>
          <p:grpSpPr>
            <a:xfrm>
              <a:off x="791491" y="3247596"/>
              <a:ext cx="98380" cy="196844"/>
              <a:chOff x="3249859" y="4046035"/>
              <a:chExt cx="172245" cy="344643"/>
            </a:xfrm>
          </p:grpSpPr>
          <p:grpSp>
            <p:nvGrpSpPr>
              <p:cNvPr id="1070" name="Google Shape;1070;p2"/>
              <p:cNvGrpSpPr/>
              <p:nvPr/>
            </p:nvGrpSpPr>
            <p:grpSpPr>
              <a:xfrm>
                <a:off x="3261461" y="4078194"/>
                <a:ext cx="149041" cy="283988"/>
                <a:chOff x="3261461" y="4078194"/>
                <a:chExt cx="149041" cy="283988"/>
              </a:xfrm>
            </p:grpSpPr>
            <p:sp>
              <p:nvSpPr>
                <p:cNvPr id="1071" name="Google Shape;1071;p2"/>
                <p:cNvSpPr/>
                <p:nvPr/>
              </p:nvSpPr>
              <p:spPr>
                <a:xfrm>
                  <a:off x="3261461" y="4078194"/>
                  <a:ext cx="149041" cy="5088"/>
                </a:xfrm>
                <a:custGeom>
                  <a:rect b="b" l="l" r="r" t="t"/>
                  <a:pathLst>
                    <a:path extrusionOk="0" h="5088" w="149041">
                      <a:moveTo>
                        <a:pt x="149042" y="0"/>
                      </a:moveTo>
                      <a:lnTo>
                        <a:pt x="0" y="0"/>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2"/>
                <p:cNvSpPr/>
                <p:nvPr/>
              </p:nvSpPr>
              <p:spPr>
                <a:xfrm>
                  <a:off x="3261461" y="4357094"/>
                  <a:ext cx="149041" cy="5088"/>
                </a:xfrm>
                <a:custGeom>
                  <a:rect b="b" l="l" r="r" t="t"/>
                  <a:pathLst>
                    <a:path extrusionOk="0" h="5088" w="149041">
                      <a:moveTo>
                        <a:pt x="149042" y="0"/>
                      </a:moveTo>
                      <a:lnTo>
                        <a:pt x="0" y="0"/>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73" name="Google Shape;1073;p2"/>
              <p:cNvSpPr/>
              <p:nvPr/>
            </p:nvSpPr>
            <p:spPr>
              <a:xfrm>
                <a:off x="3260800" y="4193957"/>
                <a:ext cx="150873" cy="5088"/>
              </a:xfrm>
              <a:custGeom>
                <a:rect b="b" l="l" r="r" t="t"/>
                <a:pathLst>
                  <a:path extrusionOk="0" h="5088" w="150873">
                    <a:moveTo>
                      <a:pt x="150873" y="0"/>
                    </a:moveTo>
                    <a:lnTo>
                      <a:pt x="0" y="0"/>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4" name="Google Shape;1074;p2"/>
              <p:cNvSpPr/>
              <p:nvPr/>
            </p:nvSpPr>
            <p:spPr>
              <a:xfrm>
                <a:off x="3261003" y="4241280"/>
                <a:ext cx="151178" cy="5088"/>
              </a:xfrm>
              <a:custGeom>
                <a:rect b="b" l="l" r="r" t="t"/>
                <a:pathLst>
                  <a:path extrusionOk="0" h="5088" w="151178">
                    <a:moveTo>
                      <a:pt x="151179" y="0"/>
                    </a:moveTo>
                    <a:lnTo>
                      <a:pt x="0" y="0"/>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75" name="Google Shape;1075;p2"/>
              <p:cNvGrpSpPr/>
              <p:nvPr/>
            </p:nvGrpSpPr>
            <p:grpSpPr>
              <a:xfrm>
                <a:off x="3249859" y="4046035"/>
                <a:ext cx="172245" cy="344643"/>
                <a:chOff x="3249859" y="4046035"/>
                <a:chExt cx="172245" cy="344643"/>
              </a:xfrm>
            </p:grpSpPr>
            <p:sp>
              <p:nvSpPr>
                <p:cNvPr id="1076" name="Google Shape;1076;p2"/>
                <p:cNvSpPr/>
                <p:nvPr/>
              </p:nvSpPr>
              <p:spPr>
                <a:xfrm>
                  <a:off x="3249910" y="4046035"/>
                  <a:ext cx="172194" cy="238802"/>
                </a:xfrm>
                <a:custGeom>
                  <a:rect b="b" l="l" r="r" t="t"/>
                  <a:pathLst>
                    <a:path extrusionOk="0" h="238802" w="172194">
                      <a:moveTo>
                        <a:pt x="60044" y="238802"/>
                      </a:moveTo>
                      <a:cubicBezTo>
                        <a:pt x="27224" y="219517"/>
                        <a:pt x="0" y="199519"/>
                        <a:pt x="0" y="172245"/>
                      </a:cubicBezTo>
                      <a:cubicBezTo>
                        <a:pt x="0" y="103602"/>
                        <a:pt x="172194" y="83553"/>
                        <a:pt x="172194"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7" name="Google Shape;1077;p2"/>
                <p:cNvSpPr/>
                <p:nvPr/>
              </p:nvSpPr>
              <p:spPr>
                <a:xfrm>
                  <a:off x="3361959" y="4314911"/>
                  <a:ext cx="60094" cy="75767"/>
                </a:xfrm>
                <a:custGeom>
                  <a:rect b="b" l="l" r="r" t="t"/>
                  <a:pathLst>
                    <a:path extrusionOk="0" h="75767" w="60094">
                      <a:moveTo>
                        <a:pt x="60095" y="75768"/>
                      </a:moveTo>
                      <a:cubicBezTo>
                        <a:pt x="60095" y="43405"/>
                        <a:pt x="32821" y="20354"/>
                        <a:pt x="0"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2"/>
                <p:cNvSpPr/>
                <p:nvPr/>
              </p:nvSpPr>
              <p:spPr>
                <a:xfrm>
                  <a:off x="3249859" y="4046035"/>
                  <a:ext cx="60044" cy="76581"/>
                </a:xfrm>
                <a:custGeom>
                  <a:rect b="b" l="l" r="r" t="t"/>
                  <a:pathLst>
                    <a:path extrusionOk="0" h="76581" w="60044">
                      <a:moveTo>
                        <a:pt x="60044" y="76582"/>
                      </a:moveTo>
                      <a:cubicBezTo>
                        <a:pt x="27224" y="56380"/>
                        <a:pt x="0" y="33228"/>
                        <a:pt x="0"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2"/>
                <p:cNvSpPr/>
                <p:nvPr/>
              </p:nvSpPr>
              <p:spPr>
                <a:xfrm>
                  <a:off x="3249859" y="4152588"/>
                  <a:ext cx="172194" cy="238090"/>
                </a:xfrm>
                <a:custGeom>
                  <a:rect b="b" l="l" r="r" t="t"/>
                  <a:pathLst>
                    <a:path extrusionOk="0" h="238090" w="172194">
                      <a:moveTo>
                        <a:pt x="0" y="238090"/>
                      </a:moveTo>
                      <a:cubicBezTo>
                        <a:pt x="0" y="156675"/>
                        <a:pt x="172194" y="134336"/>
                        <a:pt x="172194" y="65692"/>
                      </a:cubicBezTo>
                      <a:cubicBezTo>
                        <a:pt x="172194" y="38469"/>
                        <a:pt x="145124" y="18929"/>
                        <a:pt x="112456"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080" name="Google Shape;1080;p2"/>
            <p:cNvGrpSpPr/>
            <p:nvPr/>
          </p:nvGrpSpPr>
          <p:grpSpPr>
            <a:xfrm>
              <a:off x="1080488" y="3250477"/>
              <a:ext cx="182804" cy="191083"/>
              <a:chOff x="3707514" y="3017857"/>
              <a:chExt cx="296564" cy="309995"/>
            </a:xfrm>
          </p:grpSpPr>
          <p:sp>
            <p:nvSpPr>
              <p:cNvPr id="1081" name="Google Shape;1081;p2"/>
              <p:cNvSpPr/>
              <p:nvPr/>
            </p:nvSpPr>
            <p:spPr>
              <a:xfrm>
                <a:off x="3773108" y="3017907"/>
                <a:ext cx="82636" cy="82636"/>
              </a:xfrm>
              <a:custGeom>
                <a:rect b="b" l="l" r="r" t="t"/>
                <a:pathLst>
                  <a:path extrusionOk="0" h="82636" w="82636">
                    <a:moveTo>
                      <a:pt x="41318" y="82637"/>
                    </a:moveTo>
                    <a:cubicBezTo>
                      <a:pt x="18471" y="82637"/>
                      <a:pt x="0" y="64115"/>
                      <a:pt x="0" y="41318"/>
                    </a:cubicBezTo>
                    <a:cubicBezTo>
                      <a:pt x="0" y="18522"/>
                      <a:pt x="18522" y="0"/>
                      <a:pt x="41318" y="0"/>
                    </a:cubicBezTo>
                    <a:cubicBezTo>
                      <a:pt x="64115" y="0"/>
                      <a:pt x="82637" y="18522"/>
                      <a:pt x="82637" y="41318"/>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2" name="Google Shape;1082;p2"/>
              <p:cNvSpPr/>
              <p:nvPr/>
            </p:nvSpPr>
            <p:spPr>
              <a:xfrm>
                <a:off x="3774455" y="3234524"/>
                <a:ext cx="81391" cy="93328"/>
              </a:xfrm>
              <a:custGeom>
                <a:rect b="b" l="l" r="r" t="t"/>
                <a:pathLst>
                  <a:path extrusionOk="0" h="93328" w="81391">
                    <a:moveTo>
                      <a:pt x="81392" y="53683"/>
                    </a:moveTo>
                    <a:cubicBezTo>
                      <a:pt x="81035" y="67117"/>
                      <a:pt x="74064" y="80093"/>
                      <a:pt x="61648" y="87522"/>
                    </a:cubicBezTo>
                    <a:cubicBezTo>
                      <a:pt x="42414" y="99073"/>
                      <a:pt x="17378" y="92865"/>
                      <a:pt x="5827" y="73580"/>
                    </a:cubicBezTo>
                    <a:cubicBezTo>
                      <a:pt x="-3688" y="57754"/>
                      <a:pt x="-1194" y="38062"/>
                      <a:pt x="10713" y="25137"/>
                    </a:cubicBezTo>
                    <a:lnTo>
                      <a:pt x="33814" y="0"/>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3" name="Google Shape;1083;p2"/>
              <p:cNvSpPr/>
              <p:nvPr/>
            </p:nvSpPr>
            <p:spPr>
              <a:xfrm>
                <a:off x="3855949" y="3017857"/>
                <a:ext cx="80968" cy="309984"/>
              </a:xfrm>
              <a:custGeom>
                <a:rect b="b" l="l" r="r" t="t"/>
                <a:pathLst>
                  <a:path extrusionOk="0" h="309984" w="80968">
                    <a:moveTo>
                      <a:pt x="67117" y="238396"/>
                    </a:moveTo>
                    <a:lnTo>
                      <a:pt x="70272" y="241805"/>
                    </a:lnTo>
                    <a:cubicBezTo>
                      <a:pt x="82128" y="254729"/>
                      <a:pt x="84672" y="274422"/>
                      <a:pt x="75157" y="290247"/>
                    </a:cubicBezTo>
                    <a:cubicBezTo>
                      <a:pt x="63606" y="309481"/>
                      <a:pt x="38570" y="315740"/>
                      <a:pt x="19336" y="304190"/>
                    </a:cubicBezTo>
                    <a:cubicBezTo>
                      <a:pt x="6971" y="296760"/>
                      <a:pt x="305" y="283785"/>
                      <a:pt x="0" y="270351"/>
                    </a:cubicBezTo>
                    <a:lnTo>
                      <a:pt x="0" y="41318"/>
                    </a:lnTo>
                    <a:cubicBezTo>
                      <a:pt x="0" y="18471"/>
                      <a:pt x="18217" y="0"/>
                      <a:pt x="41064" y="0"/>
                    </a:cubicBezTo>
                    <a:cubicBezTo>
                      <a:pt x="50478" y="0"/>
                      <a:pt x="60756" y="3969"/>
                      <a:pt x="67931" y="10126"/>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4" name="Google Shape;1084;p2"/>
              <p:cNvSpPr/>
              <p:nvPr/>
            </p:nvSpPr>
            <p:spPr>
              <a:xfrm>
                <a:off x="3707514" y="3063195"/>
                <a:ext cx="65747" cy="224300"/>
              </a:xfrm>
              <a:custGeom>
                <a:rect b="b" l="l" r="r" t="t"/>
                <a:pathLst>
                  <a:path extrusionOk="0" h="224300" w="65747">
                    <a:moveTo>
                      <a:pt x="41322" y="0"/>
                    </a:moveTo>
                    <a:cubicBezTo>
                      <a:pt x="30229" y="5903"/>
                      <a:pt x="20154" y="19133"/>
                      <a:pt x="27584" y="48747"/>
                    </a:cubicBezTo>
                    <a:cubicBezTo>
                      <a:pt x="27584" y="48747"/>
                      <a:pt x="-30934" y="99632"/>
                      <a:pt x="22495" y="151789"/>
                    </a:cubicBezTo>
                    <a:cubicBezTo>
                      <a:pt x="22495" y="151789"/>
                      <a:pt x="7230" y="220484"/>
                      <a:pt x="65747" y="22430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85" name="Google Shape;1085;p2"/>
              <p:cNvGrpSpPr/>
              <p:nvPr/>
            </p:nvGrpSpPr>
            <p:grpSpPr>
              <a:xfrm>
                <a:off x="3755298" y="3032308"/>
                <a:ext cx="100563" cy="248215"/>
                <a:chOff x="3755298" y="3032308"/>
                <a:chExt cx="100563" cy="248215"/>
              </a:xfrm>
            </p:grpSpPr>
            <p:sp>
              <p:nvSpPr>
                <p:cNvPr id="1086" name="Google Shape;1086;p2"/>
                <p:cNvSpPr/>
                <p:nvPr/>
              </p:nvSpPr>
              <p:spPr>
                <a:xfrm>
                  <a:off x="3819006" y="3032308"/>
                  <a:ext cx="34961" cy="38615"/>
                </a:xfrm>
                <a:custGeom>
                  <a:rect b="b" l="l" r="r" t="t"/>
                  <a:pathLst>
                    <a:path extrusionOk="0" h="38615" w="34961">
                      <a:moveTo>
                        <a:pt x="26715" y="0"/>
                      </a:moveTo>
                      <a:cubicBezTo>
                        <a:pt x="36077" y="7378"/>
                        <a:pt x="37706" y="21015"/>
                        <a:pt x="30378" y="30378"/>
                      </a:cubicBezTo>
                      <a:cubicBezTo>
                        <a:pt x="23000" y="39741"/>
                        <a:pt x="9363" y="41369"/>
                        <a:pt x="0" y="33991"/>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7" name="Google Shape;1087;p2"/>
                <p:cNvSpPr/>
                <p:nvPr/>
              </p:nvSpPr>
              <p:spPr>
                <a:xfrm>
                  <a:off x="3771177" y="3096762"/>
                  <a:ext cx="26763" cy="42607"/>
                </a:xfrm>
                <a:custGeom>
                  <a:rect b="b" l="l" r="r" t="t"/>
                  <a:pathLst>
                    <a:path extrusionOk="0" h="42607" w="26763">
                      <a:moveTo>
                        <a:pt x="16484" y="42608"/>
                      </a:moveTo>
                      <a:cubicBezTo>
                        <a:pt x="4934" y="39758"/>
                        <a:pt x="-2190" y="28004"/>
                        <a:pt x="608" y="16453"/>
                      </a:cubicBezTo>
                      <a:cubicBezTo>
                        <a:pt x="3458" y="4902"/>
                        <a:pt x="15212" y="-2222"/>
                        <a:pt x="26763" y="628"/>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8" name="Google Shape;1088;p2"/>
                <p:cNvSpPr/>
                <p:nvPr/>
              </p:nvSpPr>
              <p:spPr>
                <a:xfrm>
                  <a:off x="3765017" y="3145820"/>
                  <a:ext cx="89404" cy="59852"/>
                </a:xfrm>
                <a:custGeom>
                  <a:rect b="b" l="l" r="r" t="t"/>
                  <a:pathLst>
                    <a:path extrusionOk="0" h="59852" w="89404">
                      <a:moveTo>
                        <a:pt x="89405" y="5863"/>
                      </a:moveTo>
                      <a:cubicBezTo>
                        <a:pt x="80042" y="-2736"/>
                        <a:pt x="65692" y="-1565"/>
                        <a:pt x="57805" y="7339"/>
                      </a:cubicBezTo>
                      <a:cubicBezTo>
                        <a:pt x="57805" y="7339"/>
                        <a:pt x="24628" y="59853"/>
                        <a:pt x="0" y="59853"/>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9" name="Google Shape;1089;p2"/>
                <p:cNvSpPr/>
                <p:nvPr/>
              </p:nvSpPr>
              <p:spPr>
                <a:xfrm>
                  <a:off x="3826486" y="3264217"/>
                  <a:ext cx="29375" cy="16306"/>
                </a:xfrm>
                <a:custGeom>
                  <a:rect b="b" l="l" r="r" t="t"/>
                  <a:pathLst>
                    <a:path extrusionOk="0" h="16306" w="29375">
                      <a:moveTo>
                        <a:pt x="0" y="8216"/>
                      </a:moveTo>
                      <a:cubicBezTo>
                        <a:pt x="4071" y="635"/>
                        <a:pt x="13637" y="-2215"/>
                        <a:pt x="21168" y="1856"/>
                      </a:cubicBezTo>
                      <a:cubicBezTo>
                        <a:pt x="26613" y="4756"/>
                        <a:pt x="29615" y="10506"/>
                        <a:pt x="29361" y="16307"/>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0" name="Google Shape;1090;p2"/>
                <p:cNvSpPr/>
                <p:nvPr/>
              </p:nvSpPr>
              <p:spPr>
                <a:xfrm>
                  <a:off x="3769902" y="3242360"/>
                  <a:ext cx="22999" cy="8090"/>
                </a:xfrm>
                <a:custGeom>
                  <a:rect b="b" l="l" r="r" t="t"/>
                  <a:pathLst>
                    <a:path extrusionOk="0" h="8090" w="22999">
                      <a:moveTo>
                        <a:pt x="0" y="0"/>
                      </a:moveTo>
                      <a:lnTo>
                        <a:pt x="23000" y="8091"/>
                      </a:ln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1" name="Google Shape;1091;p2"/>
                <p:cNvSpPr/>
                <p:nvPr/>
              </p:nvSpPr>
              <p:spPr>
                <a:xfrm>
                  <a:off x="3755298" y="3162827"/>
                  <a:ext cx="36891" cy="26714"/>
                </a:xfrm>
                <a:custGeom>
                  <a:rect b="b" l="l" r="r" t="t"/>
                  <a:pathLst>
                    <a:path extrusionOk="0" h="26714" w="36891">
                      <a:moveTo>
                        <a:pt x="0" y="0"/>
                      </a:moveTo>
                      <a:cubicBezTo>
                        <a:pt x="0" y="0"/>
                        <a:pt x="21626" y="10177"/>
                        <a:pt x="36891" y="26715"/>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92" name="Google Shape;1092;p2"/>
              <p:cNvGrpSpPr/>
              <p:nvPr/>
            </p:nvGrpSpPr>
            <p:grpSpPr>
              <a:xfrm>
                <a:off x="3855938" y="3049100"/>
                <a:ext cx="148140" cy="238395"/>
                <a:chOff x="3855938" y="3049100"/>
                <a:chExt cx="148140" cy="238395"/>
              </a:xfrm>
            </p:grpSpPr>
            <p:sp>
              <p:nvSpPr>
                <p:cNvPr id="1093" name="Google Shape;1093;p2"/>
                <p:cNvSpPr/>
                <p:nvPr/>
              </p:nvSpPr>
              <p:spPr>
                <a:xfrm>
                  <a:off x="3887752" y="3078553"/>
                  <a:ext cx="41979" cy="21991"/>
                </a:xfrm>
                <a:custGeom>
                  <a:rect b="b" l="l" r="r" t="t"/>
                  <a:pathLst>
                    <a:path extrusionOk="0" h="21991" w="41979">
                      <a:moveTo>
                        <a:pt x="0" y="1027"/>
                      </a:moveTo>
                      <a:cubicBezTo>
                        <a:pt x="17504" y="-3197"/>
                        <a:pt x="35110" y="5963"/>
                        <a:pt x="41980" y="21991"/>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2"/>
                <p:cNvSpPr/>
                <p:nvPr/>
              </p:nvSpPr>
              <p:spPr>
                <a:xfrm>
                  <a:off x="3890906" y="3229334"/>
                  <a:ext cx="40736" cy="39065"/>
                </a:xfrm>
                <a:custGeom>
                  <a:rect b="b" l="l" r="r" t="t"/>
                  <a:pathLst>
                    <a:path extrusionOk="0" h="39065" w="40736">
                      <a:moveTo>
                        <a:pt x="40657" y="0"/>
                      </a:moveTo>
                      <a:cubicBezTo>
                        <a:pt x="41471" y="11144"/>
                        <a:pt x="36026" y="23153"/>
                        <a:pt x="25442" y="31141"/>
                      </a:cubicBezTo>
                      <a:cubicBezTo>
                        <a:pt x="17606" y="36993"/>
                        <a:pt x="8498" y="39589"/>
                        <a:pt x="0" y="38978"/>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5" name="Google Shape;1095;p2"/>
                <p:cNvSpPr/>
                <p:nvPr/>
              </p:nvSpPr>
              <p:spPr>
                <a:xfrm>
                  <a:off x="3855938" y="3218421"/>
                  <a:ext cx="35629" cy="16306"/>
                </a:xfrm>
                <a:custGeom>
                  <a:rect b="b" l="l" r="r" t="t"/>
                  <a:pathLst>
                    <a:path extrusionOk="0" h="16306" w="35629">
                      <a:moveTo>
                        <a:pt x="35630" y="8216"/>
                      </a:moveTo>
                      <a:cubicBezTo>
                        <a:pt x="31558" y="635"/>
                        <a:pt x="17362" y="-2215"/>
                        <a:pt x="9780" y="1856"/>
                      </a:cubicBezTo>
                      <a:cubicBezTo>
                        <a:pt x="4335" y="4756"/>
                        <a:pt x="-245" y="10506"/>
                        <a:pt x="10" y="16307"/>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2"/>
                <p:cNvSpPr/>
                <p:nvPr/>
              </p:nvSpPr>
              <p:spPr>
                <a:xfrm>
                  <a:off x="3938331" y="3111943"/>
                  <a:ext cx="65747" cy="175552"/>
                </a:xfrm>
                <a:custGeom>
                  <a:rect b="b" l="l" r="r" t="t"/>
                  <a:pathLst>
                    <a:path extrusionOk="0" h="175552" w="65747">
                      <a:moveTo>
                        <a:pt x="38164" y="0"/>
                      </a:moveTo>
                      <a:cubicBezTo>
                        <a:pt x="38164" y="0"/>
                        <a:pt x="96681" y="50885"/>
                        <a:pt x="43252" y="103042"/>
                      </a:cubicBezTo>
                      <a:cubicBezTo>
                        <a:pt x="43252" y="103042"/>
                        <a:pt x="58518" y="171736"/>
                        <a:pt x="0" y="175553"/>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7" name="Google Shape;1097;p2"/>
                <p:cNvSpPr/>
                <p:nvPr/>
              </p:nvSpPr>
              <p:spPr>
                <a:xfrm>
                  <a:off x="3857780" y="3163336"/>
                  <a:ext cx="58771" cy="22361"/>
                </a:xfrm>
                <a:custGeom>
                  <a:rect b="b" l="l" r="r" t="t"/>
                  <a:pathLst>
                    <a:path extrusionOk="0" h="22361" w="58771">
                      <a:moveTo>
                        <a:pt x="0" y="20456"/>
                      </a:moveTo>
                      <a:cubicBezTo>
                        <a:pt x="0" y="20456"/>
                        <a:pt x="41318" y="31599"/>
                        <a:pt x="58772"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2"/>
                <p:cNvSpPr/>
                <p:nvPr/>
              </p:nvSpPr>
              <p:spPr>
                <a:xfrm>
                  <a:off x="3906681" y="3174938"/>
                  <a:ext cx="49612" cy="11460"/>
                </a:xfrm>
                <a:custGeom>
                  <a:rect b="b" l="l" r="r" t="t"/>
                  <a:pathLst>
                    <a:path extrusionOk="0" h="11460" w="49612">
                      <a:moveTo>
                        <a:pt x="0" y="2290"/>
                      </a:moveTo>
                      <a:cubicBezTo>
                        <a:pt x="0" y="2290"/>
                        <a:pt x="27376" y="24374"/>
                        <a:pt x="49613" y="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2"/>
                <p:cNvSpPr/>
                <p:nvPr/>
              </p:nvSpPr>
              <p:spPr>
                <a:xfrm>
                  <a:off x="3903322" y="3049100"/>
                  <a:ext cx="78566" cy="61723"/>
                </a:xfrm>
                <a:custGeom>
                  <a:rect b="b" l="l" r="r" t="t"/>
                  <a:pathLst>
                    <a:path extrusionOk="0" h="61723" w="78566">
                      <a:moveTo>
                        <a:pt x="0" y="28750"/>
                      </a:moveTo>
                      <a:cubicBezTo>
                        <a:pt x="4885" y="12111"/>
                        <a:pt x="20252" y="0"/>
                        <a:pt x="38469" y="0"/>
                      </a:cubicBezTo>
                      <a:cubicBezTo>
                        <a:pt x="60604" y="0"/>
                        <a:pt x="78566" y="17962"/>
                        <a:pt x="78566" y="40097"/>
                      </a:cubicBezTo>
                      <a:cubicBezTo>
                        <a:pt x="78566" y="48086"/>
                        <a:pt x="76225" y="55515"/>
                        <a:pt x="72206" y="61723"/>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0" name="Google Shape;1100;p2"/>
                <p:cNvSpPr/>
                <p:nvPr/>
              </p:nvSpPr>
              <p:spPr>
                <a:xfrm>
                  <a:off x="3856661" y="3112095"/>
                  <a:ext cx="36891" cy="18979"/>
                </a:xfrm>
                <a:custGeom>
                  <a:rect b="b" l="l" r="r" t="t"/>
                  <a:pathLst>
                    <a:path extrusionOk="0" h="18979" w="36891">
                      <a:moveTo>
                        <a:pt x="0" y="0"/>
                      </a:moveTo>
                      <a:cubicBezTo>
                        <a:pt x="0" y="0"/>
                        <a:pt x="22491" y="18980"/>
                        <a:pt x="36891" y="18980"/>
                      </a:cubicBezTo>
                    </a:path>
                  </a:pathLst>
                </a:custGeom>
                <a:noFill/>
                <a:ln cap="rnd"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1" name="Google Shape;1101;p2"/>
              <p:cNvSpPr/>
              <p:nvPr/>
            </p:nvSpPr>
            <p:spPr>
              <a:xfrm>
                <a:off x="3963366" y="3102275"/>
                <a:ext cx="13128" cy="9667"/>
              </a:xfrm>
              <a:custGeom>
                <a:rect b="b" l="l" r="r" t="t"/>
                <a:pathLst>
                  <a:path extrusionOk="0" h="9667" w="13128">
                    <a:moveTo>
                      <a:pt x="13128" y="9668"/>
                    </a:moveTo>
                    <a:cubicBezTo>
                      <a:pt x="13128" y="9668"/>
                      <a:pt x="4122" y="2188"/>
                      <a:pt x="0" y="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02" name="Google Shape;1102;p2"/>
            <p:cNvGrpSpPr/>
            <p:nvPr/>
          </p:nvGrpSpPr>
          <p:grpSpPr>
            <a:xfrm>
              <a:off x="1077991" y="3971519"/>
              <a:ext cx="187798" cy="207876"/>
              <a:chOff x="5613866" y="1852187"/>
              <a:chExt cx="266933" cy="295473"/>
            </a:xfrm>
          </p:grpSpPr>
          <p:sp>
            <p:nvSpPr>
              <p:cNvPr id="1103" name="Google Shape;1103;p2"/>
              <p:cNvSpPr/>
              <p:nvPr/>
            </p:nvSpPr>
            <p:spPr>
              <a:xfrm>
                <a:off x="5613866" y="1852187"/>
                <a:ext cx="126805" cy="278645"/>
              </a:xfrm>
              <a:custGeom>
                <a:rect b="b" l="l" r="r" t="t"/>
                <a:pathLst>
                  <a:path extrusionOk="0" h="278645" w="126805">
                    <a:moveTo>
                      <a:pt x="92152" y="272590"/>
                    </a:moveTo>
                    <a:cubicBezTo>
                      <a:pt x="84164" y="276457"/>
                      <a:pt x="75208" y="278645"/>
                      <a:pt x="65743" y="278645"/>
                    </a:cubicBezTo>
                    <a:lnTo>
                      <a:pt x="61062" y="278645"/>
                    </a:lnTo>
                    <a:cubicBezTo>
                      <a:pt x="27478" y="278645"/>
                      <a:pt x="0" y="251168"/>
                      <a:pt x="0" y="217584"/>
                    </a:cubicBezTo>
                    <a:lnTo>
                      <a:pt x="0" y="61062"/>
                    </a:lnTo>
                    <a:cubicBezTo>
                      <a:pt x="0" y="27478"/>
                      <a:pt x="27478" y="0"/>
                      <a:pt x="61062" y="0"/>
                    </a:cubicBezTo>
                    <a:lnTo>
                      <a:pt x="65743" y="0"/>
                    </a:lnTo>
                    <a:cubicBezTo>
                      <a:pt x="99327" y="0"/>
                      <a:pt x="126805" y="27478"/>
                      <a:pt x="126805" y="61062"/>
                    </a:cubicBezTo>
                    <a:lnTo>
                      <a:pt x="126805" y="100803"/>
                    </a:lnTo>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4" name="Google Shape;1104;p2"/>
              <p:cNvSpPr/>
              <p:nvPr/>
            </p:nvSpPr>
            <p:spPr>
              <a:xfrm>
                <a:off x="5615647" y="1991459"/>
                <a:ext cx="79787" cy="50"/>
              </a:xfrm>
              <a:custGeom>
                <a:rect b="b" l="l" r="r" t="t"/>
                <a:pathLst>
                  <a:path extrusionOk="0" h="50" w="79787">
                    <a:moveTo>
                      <a:pt x="0" y="51"/>
                    </a:moveTo>
                    <a:lnTo>
                      <a:pt x="79788" y="0"/>
                    </a:lnTo>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5" name="Google Shape;1105;p2"/>
              <p:cNvSpPr/>
              <p:nvPr/>
            </p:nvSpPr>
            <p:spPr>
              <a:xfrm rot="-4603200">
                <a:off x="5703236" y="1970097"/>
                <a:ext cx="161203" cy="161203"/>
              </a:xfrm>
              <a:custGeom>
                <a:rect b="b" l="l" r="r" t="t"/>
                <a:pathLst>
                  <a:path extrusionOk="0" h="161203" w="161203">
                    <a:moveTo>
                      <a:pt x="161203" y="80602"/>
                    </a:moveTo>
                    <a:cubicBezTo>
                      <a:pt x="161203" y="125117"/>
                      <a:pt x="125117" y="161203"/>
                      <a:pt x="80602" y="161203"/>
                    </a:cubicBezTo>
                    <a:cubicBezTo>
                      <a:pt x="36087" y="161203"/>
                      <a:pt x="0" y="125117"/>
                      <a:pt x="0" y="80602"/>
                    </a:cubicBezTo>
                    <a:cubicBezTo>
                      <a:pt x="0" y="36086"/>
                      <a:pt x="36087" y="0"/>
                      <a:pt x="80602" y="0"/>
                    </a:cubicBezTo>
                    <a:cubicBezTo>
                      <a:pt x="125117" y="0"/>
                      <a:pt x="161203" y="36086"/>
                      <a:pt x="161203" y="80602"/>
                    </a:cubicBezTo>
                    <a:close/>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6" name="Google Shape;1106;p2"/>
              <p:cNvSpPr/>
              <p:nvPr/>
            </p:nvSpPr>
            <p:spPr>
              <a:xfrm>
                <a:off x="5735837" y="1987999"/>
                <a:ext cx="96426" cy="125736"/>
              </a:xfrm>
              <a:custGeom>
                <a:rect b="b" l="l" r="r" t="t"/>
                <a:pathLst>
                  <a:path extrusionOk="0" h="125736" w="96426">
                    <a:moveTo>
                      <a:pt x="96427" y="0"/>
                    </a:moveTo>
                    <a:lnTo>
                      <a:pt x="0" y="125736"/>
                    </a:lnTo>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07" name="Google Shape;1107;p2"/>
            <p:cNvGrpSpPr/>
            <p:nvPr/>
          </p:nvGrpSpPr>
          <p:grpSpPr>
            <a:xfrm>
              <a:off x="731600" y="3981626"/>
              <a:ext cx="218162" cy="187662"/>
              <a:chOff x="7514973" y="1290826"/>
              <a:chExt cx="310092" cy="266738"/>
            </a:xfrm>
          </p:grpSpPr>
          <p:sp>
            <p:nvSpPr>
              <p:cNvPr id="1108" name="Google Shape;1108;p2"/>
              <p:cNvSpPr/>
              <p:nvPr/>
            </p:nvSpPr>
            <p:spPr>
              <a:xfrm>
                <a:off x="7620966" y="1290826"/>
                <a:ext cx="98055" cy="33125"/>
              </a:xfrm>
              <a:custGeom>
                <a:rect b="b" l="l" r="r" t="t"/>
                <a:pathLst>
                  <a:path extrusionOk="0" h="33125" w="98055">
                    <a:moveTo>
                      <a:pt x="0" y="33126"/>
                    </a:moveTo>
                    <a:lnTo>
                      <a:pt x="0" y="15265"/>
                    </a:lnTo>
                    <a:cubicBezTo>
                      <a:pt x="0" y="6869"/>
                      <a:pt x="6870" y="0"/>
                      <a:pt x="15265" y="0"/>
                    </a:cubicBezTo>
                    <a:lnTo>
                      <a:pt x="82790" y="0"/>
                    </a:lnTo>
                    <a:cubicBezTo>
                      <a:pt x="91186" y="0"/>
                      <a:pt x="98055" y="6869"/>
                      <a:pt x="98055" y="15265"/>
                    </a:cubicBezTo>
                    <a:lnTo>
                      <a:pt x="98055" y="33126"/>
                    </a:lnTo>
                  </a:path>
                </a:pathLst>
              </a:custGeom>
              <a:noFill/>
              <a:ln cap="flat"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9" name="Google Shape;1109;p2"/>
              <p:cNvSpPr/>
              <p:nvPr/>
            </p:nvSpPr>
            <p:spPr>
              <a:xfrm>
                <a:off x="7514973" y="1338658"/>
                <a:ext cx="310092" cy="218906"/>
              </a:xfrm>
              <a:prstGeom prst="roundRect">
                <a:avLst>
                  <a:gd fmla="val 11880" name="adj"/>
                </a:avLst>
              </a:prstGeom>
              <a:noFill/>
              <a:ln cap="flat"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0" name="Google Shape;1110;p2"/>
              <p:cNvSpPr/>
              <p:nvPr/>
            </p:nvSpPr>
            <p:spPr>
              <a:xfrm>
                <a:off x="7613995" y="1392087"/>
                <a:ext cx="112048" cy="112048"/>
              </a:xfrm>
              <a:custGeom>
                <a:rect b="b" l="l" r="r" t="t"/>
                <a:pathLst>
                  <a:path extrusionOk="0" h="112048" w="112048">
                    <a:moveTo>
                      <a:pt x="112048" y="37095"/>
                    </a:moveTo>
                    <a:lnTo>
                      <a:pt x="74954" y="37095"/>
                    </a:lnTo>
                    <a:lnTo>
                      <a:pt x="74954" y="0"/>
                    </a:lnTo>
                    <a:lnTo>
                      <a:pt x="37044" y="0"/>
                    </a:lnTo>
                    <a:lnTo>
                      <a:pt x="37044" y="37095"/>
                    </a:lnTo>
                    <a:lnTo>
                      <a:pt x="0" y="37095"/>
                    </a:lnTo>
                    <a:lnTo>
                      <a:pt x="0" y="75004"/>
                    </a:lnTo>
                    <a:lnTo>
                      <a:pt x="37044" y="75004"/>
                    </a:lnTo>
                    <a:lnTo>
                      <a:pt x="37044" y="112048"/>
                    </a:lnTo>
                    <a:lnTo>
                      <a:pt x="74954" y="112048"/>
                    </a:lnTo>
                    <a:lnTo>
                      <a:pt x="74954" y="75004"/>
                    </a:lnTo>
                    <a:lnTo>
                      <a:pt x="112048" y="75004"/>
                    </a:lnTo>
                    <a:lnTo>
                      <a:pt x="112048" y="37095"/>
                    </a:lnTo>
                    <a:close/>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11" name="Google Shape;1111;p2"/>
              <p:cNvGrpSpPr/>
              <p:nvPr/>
            </p:nvGrpSpPr>
            <p:grpSpPr>
              <a:xfrm>
                <a:off x="7566570" y="1393868"/>
                <a:ext cx="211986" cy="108537"/>
                <a:chOff x="7566570" y="1393868"/>
                <a:chExt cx="211986" cy="108537"/>
              </a:xfrm>
            </p:grpSpPr>
            <p:sp>
              <p:nvSpPr>
                <p:cNvPr id="1112" name="Google Shape;1112;p2"/>
                <p:cNvSpPr/>
                <p:nvPr/>
              </p:nvSpPr>
              <p:spPr>
                <a:xfrm>
                  <a:off x="7566570" y="1393868"/>
                  <a:ext cx="5088" cy="108537"/>
                </a:xfrm>
                <a:custGeom>
                  <a:rect b="b" l="l" r="r" t="t"/>
                  <a:pathLst>
                    <a:path extrusionOk="0" h="108537" w="5088">
                      <a:moveTo>
                        <a:pt x="0" y="0"/>
                      </a:moveTo>
                      <a:lnTo>
                        <a:pt x="0" y="108537"/>
                      </a:lnTo>
                    </a:path>
                  </a:pathLst>
                </a:custGeom>
                <a:noFill/>
                <a:ln cap="rnd"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3" name="Google Shape;1113;p2"/>
                <p:cNvSpPr/>
                <p:nvPr/>
              </p:nvSpPr>
              <p:spPr>
                <a:xfrm>
                  <a:off x="7773468" y="1393868"/>
                  <a:ext cx="5088" cy="108537"/>
                </a:xfrm>
                <a:custGeom>
                  <a:rect b="b" l="l" r="r" t="t"/>
                  <a:pathLst>
                    <a:path extrusionOk="0" h="108537" w="5088">
                      <a:moveTo>
                        <a:pt x="0" y="0"/>
                      </a:moveTo>
                      <a:lnTo>
                        <a:pt x="0" y="108537"/>
                      </a:lnTo>
                    </a:path>
                  </a:pathLst>
                </a:custGeom>
                <a:noFill/>
                <a:ln cap="rnd"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114" name="Google Shape;1114;p2"/>
            <p:cNvGrpSpPr/>
            <p:nvPr/>
          </p:nvGrpSpPr>
          <p:grpSpPr>
            <a:xfrm>
              <a:off x="385822" y="3984222"/>
              <a:ext cx="229116" cy="182468"/>
              <a:chOff x="8174695" y="144290"/>
              <a:chExt cx="325662" cy="259359"/>
            </a:xfrm>
          </p:grpSpPr>
          <p:sp>
            <p:nvSpPr>
              <p:cNvPr id="1115" name="Google Shape;1115;p2"/>
              <p:cNvSpPr/>
              <p:nvPr/>
            </p:nvSpPr>
            <p:spPr>
              <a:xfrm>
                <a:off x="8272902" y="228097"/>
                <a:ext cx="5088" cy="75055"/>
              </a:xfrm>
              <a:custGeom>
                <a:rect b="b" l="l" r="r" t="t"/>
                <a:pathLst>
                  <a:path extrusionOk="0" h="75055" w="5088">
                    <a:moveTo>
                      <a:pt x="0" y="0"/>
                    </a:moveTo>
                    <a:lnTo>
                      <a:pt x="0" y="75055"/>
                    </a:lnTo>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6" name="Google Shape;1116;p2"/>
              <p:cNvSpPr/>
              <p:nvPr/>
            </p:nvSpPr>
            <p:spPr>
              <a:xfrm>
                <a:off x="8235400" y="265650"/>
                <a:ext cx="75055" cy="5088"/>
              </a:xfrm>
              <a:custGeom>
                <a:rect b="b" l="l" r="r" t="t"/>
                <a:pathLst>
                  <a:path extrusionOk="0" h="5088" w="75055">
                    <a:moveTo>
                      <a:pt x="75055" y="0"/>
                    </a:moveTo>
                    <a:lnTo>
                      <a:pt x="0" y="0"/>
                    </a:lnTo>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7" name="Google Shape;1117;p2"/>
              <p:cNvSpPr/>
              <p:nvPr/>
            </p:nvSpPr>
            <p:spPr>
              <a:xfrm>
                <a:off x="8174695" y="195865"/>
                <a:ext cx="325662" cy="177101"/>
              </a:xfrm>
              <a:custGeom>
                <a:rect b="b" l="l" r="r" t="t"/>
                <a:pathLst>
                  <a:path extrusionOk="0" h="177101" w="325662">
                    <a:moveTo>
                      <a:pt x="37400" y="177101"/>
                    </a:moveTo>
                    <a:lnTo>
                      <a:pt x="20354" y="177101"/>
                    </a:lnTo>
                    <a:cubicBezTo>
                      <a:pt x="9160" y="177101"/>
                      <a:pt x="0" y="167942"/>
                      <a:pt x="0" y="156747"/>
                    </a:cubicBezTo>
                    <a:lnTo>
                      <a:pt x="0" y="20376"/>
                    </a:lnTo>
                    <a:cubicBezTo>
                      <a:pt x="0" y="9181"/>
                      <a:pt x="9160" y="22"/>
                      <a:pt x="20354" y="22"/>
                    </a:cubicBezTo>
                    <a:lnTo>
                      <a:pt x="200791" y="22"/>
                    </a:lnTo>
                    <a:cubicBezTo>
                      <a:pt x="200791" y="22"/>
                      <a:pt x="263939" y="-4456"/>
                      <a:pt x="325663" y="114258"/>
                    </a:cubicBezTo>
                    <a:lnTo>
                      <a:pt x="325663" y="156696"/>
                    </a:lnTo>
                    <a:cubicBezTo>
                      <a:pt x="325663" y="167891"/>
                      <a:pt x="316503" y="177050"/>
                      <a:pt x="305309" y="177050"/>
                    </a:cubicBezTo>
                    <a:lnTo>
                      <a:pt x="284955" y="177050"/>
                    </a:lnTo>
                  </a:path>
                </a:pathLst>
              </a:custGeom>
              <a:noFill/>
              <a:ln cap="rnd"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8" name="Google Shape;1118;p2"/>
              <p:cNvSpPr/>
              <p:nvPr/>
            </p:nvSpPr>
            <p:spPr>
              <a:xfrm>
                <a:off x="8273920" y="372966"/>
                <a:ext cx="123599" cy="5088"/>
              </a:xfrm>
              <a:custGeom>
                <a:rect b="b" l="l" r="r" t="t"/>
                <a:pathLst>
                  <a:path extrusionOk="0" h="5088" w="123599">
                    <a:moveTo>
                      <a:pt x="123599" y="0"/>
                    </a:moveTo>
                    <a:lnTo>
                      <a:pt x="0" y="0"/>
                    </a:lnTo>
                  </a:path>
                </a:pathLst>
              </a:custGeom>
              <a:noFill/>
              <a:ln cap="flat"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9" name="Google Shape;1119;p2"/>
              <p:cNvSpPr/>
              <p:nvPr/>
            </p:nvSpPr>
            <p:spPr>
              <a:xfrm>
                <a:off x="8397774" y="342537"/>
                <a:ext cx="61163" cy="61112"/>
              </a:xfrm>
              <a:custGeom>
                <a:rect b="b" l="l" r="r" t="t"/>
                <a:pathLst>
                  <a:path extrusionOk="0" h="61112" w="61163">
                    <a:moveTo>
                      <a:pt x="61164" y="30582"/>
                    </a:moveTo>
                    <a:cubicBezTo>
                      <a:pt x="61164" y="47476"/>
                      <a:pt x="47476" y="61113"/>
                      <a:pt x="30582" y="61113"/>
                    </a:cubicBezTo>
                    <a:cubicBezTo>
                      <a:pt x="13688" y="61113"/>
                      <a:pt x="0" y="47425"/>
                      <a:pt x="0" y="30582"/>
                    </a:cubicBezTo>
                    <a:cubicBezTo>
                      <a:pt x="0" y="13739"/>
                      <a:pt x="13688" y="0"/>
                      <a:pt x="30582" y="0"/>
                    </a:cubicBezTo>
                    <a:cubicBezTo>
                      <a:pt x="47476" y="0"/>
                      <a:pt x="61164" y="13688"/>
                      <a:pt x="61164" y="30582"/>
                    </a:cubicBezTo>
                    <a:close/>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0" name="Google Shape;1120;p2"/>
              <p:cNvSpPr/>
              <p:nvPr/>
            </p:nvSpPr>
            <p:spPr>
              <a:xfrm>
                <a:off x="8212757" y="342537"/>
                <a:ext cx="61163" cy="61112"/>
              </a:xfrm>
              <a:custGeom>
                <a:rect b="b" l="l" r="r" t="t"/>
                <a:pathLst>
                  <a:path extrusionOk="0" h="61112" w="61163">
                    <a:moveTo>
                      <a:pt x="61164" y="30582"/>
                    </a:moveTo>
                    <a:cubicBezTo>
                      <a:pt x="61164" y="47476"/>
                      <a:pt x="47475" y="61113"/>
                      <a:pt x="30582" y="61113"/>
                    </a:cubicBezTo>
                    <a:cubicBezTo>
                      <a:pt x="13688" y="61113"/>
                      <a:pt x="0" y="47425"/>
                      <a:pt x="0" y="30582"/>
                    </a:cubicBezTo>
                    <a:cubicBezTo>
                      <a:pt x="0" y="13739"/>
                      <a:pt x="13688" y="0"/>
                      <a:pt x="30582" y="0"/>
                    </a:cubicBezTo>
                    <a:cubicBezTo>
                      <a:pt x="47475" y="0"/>
                      <a:pt x="61164" y="13688"/>
                      <a:pt x="61164" y="30582"/>
                    </a:cubicBezTo>
                    <a:close/>
                  </a:path>
                </a:pathLst>
              </a:custGeom>
              <a:no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1" name="Google Shape;1121;p2"/>
              <p:cNvSpPr/>
              <p:nvPr/>
            </p:nvSpPr>
            <p:spPr>
              <a:xfrm>
                <a:off x="8379659" y="230641"/>
                <a:ext cx="105178" cy="57041"/>
              </a:xfrm>
              <a:custGeom>
                <a:rect b="b" l="l" r="r" t="t"/>
                <a:pathLst>
                  <a:path extrusionOk="0" h="57041" w="105178">
                    <a:moveTo>
                      <a:pt x="0" y="0"/>
                    </a:moveTo>
                    <a:lnTo>
                      <a:pt x="0" y="31752"/>
                    </a:lnTo>
                    <a:cubicBezTo>
                      <a:pt x="0" y="31752"/>
                      <a:pt x="0" y="57042"/>
                      <a:pt x="24068" y="57042"/>
                    </a:cubicBezTo>
                    <a:lnTo>
                      <a:pt x="105179" y="57042"/>
                    </a:lnTo>
                  </a:path>
                </a:pathLst>
              </a:custGeom>
              <a:noFill/>
              <a:ln cap="rnd"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2" name="Google Shape;1122;p2"/>
              <p:cNvSpPr/>
              <p:nvPr/>
            </p:nvSpPr>
            <p:spPr>
              <a:xfrm>
                <a:off x="8334473" y="144290"/>
                <a:ext cx="36229" cy="29055"/>
              </a:xfrm>
              <a:custGeom>
                <a:rect b="b" l="l" r="r" t="t"/>
                <a:pathLst>
                  <a:path extrusionOk="0" h="29055" w="36229">
                    <a:moveTo>
                      <a:pt x="0" y="29055"/>
                    </a:moveTo>
                    <a:lnTo>
                      <a:pt x="0" y="15265"/>
                    </a:lnTo>
                    <a:cubicBezTo>
                      <a:pt x="0" y="6869"/>
                      <a:pt x="6869" y="0"/>
                      <a:pt x="15265" y="0"/>
                    </a:cubicBezTo>
                    <a:lnTo>
                      <a:pt x="20965" y="0"/>
                    </a:lnTo>
                    <a:cubicBezTo>
                      <a:pt x="29361" y="0"/>
                      <a:pt x="36230" y="6869"/>
                      <a:pt x="36230" y="15265"/>
                    </a:cubicBezTo>
                    <a:lnTo>
                      <a:pt x="36230" y="29055"/>
                    </a:lnTo>
                  </a:path>
                </a:pathLst>
              </a:custGeom>
              <a:noFill/>
              <a:ln cap="flat" cmpd="sng" w="9525">
                <a:solidFill>
                  <a:srgbClr val="4E84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23" name="Google Shape;1123;p2"/>
            <p:cNvSpPr/>
            <p:nvPr/>
          </p:nvSpPr>
          <p:spPr>
            <a:xfrm>
              <a:off x="292411" y="3919080"/>
              <a:ext cx="1077404" cy="302982"/>
            </a:xfrm>
            <a:prstGeom prst="roundRect">
              <a:avLst>
                <a:gd fmla="val 7962" name="adj"/>
              </a:avLst>
            </a:prstGeom>
            <a:noFill/>
            <a:ln cap="flat" cmpd="sng" w="9525">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24" name="Google Shape;1124;p2"/>
            <p:cNvGrpSpPr/>
            <p:nvPr/>
          </p:nvGrpSpPr>
          <p:grpSpPr>
            <a:xfrm>
              <a:off x="1474354" y="3562898"/>
              <a:ext cx="305762" cy="305760"/>
              <a:chOff x="1787364" y="4264660"/>
              <a:chExt cx="331434" cy="331434"/>
            </a:xfrm>
          </p:grpSpPr>
          <p:sp>
            <p:nvSpPr>
              <p:cNvPr id="1125" name="Google Shape;1125;p2"/>
              <p:cNvSpPr/>
              <p:nvPr/>
            </p:nvSpPr>
            <p:spPr>
              <a:xfrm>
                <a:off x="1787364" y="4264660"/>
                <a:ext cx="331434" cy="33143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26" name="Google Shape;1126;p2"/>
              <p:cNvGrpSpPr/>
              <p:nvPr/>
            </p:nvGrpSpPr>
            <p:grpSpPr>
              <a:xfrm>
                <a:off x="1850327" y="4330429"/>
                <a:ext cx="205508" cy="199896"/>
                <a:chOff x="2297739" y="2284795"/>
                <a:chExt cx="362390" cy="352494"/>
              </a:xfrm>
            </p:grpSpPr>
            <p:sp>
              <p:nvSpPr>
                <p:cNvPr id="1127" name="Google Shape;1127;p2"/>
                <p:cNvSpPr/>
                <p:nvPr/>
              </p:nvSpPr>
              <p:spPr>
                <a:xfrm>
                  <a:off x="2297739" y="2284795"/>
                  <a:ext cx="362390" cy="241787"/>
                </a:xfrm>
                <a:custGeom>
                  <a:rect b="b" l="l" r="r" t="t"/>
                  <a:pathLst>
                    <a:path extrusionOk="0" h="241787" w="362390">
                      <a:moveTo>
                        <a:pt x="125921" y="241787"/>
                      </a:moveTo>
                      <a:lnTo>
                        <a:pt x="68435" y="241787"/>
                      </a:lnTo>
                      <a:cubicBezTo>
                        <a:pt x="30796" y="241787"/>
                        <a:pt x="0" y="210991"/>
                        <a:pt x="0" y="173352"/>
                      </a:cubicBezTo>
                      <a:cubicBezTo>
                        <a:pt x="0" y="135712"/>
                        <a:pt x="30796" y="104917"/>
                        <a:pt x="68435" y="104917"/>
                      </a:cubicBezTo>
                      <a:lnTo>
                        <a:pt x="69909" y="104917"/>
                      </a:lnTo>
                      <a:lnTo>
                        <a:pt x="69909" y="88334"/>
                      </a:lnTo>
                      <a:cubicBezTo>
                        <a:pt x="69909" y="39745"/>
                        <a:pt x="110497" y="0"/>
                        <a:pt x="160033" y="0"/>
                      </a:cubicBezTo>
                      <a:cubicBezTo>
                        <a:pt x="209570" y="0"/>
                        <a:pt x="248420" y="38061"/>
                        <a:pt x="250157" y="85176"/>
                      </a:cubicBezTo>
                      <a:lnTo>
                        <a:pt x="288691" y="85176"/>
                      </a:lnTo>
                      <a:cubicBezTo>
                        <a:pt x="329226" y="85176"/>
                        <a:pt x="362391" y="118288"/>
                        <a:pt x="362391" y="158822"/>
                      </a:cubicBezTo>
                      <a:lnTo>
                        <a:pt x="362391" y="168035"/>
                      </a:lnTo>
                      <a:cubicBezTo>
                        <a:pt x="362391" y="208570"/>
                        <a:pt x="329226" y="241734"/>
                        <a:pt x="288691" y="241734"/>
                      </a:cubicBezTo>
                      <a:lnTo>
                        <a:pt x="237102" y="241734"/>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2"/>
                <p:cNvSpPr/>
                <p:nvPr/>
              </p:nvSpPr>
              <p:spPr>
                <a:xfrm>
                  <a:off x="2458614" y="2596755"/>
                  <a:ext cx="40534" cy="40534"/>
                </a:xfrm>
                <a:custGeom>
                  <a:rect b="b" l="l" r="r" t="t"/>
                  <a:pathLst>
                    <a:path extrusionOk="0" h="40534" w="40534">
                      <a:moveTo>
                        <a:pt x="0" y="19004"/>
                      </a:moveTo>
                      <a:cubicBezTo>
                        <a:pt x="0" y="7791"/>
                        <a:pt x="9055" y="0"/>
                        <a:pt x="20267" y="0"/>
                      </a:cubicBezTo>
                      <a:cubicBezTo>
                        <a:pt x="31480" y="0"/>
                        <a:pt x="40535" y="9055"/>
                        <a:pt x="40535" y="20267"/>
                      </a:cubicBezTo>
                      <a:cubicBezTo>
                        <a:pt x="40535" y="31480"/>
                        <a:pt x="31480" y="40535"/>
                        <a:pt x="20267" y="40535"/>
                      </a:cubicBezTo>
                      <a:cubicBezTo>
                        <a:pt x="9055" y="40535"/>
                        <a:pt x="0" y="30217"/>
                        <a:pt x="0" y="19004"/>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9" name="Google Shape;1129;p2"/>
                <p:cNvSpPr/>
                <p:nvPr/>
              </p:nvSpPr>
              <p:spPr>
                <a:xfrm>
                  <a:off x="2478882" y="2454673"/>
                  <a:ext cx="5264" cy="142134"/>
                </a:xfrm>
                <a:custGeom>
                  <a:rect b="b" l="l" r="r" t="t"/>
                  <a:pathLst>
                    <a:path extrusionOk="0" h="142134" w="5264">
                      <a:moveTo>
                        <a:pt x="0" y="142135"/>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30" name="Google Shape;1130;p2"/>
                <p:cNvGrpSpPr/>
                <p:nvPr/>
              </p:nvGrpSpPr>
              <p:grpSpPr>
                <a:xfrm>
                  <a:off x="2508940" y="2483626"/>
                  <a:ext cx="59459" cy="129579"/>
                  <a:chOff x="2508940" y="2483626"/>
                  <a:chExt cx="59459" cy="129579"/>
                </a:xfrm>
              </p:grpSpPr>
              <p:sp>
                <p:nvSpPr>
                  <p:cNvPr id="1131" name="Google Shape;1131;p2"/>
                  <p:cNvSpPr/>
                  <p:nvPr/>
                </p:nvSpPr>
                <p:spPr>
                  <a:xfrm>
                    <a:off x="2527865" y="2572723"/>
                    <a:ext cx="40534" cy="40482"/>
                  </a:xfrm>
                  <a:custGeom>
                    <a:rect b="b" l="l" r="r" t="t"/>
                    <a:pathLst>
                      <a:path extrusionOk="0" h="40482" w="40534">
                        <a:moveTo>
                          <a:pt x="34612" y="5922"/>
                        </a:moveTo>
                        <a:cubicBezTo>
                          <a:pt x="26716" y="-1974"/>
                          <a:pt x="13871" y="-1974"/>
                          <a:pt x="5922" y="5922"/>
                        </a:cubicBezTo>
                        <a:cubicBezTo>
                          <a:pt x="-1974" y="13819"/>
                          <a:pt x="-1974" y="26663"/>
                          <a:pt x="5922" y="34560"/>
                        </a:cubicBezTo>
                        <a:cubicBezTo>
                          <a:pt x="13819" y="42456"/>
                          <a:pt x="26663" y="42456"/>
                          <a:pt x="34612" y="34560"/>
                        </a:cubicBezTo>
                        <a:cubicBezTo>
                          <a:pt x="42509" y="26663"/>
                          <a:pt x="42509" y="13819"/>
                          <a:pt x="34612" y="5922"/>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2"/>
                  <p:cNvSpPr/>
                  <p:nvPr/>
                </p:nvSpPr>
                <p:spPr>
                  <a:xfrm>
                    <a:off x="2508940" y="2483626"/>
                    <a:ext cx="24636" cy="94809"/>
                  </a:xfrm>
                  <a:custGeom>
                    <a:rect b="b" l="l" r="r" t="t"/>
                    <a:pathLst>
                      <a:path extrusionOk="0" h="94809" w="24636">
                        <a:moveTo>
                          <a:pt x="24637" y="94809"/>
                        </a:moveTo>
                        <a:lnTo>
                          <a:pt x="0" y="70225"/>
                        </a:ln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33" name="Google Shape;1133;p2"/>
                <p:cNvGrpSpPr/>
                <p:nvPr/>
              </p:nvGrpSpPr>
              <p:grpSpPr>
                <a:xfrm>
                  <a:off x="2389416" y="2483626"/>
                  <a:ext cx="59406" cy="129579"/>
                  <a:chOff x="2389416" y="2483626"/>
                  <a:chExt cx="59406" cy="129579"/>
                </a:xfrm>
              </p:grpSpPr>
              <p:sp>
                <p:nvSpPr>
                  <p:cNvPr id="1134" name="Google Shape;1134;p2"/>
                  <p:cNvSpPr/>
                  <p:nvPr/>
                </p:nvSpPr>
                <p:spPr>
                  <a:xfrm>
                    <a:off x="2389416" y="2572723"/>
                    <a:ext cx="40534" cy="40482"/>
                  </a:xfrm>
                  <a:custGeom>
                    <a:rect b="b" l="l" r="r" t="t"/>
                    <a:pathLst>
                      <a:path extrusionOk="0" h="40482" w="40534">
                        <a:moveTo>
                          <a:pt x="5922" y="5922"/>
                        </a:moveTo>
                        <a:cubicBezTo>
                          <a:pt x="13819" y="-1974"/>
                          <a:pt x="26663" y="-1974"/>
                          <a:pt x="34613" y="5922"/>
                        </a:cubicBezTo>
                        <a:cubicBezTo>
                          <a:pt x="42509" y="13819"/>
                          <a:pt x="42509" y="26663"/>
                          <a:pt x="34613" y="34560"/>
                        </a:cubicBezTo>
                        <a:cubicBezTo>
                          <a:pt x="26716" y="42456"/>
                          <a:pt x="13871" y="42456"/>
                          <a:pt x="5922" y="34560"/>
                        </a:cubicBezTo>
                        <a:cubicBezTo>
                          <a:pt x="-1974" y="26663"/>
                          <a:pt x="-1974" y="13819"/>
                          <a:pt x="5922" y="5922"/>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5" name="Google Shape;1135;p2"/>
                  <p:cNvSpPr/>
                  <p:nvPr/>
                </p:nvSpPr>
                <p:spPr>
                  <a:xfrm>
                    <a:off x="2424186" y="2483626"/>
                    <a:ext cx="24636" cy="94809"/>
                  </a:xfrm>
                  <a:custGeom>
                    <a:rect b="b" l="l" r="r" t="t"/>
                    <a:pathLst>
                      <a:path extrusionOk="0" h="94809" w="24636">
                        <a:moveTo>
                          <a:pt x="0" y="94809"/>
                        </a:moveTo>
                        <a:lnTo>
                          <a:pt x="24637" y="70225"/>
                        </a:lnTo>
                        <a:lnTo>
                          <a:pt x="24637"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36" name="Google Shape;1136;p2"/>
                <p:cNvSpPr/>
                <p:nvPr/>
              </p:nvSpPr>
              <p:spPr>
                <a:xfrm>
                  <a:off x="2448823" y="2447145"/>
                  <a:ext cx="5264" cy="21951"/>
                </a:xfrm>
                <a:custGeom>
                  <a:rect b="b" l="l" r="r" t="t"/>
                  <a:pathLst>
                    <a:path extrusionOk="0" h="21951" w="5264">
                      <a:moveTo>
                        <a:pt x="0" y="21952"/>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2"/>
                <p:cNvSpPr/>
                <p:nvPr/>
              </p:nvSpPr>
              <p:spPr>
                <a:xfrm>
                  <a:off x="2478882" y="2417139"/>
                  <a:ext cx="5264" cy="21951"/>
                </a:xfrm>
                <a:custGeom>
                  <a:rect b="b" l="l" r="r" t="t"/>
                  <a:pathLst>
                    <a:path extrusionOk="0" h="21951" w="5264">
                      <a:moveTo>
                        <a:pt x="0" y="21952"/>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8" name="Google Shape;1138;p2"/>
                <p:cNvSpPr/>
                <p:nvPr/>
              </p:nvSpPr>
              <p:spPr>
                <a:xfrm>
                  <a:off x="2508940" y="2447145"/>
                  <a:ext cx="5264" cy="21951"/>
                </a:xfrm>
                <a:custGeom>
                  <a:rect b="b" l="l" r="r" t="t"/>
                  <a:pathLst>
                    <a:path extrusionOk="0" h="21951" w="5264">
                      <a:moveTo>
                        <a:pt x="0" y="21952"/>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139" name="Google Shape;1139;p2"/>
            <p:cNvGrpSpPr/>
            <p:nvPr/>
          </p:nvGrpSpPr>
          <p:grpSpPr>
            <a:xfrm>
              <a:off x="1474354" y="3198261"/>
              <a:ext cx="305762" cy="305760"/>
              <a:chOff x="1346682" y="4264660"/>
              <a:chExt cx="331434" cy="331434"/>
            </a:xfrm>
          </p:grpSpPr>
          <p:sp>
            <p:nvSpPr>
              <p:cNvPr id="1140" name="Google Shape;1140;p2"/>
              <p:cNvSpPr/>
              <p:nvPr/>
            </p:nvSpPr>
            <p:spPr>
              <a:xfrm>
                <a:off x="1346682" y="4264660"/>
                <a:ext cx="331434" cy="33143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41" name="Google Shape;1141;p2"/>
              <p:cNvGrpSpPr/>
              <p:nvPr/>
            </p:nvGrpSpPr>
            <p:grpSpPr>
              <a:xfrm>
                <a:off x="1417638" y="4335669"/>
                <a:ext cx="189521" cy="189417"/>
                <a:chOff x="6580" y="14641"/>
                <a:chExt cx="334200" cy="334016"/>
              </a:xfrm>
            </p:grpSpPr>
            <p:grpSp>
              <p:nvGrpSpPr>
                <p:cNvPr id="1142" name="Google Shape;1142;p2"/>
                <p:cNvGrpSpPr/>
                <p:nvPr/>
              </p:nvGrpSpPr>
              <p:grpSpPr>
                <a:xfrm>
                  <a:off x="6580" y="14641"/>
                  <a:ext cx="334200" cy="334016"/>
                  <a:chOff x="6580" y="14641"/>
                  <a:chExt cx="334200" cy="334016"/>
                </a:xfrm>
              </p:grpSpPr>
              <p:grpSp>
                <p:nvGrpSpPr>
                  <p:cNvPr id="1143" name="Google Shape;1143;p2"/>
                  <p:cNvGrpSpPr/>
                  <p:nvPr/>
                </p:nvGrpSpPr>
                <p:grpSpPr>
                  <a:xfrm>
                    <a:off x="6580" y="14641"/>
                    <a:ext cx="231416" cy="334016"/>
                    <a:chOff x="6580" y="14641"/>
                    <a:chExt cx="231416" cy="334016"/>
                  </a:xfrm>
                </p:grpSpPr>
                <p:sp>
                  <p:nvSpPr>
                    <p:cNvPr id="1144" name="Google Shape;1144;p2"/>
                    <p:cNvSpPr/>
                    <p:nvPr/>
                  </p:nvSpPr>
                  <p:spPr>
                    <a:xfrm>
                      <a:off x="146819" y="14641"/>
                      <a:ext cx="90913" cy="58380"/>
                    </a:xfrm>
                    <a:custGeom>
                      <a:rect b="b" l="l" r="r" t="t"/>
                      <a:pathLst>
                        <a:path extrusionOk="0" h="58380" w="90913">
                          <a:moveTo>
                            <a:pt x="90914" y="58381"/>
                          </a:moveTo>
                          <a:cubicBezTo>
                            <a:pt x="80754" y="52379"/>
                            <a:pt x="69699" y="47747"/>
                            <a:pt x="57959" y="44746"/>
                          </a:cubicBezTo>
                          <a:lnTo>
                            <a:pt x="50589" y="0"/>
                          </a:lnTo>
                          <a:lnTo>
                            <a:pt x="2948" y="0"/>
                          </a:lnTo>
                          <a:lnTo>
                            <a:pt x="0" y="19952"/>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2"/>
                    <p:cNvSpPr/>
                    <p:nvPr/>
                  </p:nvSpPr>
                  <p:spPr>
                    <a:xfrm>
                      <a:off x="6580" y="117504"/>
                      <a:ext cx="231416" cy="231153"/>
                    </a:xfrm>
                    <a:custGeom>
                      <a:rect b="b" l="l" r="r" t="t"/>
                      <a:pathLst>
                        <a:path extrusionOk="0" h="231153" w="231416">
                          <a:moveTo>
                            <a:pt x="58381" y="0"/>
                          </a:moveTo>
                          <a:cubicBezTo>
                            <a:pt x="52379" y="10107"/>
                            <a:pt x="47799" y="21057"/>
                            <a:pt x="44799" y="32744"/>
                          </a:cubicBezTo>
                          <a:lnTo>
                            <a:pt x="0" y="40324"/>
                          </a:lnTo>
                          <a:lnTo>
                            <a:pt x="0" y="87966"/>
                          </a:lnTo>
                          <a:lnTo>
                            <a:pt x="44799" y="95599"/>
                          </a:lnTo>
                          <a:cubicBezTo>
                            <a:pt x="47799" y="107338"/>
                            <a:pt x="52432" y="118393"/>
                            <a:pt x="58486" y="128553"/>
                          </a:cubicBezTo>
                          <a:lnTo>
                            <a:pt x="32059" y="165403"/>
                          </a:lnTo>
                          <a:lnTo>
                            <a:pt x="65750" y="199094"/>
                          </a:lnTo>
                          <a:lnTo>
                            <a:pt x="102600" y="172667"/>
                          </a:lnTo>
                          <a:cubicBezTo>
                            <a:pt x="112760" y="178721"/>
                            <a:pt x="123815" y="183354"/>
                            <a:pt x="135554" y="186354"/>
                          </a:cubicBezTo>
                          <a:lnTo>
                            <a:pt x="143188" y="231153"/>
                          </a:lnTo>
                          <a:lnTo>
                            <a:pt x="190829" y="231153"/>
                          </a:lnTo>
                          <a:lnTo>
                            <a:pt x="198462" y="186354"/>
                          </a:lnTo>
                          <a:cubicBezTo>
                            <a:pt x="210201" y="183301"/>
                            <a:pt x="221256" y="178721"/>
                            <a:pt x="231416" y="172667"/>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6" name="Google Shape;1146;p2"/>
                    <p:cNvSpPr/>
                    <p:nvPr/>
                  </p:nvSpPr>
                  <p:spPr>
                    <a:xfrm>
                      <a:off x="38692" y="46700"/>
                      <a:ext cx="103705" cy="50642"/>
                    </a:xfrm>
                    <a:custGeom>
                      <a:rect b="b" l="l" r="r" t="t"/>
                      <a:pathLst>
                        <a:path extrusionOk="0" h="50642" w="103705">
                          <a:moveTo>
                            <a:pt x="103706" y="12687"/>
                          </a:moveTo>
                          <a:cubicBezTo>
                            <a:pt x="91966" y="15687"/>
                            <a:pt x="80912" y="20267"/>
                            <a:pt x="70752" y="26321"/>
                          </a:cubicBezTo>
                          <a:lnTo>
                            <a:pt x="33691" y="0"/>
                          </a:lnTo>
                          <a:lnTo>
                            <a:pt x="0" y="33691"/>
                          </a:lnTo>
                          <a:lnTo>
                            <a:pt x="12476" y="50642"/>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47" name="Google Shape;1147;p2"/>
                  <p:cNvGrpSpPr/>
                  <p:nvPr/>
                </p:nvGrpSpPr>
                <p:grpSpPr>
                  <a:xfrm>
                    <a:off x="85333" y="87551"/>
                    <a:ext cx="255447" cy="188143"/>
                    <a:chOff x="85333" y="87551"/>
                    <a:chExt cx="255447" cy="188143"/>
                  </a:xfrm>
                </p:grpSpPr>
                <p:grpSp>
                  <p:nvGrpSpPr>
                    <p:cNvPr id="1148" name="Google Shape;1148;p2"/>
                    <p:cNvGrpSpPr/>
                    <p:nvPr/>
                  </p:nvGrpSpPr>
                  <p:grpSpPr>
                    <a:xfrm>
                      <a:off x="149925" y="87551"/>
                      <a:ext cx="64856" cy="188143"/>
                      <a:chOff x="149925" y="87551"/>
                      <a:chExt cx="64856" cy="188143"/>
                    </a:xfrm>
                  </p:grpSpPr>
                  <p:grpSp>
                    <p:nvGrpSpPr>
                      <p:cNvPr id="1149" name="Google Shape;1149;p2"/>
                      <p:cNvGrpSpPr/>
                      <p:nvPr/>
                    </p:nvGrpSpPr>
                    <p:grpSpPr>
                      <a:xfrm>
                        <a:off x="149925" y="87551"/>
                        <a:ext cx="64856" cy="24057"/>
                        <a:chOff x="149925" y="87551"/>
                        <a:chExt cx="64856" cy="24057"/>
                      </a:xfrm>
                    </p:grpSpPr>
                    <p:sp>
                      <p:nvSpPr>
                        <p:cNvPr id="1150" name="Google Shape;1150;p2"/>
                        <p:cNvSpPr/>
                        <p:nvPr/>
                      </p:nvSpPr>
                      <p:spPr>
                        <a:xfrm>
                          <a:off x="149925" y="87551"/>
                          <a:ext cx="5264" cy="24057"/>
                        </a:xfrm>
                        <a:custGeom>
                          <a:rect b="b" l="l" r="r" t="t"/>
                          <a:pathLst>
                            <a:path extrusionOk="0" h="24057" w="5264">
                              <a:moveTo>
                                <a:pt x="0" y="24058"/>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1" name="Google Shape;1151;p2"/>
                        <p:cNvSpPr/>
                        <p:nvPr/>
                      </p:nvSpPr>
                      <p:spPr>
                        <a:xfrm>
                          <a:off x="179721" y="87551"/>
                          <a:ext cx="5264" cy="24057"/>
                        </a:xfrm>
                        <a:custGeom>
                          <a:rect b="b" l="l" r="r" t="t"/>
                          <a:pathLst>
                            <a:path extrusionOk="0" h="24057" w="5264">
                              <a:moveTo>
                                <a:pt x="0" y="24058"/>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2" name="Google Shape;1152;p2"/>
                        <p:cNvSpPr/>
                        <p:nvPr/>
                      </p:nvSpPr>
                      <p:spPr>
                        <a:xfrm>
                          <a:off x="209517" y="87551"/>
                          <a:ext cx="5264" cy="24057"/>
                        </a:xfrm>
                        <a:custGeom>
                          <a:rect b="b" l="l" r="r" t="t"/>
                          <a:pathLst>
                            <a:path extrusionOk="0" h="24057" w="5264">
                              <a:moveTo>
                                <a:pt x="0" y="24058"/>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53" name="Google Shape;1153;p2"/>
                      <p:cNvGrpSpPr/>
                      <p:nvPr/>
                    </p:nvGrpSpPr>
                    <p:grpSpPr>
                      <a:xfrm>
                        <a:off x="149925" y="251690"/>
                        <a:ext cx="64856" cy="24004"/>
                        <a:chOff x="149925" y="251690"/>
                        <a:chExt cx="64856" cy="24004"/>
                      </a:xfrm>
                    </p:grpSpPr>
                    <p:sp>
                      <p:nvSpPr>
                        <p:cNvPr id="1154" name="Google Shape;1154;p2"/>
                        <p:cNvSpPr/>
                        <p:nvPr/>
                      </p:nvSpPr>
                      <p:spPr>
                        <a:xfrm>
                          <a:off x="149925" y="251690"/>
                          <a:ext cx="5264" cy="24004"/>
                        </a:xfrm>
                        <a:custGeom>
                          <a:rect b="b" l="l" r="r" t="t"/>
                          <a:pathLst>
                            <a:path extrusionOk="0" h="24004" w="5264">
                              <a:moveTo>
                                <a:pt x="0" y="24005"/>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2"/>
                        <p:cNvSpPr/>
                        <p:nvPr/>
                      </p:nvSpPr>
                      <p:spPr>
                        <a:xfrm>
                          <a:off x="179721" y="251690"/>
                          <a:ext cx="5264" cy="24004"/>
                        </a:xfrm>
                        <a:custGeom>
                          <a:rect b="b" l="l" r="r" t="t"/>
                          <a:pathLst>
                            <a:path extrusionOk="0" h="24004" w="5264">
                              <a:moveTo>
                                <a:pt x="0" y="24005"/>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2"/>
                        <p:cNvSpPr/>
                        <p:nvPr/>
                      </p:nvSpPr>
                      <p:spPr>
                        <a:xfrm>
                          <a:off x="209517" y="251690"/>
                          <a:ext cx="5264" cy="24004"/>
                        </a:xfrm>
                        <a:custGeom>
                          <a:rect b="b" l="l" r="r" t="t"/>
                          <a:pathLst>
                            <a:path extrusionOk="0" h="24004" w="5264">
                              <a:moveTo>
                                <a:pt x="0" y="24005"/>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157" name="Google Shape;1157;p2"/>
                    <p:cNvGrpSpPr/>
                    <p:nvPr/>
                  </p:nvGrpSpPr>
                  <p:grpSpPr>
                    <a:xfrm>
                      <a:off x="85333" y="151827"/>
                      <a:ext cx="24004" cy="64855"/>
                      <a:chOff x="85333" y="151827"/>
                      <a:chExt cx="24004" cy="64855"/>
                    </a:xfrm>
                  </p:grpSpPr>
                  <p:sp>
                    <p:nvSpPr>
                      <p:cNvPr id="1158" name="Google Shape;1158;p2"/>
                      <p:cNvSpPr/>
                      <p:nvPr/>
                    </p:nvSpPr>
                    <p:spPr>
                      <a:xfrm>
                        <a:off x="85333" y="151827"/>
                        <a:ext cx="24004" cy="5264"/>
                      </a:xfrm>
                      <a:custGeom>
                        <a:rect b="b" l="l" r="r" t="t"/>
                        <a:pathLst>
                          <a:path extrusionOk="0" h="5264" w="24004">
                            <a:moveTo>
                              <a:pt x="0" y="0"/>
                            </a:moveTo>
                            <a:lnTo>
                              <a:pt x="24005"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9" name="Google Shape;1159;p2"/>
                      <p:cNvSpPr/>
                      <p:nvPr/>
                    </p:nvSpPr>
                    <p:spPr>
                      <a:xfrm>
                        <a:off x="85333" y="181623"/>
                        <a:ext cx="24004" cy="5264"/>
                      </a:xfrm>
                      <a:custGeom>
                        <a:rect b="b" l="l" r="r" t="t"/>
                        <a:pathLst>
                          <a:path extrusionOk="0" h="5264" w="24004">
                            <a:moveTo>
                              <a:pt x="0" y="0"/>
                            </a:moveTo>
                            <a:lnTo>
                              <a:pt x="24005"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2"/>
                      <p:cNvSpPr/>
                      <p:nvPr/>
                    </p:nvSpPr>
                    <p:spPr>
                      <a:xfrm>
                        <a:off x="85333" y="211418"/>
                        <a:ext cx="24004" cy="5264"/>
                      </a:xfrm>
                      <a:custGeom>
                        <a:rect b="b" l="l" r="r" t="t"/>
                        <a:pathLst>
                          <a:path extrusionOk="0" h="5264" w="24004">
                            <a:moveTo>
                              <a:pt x="0" y="0"/>
                            </a:moveTo>
                            <a:lnTo>
                              <a:pt x="24005"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61" name="Google Shape;1161;p2"/>
                    <p:cNvSpPr/>
                    <p:nvPr/>
                  </p:nvSpPr>
                  <p:spPr>
                    <a:xfrm>
                      <a:off x="251789" y="181623"/>
                      <a:ext cx="52221" cy="5264"/>
                    </a:xfrm>
                    <a:custGeom>
                      <a:rect b="b" l="l" r="r" t="t"/>
                      <a:pathLst>
                        <a:path extrusionOk="0" h="5264" w="52221">
                          <a:moveTo>
                            <a:pt x="52221"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2" name="Google Shape;1162;p2"/>
                    <p:cNvSpPr/>
                    <p:nvPr/>
                  </p:nvSpPr>
                  <p:spPr>
                    <a:xfrm>
                      <a:off x="304523" y="163540"/>
                      <a:ext cx="36257" cy="36218"/>
                    </a:xfrm>
                    <a:custGeom>
                      <a:rect b="b" l="l" r="r" t="t"/>
                      <a:pathLst>
                        <a:path extrusionOk="0" h="36218" w="36257">
                          <a:moveTo>
                            <a:pt x="5330" y="5291"/>
                          </a:moveTo>
                          <a:cubicBezTo>
                            <a:pt x="-1777" y="12397"/>
                            <a:pt x="-1777" y="23873"/>
                            <a:pt x="5330" y="30927"/>
                          </a:cubicBezTo>
                          <a:cubicBezTo>
                            <a:pt x="12384" y="37982"/>
                            <a:pt x="23860" y="37982"/>
                            <a:pt x="30967" y="30927"/>
                          </a:cubicBezTo>
                          <a:cubicBezTo>
                            <a:pt x="38021" y="23873"/>
                            <a:pt x="38021" y="12397"/>
                            <a:pt x="30967" y="5291"/>
                          </a:cubicBezTo>
                          <a:cubicBezTo>
                            <a:pt x="23860" y="-1764"/>
                            <a:pt x="12384" y="-1764"/>
                            <a:pt x="5330" y="5291"/>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63" name="Google Shape;1163;p2"/>
                    <p:cNvGrpSpPr/>
                    <p:nvPr/>
                  </p:nvGrpSpPr>
                  <p:grpSpPr>
                    <a:xfrm>
                      <a:off x="250894" y="97895"/>
                      <a:ext cx="67566" cy="167508"/>
                      <a:chOff x="250894" y="97895"/>
                      <a:chExt cx="67566" cy="167508"/>
                    </a:xfrm>
                  </p:grpSpPr>
                  <p:grpSp>
                    <p:nvGrpSpPr>
                      <p:cNvPr id="1164" name="Google Shape;1164;p2"/>
                      <p:cNvGrpSpPr/>
                      <p:nvPr/>
                    </p:nvGrpSpPr>
                    <p:grpSpPr>
                      <a:xfrm>
                        <a:off x="250894" y="97895"/>
                        <a:ext cx="67566" cy="44666"/>
                        <a:chOff x="250894" y="97895"/>
                        <a:chExt cx="67566" cy="44666"/>
                      </a:xfrm>
                    </p:grpSpPr>
                    <p:sp>
                      <p:nvSpPr>
                        <p:cNvPr id="1165" name="Google Shape;1165;p2"/>
                        <p:cNvSpPr/>
                        <p:nvPr/>
                      </p:nvSpPr>
                      <p:spPr>
                        <a:xfrm>
                          <a:off x="282203" y="97895"/>
                          <a:ext cx="36257" cy="36218"/>
                        </a:xfrm>
                        <a:custGeom>
                          <a:rect b="b" l="l" r="r" t="t"/>
                          <a:pathLst>
                            <a:path extrusionOk="0" h="36218" w="36257">
                              <a:moveTo>
                                <a:pt x="5330" y="5291"/>
                              </a:moveTo>
                              <a:cubicBezTo>
                                <a:pt x="-1777" y="12397"/>
                                <a:pt x="-1777" y="23873"/>
                                <a:pt x="5330" y="30927"/>
                              </a:cubicBezTo>
                              <a:cubicBezTo>
                                <a:pt x="12384" y="37982"/>
                                <a:pt x="23860" y="37982"/>
                                <a:pt x="30967" y="30927"/>
                              </a:cubicBezTo>
                              <a:cubicBezTo>
                                <a:pt x="38021" y="23873"/>
                                <a:pt x="38021" y="12397"/>
                                <a:pt x="30967" y="5291"/>
                              </a:cubicBezTo>
                              <a:cubicBezTo>
                                <a:pt x="23860" y="-1764"/>
                                <a:pt x="12384" y="-1764"/>
                                <a:pt x="5330" y="5291"/>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6" name="Google Shape;1166;p2"/>
                        <p:cNvSpPr/>
                        <p:nvPr/>
                      </p:nvSpPr>
                      <p:spPr>
                        <a:xfrm>
                          <a:off x="250894" y="126611"/>
                          <a:ext cx="39481" cy="15950"/>
                        </a:xfrm>
                        <a:custGeom>
                          <a:rect b="b" l="l" r="r" t="t"/>
                          <a:pathLst>
                            <a:path extrusionOk="0" h="15950" w="39481">
                              <a:moveTo>
                                <a:pt x="39482" y="0"/>
                              </a:moveTo>
                              <a:lnTo>
                                <a:pt x="22742" y="15951"/>
                              </a:lnTo>
                              <a:lnTo>
                                <a:pt x="0" y="15951"/>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67" name="Google Shape;1167;p2"/>
                      <p:cNvGrpSpPr/>
                      <p:nvPr/>
                    </p:nvGrpSpPr>
                    <p:grpSpPr>
                      <a:xfrm>
                        <a:off x="250894" y="220683"/>
                        <a:ext cx="67566" cy="44720"/>
                        <a:chOff x="250894" y="220683"/>
                        <a:chExt cx="67566" cy="44720"/>
                      </a:xfrm>
                    </p:grpSpPr>
                    <p:sp>
                      <p:nvSpPr>
                        <p:cNvPr id="1168" name="Google Shape;1168;p2"/>
                        <p:cNvSpPr/>
                        <p:nvPr/>
                      </p:nvSpPr>
                      <p:spPr>
                        <a:xfrm>
                          <a:off x="282203" y="229185"/>
                          <a:ext cx="36257" cy="36218"/>
                        </a:xfrm>
                        <a:custGeom>
                          <a:rect b="b" l="l" r="r" t="t"/>
                          <a:pathLst>
                            <a:path extrusionOk="0" h="36218" w="36257">
                              <a:moveTo>
                                <a:pt x="5330" y="30927"/>
                              </a:moveTo>
                              <a:cubicBezTo>
                                <a:pt x="-1777" y="23821"/>
                                <a:pt x="-1777" y="12345"/>
                                <a:pt x="5330" y="5291"/>
                              </a:cubicBezTo>
                              <a:cubicBezTo>
                                <a:pt x="12384" y="-1764"/>
                                <a:pt x="23860" y="-1764"/>
                                <a:pt x="30967" y="5291"/>
                              </a:cubicBezTo>
                              <a:cubicBezTo>
                                <a:pt x="38021" y="12345"/>
                                <a:pt x="38021" y="23821"/>
                                <a:pt x="30967" y="30927"/>
                              </a:cubicBezTo>
                              <a:cubicBezTo>
                                <a:pt x="23860" y="37982"/>
                                <a:pt x="12384" y="37982"/>
                                <a:pt x="5330" y="3092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9" name="Google Shape;1169;p2"/>
                        <p:cNvSpPr/>
                        <p:nvPr/>
                      </p:nvSpPr>
                      <p:spPr>
                        <a:xfrm>
                          <a:off x="250894" y="220683"/>
                          <a:ext cx="39481" cy="16003"/>
                        </a:xfrm>
                        <a:custGeom>
                          <a:rect b="b" l="l" r="r" t="t"/>
                          <a:pathLst>
                            <a:path extrusionOk="0" h="16003" w="39481">
                              <a:moveTo>
                                <a:pt x="39482" y="16003"/>
                              </a:moveTo>
                              <a:lnTo>
                                <a:pt x="22742" y="0"/>
                              </a:ln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1170" name="Google Shape;1170;p2"/>
                    <p:cNvSpPr/>
                    <p:nvPr/>
                  </p:nvSpPr>
                  <p:spPr>
                    <a:xfrm>
                      <a:off x="113233" y="113345"/>
                      <a:ext cx="136659" cy="136659"/>
                    </a:xfrm>
                    <a:custGeom>
                      <a:rect b="b" l="l" r="r" t="t"/>
                      <a:pathLst>
                        <a:path extrusionOk="0" h="136659" w="136659">
                          <a:moveTo>
                            <a:pt x="10371" y="0"/>
                          </a:moveTo>
                          <a:lnTo>
                            <a:pt x="126289" y="0"/>
                          </a:lnTo>
                          <a:cubicBezTo>
                            <a:pt x="132027" y="0"/>
                            <a:pt x="136660" y="4633"/>
                            <a:pt x="136660" y="10371"/>
                          </a:cubicBezTo>
                          <a:lnTo>
                            <a:pt x="136660" y="126289"/>
                          </a:lnTo>
                          <a:cubicBezTo>
                            <a:pt x="136660" y="132027"/>
                            <a:pt x="132027" y="136660"/>
                            <a:pt x="126289" y="136660"/>
                          </a:cubicBezTo>
                          <a:lnTo>
                            <a:pt x="10371" y="136660"/>
                          </a:lnTo>
                          <a:cubicBezTo>
                            <a:pt x="4633" y="136660"/>
                            <a:pt x="0" y="132027"/>
                            <a:pt x="0" y="126289"/>
                          </a:cubicBezTo>
                          <a:lnTo>
                            <a:pt x="0" y="10371"/>
                          </a:lnTo>
                          <a:cubicBezTo>
                            <a:pt x="0" y="4633"/>
                            <a:pt x="4633" y="0"/>
                            <a:pt x="10371" y="0"/>
                          </a:cubicBezTo>
                          <a:close/>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171" name="Google Shape;1171;p2"/>
                <p:cNvGrpSpPr/>
                <p:nvPr/>
              </p:nvGrpSpPr>
              <p:grpSpPr>
                <a:xfrm>
                  <a:off x="142397" y="146510"/>
                  <a:ext cx="7896" cy="72804"/>
                  <a:chOff x="142397" y="146510"/>
                  <a:chExt cx="7896" cy="72804"/>
                </a:xfrm>
              </p:grpSpPr>
              <p:sp>
                <p:nvSpPr>
                  <p:cNvPr id="1172" name="Google Shape;1172;p2"/>
                  <p:cNvSpPr/>
                  <p:nvPr/>
                </p:nvSpPr>
                <p:spPr>
                  <a:xfrm>
                    <a:off x="142397" y="146510"/>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3" name="Google Shape;1173;p2"/>
                  <p:cNvSpPr/>
                  <p:nvPr/>
                </p:nvSpPr>
                <p:spPr>
                  <a:xfrm>
                    <a:off x="142397" y="211418"/>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4" name="Google Shape;1174;p2"/>
                  <p:cNvSpPr/>
                  <p:nvPr/>
                </p:nvSpPr>
                <p:spPr>
                  <a:xfrm>
                    <a:off x="142397" y="178991"/>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75" name="Google Shape;1175;p2"/>
                <p:cNvGrpSpPr/>
                <p:nvPr/>
              </p:nvGrpSpPr>
              <p:grpSpPr>
                <a:xfrm>
                  <a:off x="177194" y="146510"/>
                  <a:ext cx="7896" cy="72804"/>
                  <a:chOff x="177194" y="146510"/>
                  <a:chExt cx="7896" cy="72804"/>
                </a:xfrm>
              </p:grpSpPr>
              <p:sp>
                <p:nvSpPr>
                  <p:cNvPr id="1176" name="Google Shape;1176;p2"/>
                  <p:cNvSpPr/>
                  <p:nvPr/>
                </p:nvSpPr>
                <p:spPr>
                  <a:xfrm>
                    <a:off x="177194" y="146510"/>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7" name="Google Shape;1177;p2"/>
                  <p:cNvSpPr/>
                  <p:nvPr/>
                </p:nvSpPr>
                <p:spPr>
                  <a:xfrm>
                    <a:off x="177194" y="211418"/>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8" name="Google Shape;1178;p2"/>
                  <p:cNvSpPr/>
                  <p:nvPr/>
                </p:nvSpPr>
                <p:spPr>
                  <a:xfrm>
                    <a:off x="177194" y="178991"/>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79" name="Google Shape;1179;p2"/>
                <p:cNvGrpSpPr/>
                <p:nvPr/>
              </p:nvGrpSpPr>
              <p:grpSpPr>
                <a:xfrm>
                  <a:off x="211938" y="146510"/>
                  <a:ext cx="7896" cy="72804"/>
                  <a:chOff x="211938" y="146510"/>
                  <a:chExt cx="7896" cy="72804"/>
                </a:xfrm>
              </p:grpSpPr>
              <p:sp>
                <p:nvSpPr>
                  <p:cNvPr id="1180" name="Google Shape;1180;p2"/>
                  <p:cNvSpPr/>
                  <p:nvPr/>
                </p:nvSpPr>
                <p:spPr>
                  <a:xfrm>
                    <a:off x="211938" y="146510"/>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2"/>
                  <p:cNvSpPr/>
                  <p:nvPr/>
                </p:nvSpPr>
                <p:spPr>
                  <a:xfrm>
                    <a:off x="211938" y="211418"/>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2" name="Google Shape;1182;p2"/>
                  <p:cNvSpPr/>
                  <p:nvPr/>
                </p:nvSpPr>
                <p:spPr>
                  <a:xfrm>
                    <a:off x="211938" y="178991"/>
                    <a:ext cx="7896" cy="7896"/>
                  </a:xfrm>
                  <a:custGeom>
                    <a:rect b="b" l="l" r="r" t="t"/>
                    <a:pathLst>
                      <a:path extrusionOk="0" h="7896" w="7896">
                        <a:moveTo>
                          <a:pt x="7896" y="3948"/>
                        </a:moveTo>
                        <a:cubicBezTo>
                          <a:pt x="7896" y="6159"/>
                          <a:pt x="6159" y="7896"/>
                          <a:pt x="3948" y="7896"/>
                        </a:cubicBezTo>
                        <a:cubicBezTo>
                          <a:pt x="1737" y="7896"/>
                          <a:pt x="0" y="6159"/>
                          <a:pt x="0" y="3948"/>
                        </a:cubicBezTo>
                        <a:cubicBezTo>
                          <a:pt x="0" y="1737"/>
                          <a:pt x="1790" y="0"/>
                          <a:pt x="3948" y="0"/>
                        </a:cubicBezTo>
                        <a:cubicBezTo>
                          <a:pt x="6107" y="0"/>
                          <a:pt x="7896" y="1737"/>
                          <a:pt x="7896" y="3948"/>
                        </a:cubicBezTo>
                        <a:close/>
                      </a:path>
                    </a:pathLst>
                  </a:custGeom>
                  <a:solidFill>
                    <a:srgbClr val="394553"/>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nvGrpSpPr>
            <p:cNvPr id="1183" name="Google Shape;1183;p2"/>
            <p:cNvGrpSpPr/>
            <p:nvPr/>
          </p:nvGrpSpPr>
          <p:grpSpPr>
            <a:xfrm>
              <a:off x="1474354" y="3927535"/>
              <a:ext cx="305762" cy="305760"/>
              <a:chOff x="2228046" y="4264660"/>
              <a:chExt cx="331434" cy="331434"/>
            </a:xfrm>
          </p:grpSpPr>
          <p:sp>
            <p:nvSpPr>
              <p:cNvPr id="1184" name="Google Shape;1184;p2"/>
              <p:cNvSpPr/>
              <p:nvPr/>
            </p:nvSpPr>
            <p:spPr>
              <a:xfrm>
                <a:off x="2228046" y="4264660"/>
                <a:ext cx="331434" cy="33143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85" name="Google Shape;1185;p2"/>
              <p:cNvGrpSpPr/>
              <p:nvPr/>
            </p:nvGrpSpPr>
            <p:grpSpPr>
              <a:xfrm>
                <a:off x="2275642" y="4310493"/>
                <a:ext cx="236243" cy="239770"/>
                <a:chOff x="8139402" y="3739749"/>
                <a:chExt cx="416588" cy="422808"/>
              </a:xfrm>
            </p:grpSpPr>
            <p:sp>
              <p:nvSpPr>
                <p:cNvPr id="1186" name="Google Shape;1186;p2"/>
                <p:cNvSpPr/>
                <p:nvPr/>
              </p:nvSpPr>
              <p:spPr>
                <a:xfrm>
                  <a:off x="8481588" y="3868738"/>
                  <a:ext cx="15242" cy="15242"/>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2"/>
                <p:cNvSpPr/>
                <p:nvPr/>
              </p:nvSpPr>
              <p:spPr>
                <a:xfrm>
                  <a:off x="8482618" y="3970125"/>
                  <a:ext cx="15242" cy="15242"/>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2"/>
                <p:cNvSpPr/>
                <p:nvPr/>
              </p:nvSpPr>
              <p:spPr>
                <a:xfrm>
                  <a:off x="8483566" y="4018985"/>
                  <a:ext cx="15242" cy="15242"/>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2"/>
                <p:cNvSpPr/>
                <p:nvPr/>
              </p:nvSpPr>
              <p:spPr>
                <a:xfrm>
                  <a:off x="8458683" y="3792235"/>
                  <a:ext cx="32957" cy="32957"/>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2"/>
                <p:cNvSpPr/>
                <p:nvPr/>
              </p:nvSpPr>
              <p:spPr>
                <a:xfrm>
                  <a:off x="8187974" y="3806448"/>
                  <a:ext cx="32957" cy="32957"/>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2"/>
                <p:cNvSpPr/>
                <p:nvPr/>
              </p:nvSpPr>
              <p:spPr>
                <a:xfrm>
                  <a:off x="8198438" y="4022240"/>
                  <a:ext cx="15242" cy="15242"/>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2"/>
                <p:cNvSpPr/>
                <p:nvPr/>
              </p:nvSpPr>
              <p:spPr>
                <a:xfrm>
                  <a:off x="8198438" y="3917022"/>
                  <a:ext cx="15242" cy="15242"/>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3" name="Google Shape;1193;p2"/>
                <p:cNvSpPr/>
                <p:nvPr/>
              </p:nvSpPr>
              <p:spPr>
                <a:xfrm>
                  <a:off x="8223898" y="3969466"/>
                  <a:ext cx="15243" cy="15242"/>
                </a:xfrm>
                <a:custGeom>
                  <a:rect b="b" l="l" r="r" t="t"/>
                  <a:pathLst>
                    <a:path extrusionOk="0" h="19477" w="19478">
                      <a:moveTo>
                        <a:pt x="19478" y="9739"/>
                      </a:moveTo>
                      <a:cubicBezTo>
                        <a:pt x="19478" y="15108"/>
                        <a:pt x="15108" y="19477"/>
                        <a:pt x="9739" y="19477"/>
                      </a:cubicBezTo>
                      <a:cubicBezTo>
                        <a:pt x="4369" y="19477"/>
                        <a:pt x="0" y="15108"/>
                        <a:pt x="0" y="9739"/>
                      </a:cubicBezTo>
                      <a:cubicBezTo>
                        <a:pt x="0" y="4369"/>
                        <a:pt x="4369" y="0"/>
                        <a:pt x="9739" y="0"/>
                      </a:cubicBezTo>
                      <a:cubicBezTo>
                        <a:pt x="15108" y="0"/>
                        <a:pt x="19478" y="4369"/>
                        <a:pt x="19478"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94" name="Google Shape;1194;p2"/>
                <p:cNvGrpSpPr/>
                <p:nvPr/>
              </p:nvGrpSpPr>
              <p:grpSpPr>
                <a:xfrm>
                  <a:off x="8139402" y="3739749"/>
                  <a:ext cx="416588" cy="422808"/>
                  <a:chOff x="8604940" y="4588009"/>
                  <a:chExt cx="532320" cy="540269"/>
                </a:xfrm>
              </p:grpSpPr>
              <p:sp>
                <p:nvSpPr>
                  <p:cNvPr id="1195" name="Google Shape;1195;p2"/>
                  <p:cNvSpPr/>
                  <p:nvPr/>
                </p:nvSpPr>
                <p:spPr>
                  <a:xfrm>
                    <a:off x="8850834" y="4588009"/>
                    <a:ext cx="42113" cy="42113"/>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6" name="Google Shape;1196;p2"/>
                  <p:cNvSpPr/>
                  <p:nvPr/>
                </p:nvSpPr>
                <p:spPr>
                  <a:xfrm>
                    <a:off x="8604940" y="4837271"/>
                    <a:ext cx="42113" cy="42113"/>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7" name="Google Shape;1197;p2"/>
                  <p:cNvSpPr/>
                  <p:nvPr/>
                </p:nvSpPr>
                <p:spPr>
                  <a:xfrm>
                    <a:off x="9095147" y="4837271"/>
                    <a:ext cx="42113" cy="42113"/>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98" name="Google Shape;1198;p2"/>
                  <p:cNvGrpSpPr/>
                  <p:nvPr/>
                </p:nvGrpSpPr>
                <p:grpSpPr>
                  <a:xfrm>
                    <a:off x="8647054" y="4630123"/>
                    <a:ext cx="448040" cy="498155"/>
                    <a:chOff x="8647054" y="4630123"/>
                    <a:chExt cx="448040" cy="498155"/>
                  </a:xfrm>
                </p:grpSpPr>
                <p:sp>
                  <p:nvSpPr>
                    <p:cNvPr id="1199" name="Google Shape;1199;p2"/>
                    <p:cNvSpPr/>
                    <p:nvPr/>
                  </p:nvSpPr>
                  <p:spPr>
                    <a:xfrm>
                      <a:off x="8848623" y="5086165"/>
                      <a:ext cx="42113" cy="42113"/>
                    </a:xfrm>
                    <a:custGeom>
                      <a:rect b="b" l="l" r="r" t="t"/>
                      <a:pathLst>
                        <a:path extrusionOk="0" h="42113" w="42113">
                          <a:moveTo>
                            <a:pt x="42114" y="21057"/>
                          </a:moveTo>
                          <a:cubicBezTo>
                            <a:pt x="42114" y="32691"/>
                            <a:pt x="32691" y="42114"/>
                            <a:pt x="21057" y="42114"/>
                          </a:cubicBezTo>
                          <a:cubicBezTo>
                            <a:pt x="9423" y="42114"/>
                            <a:pt x="0" y="32691"/>
                            <a:pt x="0" y="21057"/>
                          </a:cubicBezTo>
                          <a:cubicBezTo>
                            <a:pt x="0" y="9423"/>
                            <a:pt x="9423" y="0"/>
                            <a:pt x="21057" y="0"/>
                          </a:cubicBezTo>
                          <a:cubicBezTo>
                            <a:pt x="32691" y="0"/>
                            <a:pt x="42114" y="9423"/>
                            <a:pt x="42114" y="21057"/>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00" name="Google Shape;1200;p2"/>
                    <p:cNvGrpSpPr/>
                    <p:nvPr/>
                  </p:nvGrpSpPr>
                  <p:grpSpPr>
                    <a:xfrm>
                      <a:off x="8647054" y="4630123"/>
                      <a:ext cx="448040" cy="458779"/>
                      <a:chOff x="8647054" y="4630123"/>
                      <a:chExt cx="448040" cy="458779"/>
                    </a:xfrm>
                  </p:grpSpPr>
                  <p:sp>
                    <p:nvSpPr>
                      <p:cNvPr id="1201" name="Google Shape;1201;p2"/>
                      <p:cNvSpPr/>
                      <p:nvPr/>
                    </p:nvSpPr>
                    <p:spPr>
                      <a:xfrm>
                        <a:off x="8765447" y="4758045"/>
                        <a:ext cx="209780" cy="205884"/>
                      </a:xfrm>
                      <a:custGeom>
                        <a:rect b="b" l="l" r="r" t="t"/>
                        <a:pathLst>
                          <a:path extrusionOk="0" h="205884" w="209780">
                            <a:moveTo>
                              <a:pt x="191303" y="0"/>
                            </a:moveTo>
                            <a:cubicBezTo>
                              <a:pt x="201508" y="0"/>
                              <a:pt x="209781" y="8273"/>
                              <a:pt x="209781" y="18478"/>
                            </a:cubicBezTo>
                            <a:lnTo>
                              <a:pt x="209781" y="187407"/>
                            </a:lnTo>
                            <a:cubicBezTo>
                              <a:pt x="209781" y="197612"/>
                              <a:pt x="201508" y="205885"/>
                              <a:pt x="191303" y="205885"/>
                            </a:cubicBezTo>
                            <a:lnTo>
                              <a:pt x="18478" y="205885"/>
                            </a:lnTo>
                            <a:cubicBezTo>
                              <a:pt x="8273" y="205885"/>
                              <a:pt x="0" y="197612"/>
                              <a:pt x="0" y="187407"/>
                            </a:cubicBezTo>
                            <a:lnTo>
                              <a:pt x="0" y="18478"/>
                            </a:lnTo>
                            <a:cubicBezTo>
                              <a:pt x="0" y="8273"/>
                              <a:pt x="8273" y="0"/>
                              <a:pt x="18478" y="0"/>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2" name="Google Shape;1202;p2"/>
                      <p:cNvSpPr/>
                      <p:nvPr/>
                    </p:nvSpPr>
                    <p:spPr>
                      <a:xfrm>
                        <a:off x="8796401" y="4699717"/>
                        <a:ext cx="19478" cy="19477"/>
                      </a:xfrm>
                      <a:custGeom>
                        <a:rect b="b" l="l" r="r" t="t"/>
                        <a:pathLst>
                          <a:path extrusionOk="0" h="19477" w="19478">
                            <a:moveTo>
                              <a:pt x="19478" y="9739"/>
                            </a:moveTo>
                            <a:cubicBezTo>
                              <a:pt x="19478" y="15108"/>
                              <a:pt x="15108" y="19478"/>
                              <a:pt x="9739" y="19478"/>
                            </a:cubicBezTo>
                            <a:cubicBezTo>
                              <a:pt x="4370" y="19478"/>
                              <a:pt x="0" y="15108"/>
                              <a:pt x="0" y="9739"/>
                            </a:cubicBezTo>
                            <a:cubicBezTo>
                              <a:pt x="0" y="4369"/>
                              <a:pt x="4370" y="0"/>
                              <a:pt x="9739" y="0"/>
                            </a:cubicBezTo>
                            <a:cubicBezTo>
                              <a:pt x="15108" y="0"/>
                              <a:pt x="19478" y="4369"/>
                              <a:pt x="19478"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3" name="Google Shape;1203;p2"/>
                      <p:cNvSpPr/>
                      <p:nvPr/>
                    </p:nvSpPr>
                    <p:spPr>
                      <a:xfrm>
                        <a:off x="8893316" y="4699717"/>
                        <a:ext cx="19477" cy="19477"/>
                      </a:xfrm>
                      <a:custGeom>
                        <a:rect b="b" l="l" r="r" t="t"/>
                        <a:pathLst>
                          <a:path extrusionOk="0" h="19477" w="19477">
                            <a:moveTo>
                              <a:pt x="19477" y="9739"/>
                            </a:moveTo>
                            <a:cubicBezTo>
                              <a:pt x="19477" y="15108"/>
                              <a:pt x="15108" y="19478"/>
                              <a:pt x="9739" y="19478"/>
                            </a:cubicBezTo>
                            <a:cubicBezTo>
                              <a:pt x="4369" y="19478"/>
                              <a:pt x="0" y="15108"/>
                              <a:pt x="0" y="9739"/>
                            </a:cubicBezTo>
                            <a:cubicBezTo>
                              <a:pt x="0" y="4369"/>
                              <a:pt x="4369" y="0"/>
                              <a:pt x="9739" y="0"/>
                            </a:cubicBezTo>
                            <a:cubicBezTo>
                              <a:pt x="15108" y="0"/>
                              <a:pt x="19477" y="4369"/>
                              <a:pt x="19477"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4" name="Google Shape;1204;p2"/>
                      <p:cNvSpPr/>
                      <p:nvPr/>
                    </p:nvSpPr>
                    <p:spPr>
                      <a:xfrm>
                        <a:off x="8827986" y="4998252"/>
                        <a:ext cx="19478" cy="19477"/>
                      </a:xfrm>
                      <a:custGeom>
                        <a:rect b="b" l="l" r="r" t="t"/>
                        <a:pathLst>
                          <a:path extrusionOk="0" h="19477" w="19478">
                            <a:moveTo>
                              <a:pt x="19478" y="9739"/>
                            </a:moveTo>
                            <a:cubicBezTo>
                              <a:pt x="19478" y="15108"/>
                              <a:pt x="15108" y="19478"/>
                              <a:pt x="9739" y="19478"/>
                            </a:cubicBezTo>
                            <a:cubicBezTo>
                              <a:pt x="4370" y="19478"/>
                              <a:pt x="0" y="15108"/>
                              <a:pt x="0" y="9739"/>
                            </a:cubicBezTo>
                            <a:cubicBezTo>
                              <a:pt x="0" y="4369"/>
                              <a:pt x="4370" y="0"/>
                              <a:pt x="9739" y="0"/>
                            </a:cubicBezTo>
                            <a:cubicBezTo>
                              <a:pt x="15108" y="0"/>
                              <a:pt x="19478" y="4369"/>
                              <a:pt x="19478"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5" name="Google Shape;1205;p2"/>
                      <p:cNvSpPr/>
                      <p:nvPr/>
                    </p:nvSpPr>
                    <p:spPr>
                      <a:xfrm>
                        <a:off x="8829197" y="4665394"/>
                        <a:ext cx="19478" cy="19477"/>
                      </a:xfrm>
                      <a:custGeom>
                        <a:rect b="b" l="l" r="r" t="t"/>
                        <a:pathLst>
                          <a:path extrusionOk="0" h="19477" w="19478">
                            <a:moveTo>
                              <a:pt x="19478" y="9739"/>
                            </a:moveTo>
                            <a:cubicBezTo>
                              <a:pt x="19478" y="15108"/>
                              <a:pt x="15108" y="19477"/>
                              <a:pt x="9739" y="19477"/>
                            </a:cubicBezTo>
                            <a:cubicBezTo>
                              <a:pt x="4370" y="19477"/>
                              <a:pt x="0" y="15108"/>
                              <a:pt x="0" y="9739"/>
                            </a:cubicBezTo>
                            <a:cubicBezTo>
                              <a:pt x="0" y="4369"/>
                              <a:pt x="4370" y="0"/>
                              <a:pt x="9739" y="0"/>
                            </a:cubicBezTo>
                            <a:cubicBezTo>
                              <a:pt x="15108" y="0"/>
                              <a:pt x="19478" y="4369"/>
                              <a:pt x="19478"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6" name="Google Shape;1206;p2"/>
                      <p:cNvSpPr/>
                      <p:nvPr/>
                    </p:nvSpPr>
                    <p:spPr>
                      <a:xfrm>
                        <a:off x="8806140" y="4721563"/>
                        <a:ext cx="5264" cy="30532"/>
                      </a:xfrm>
                      <a:custGeom>
                        <a:rect b="b" l="l" r="r" t="t"/>
                        <a:pathLst>
                          <a:path extrusionOk="0" h="30532" w="5264">
                            <a:moveTo>
                              <a:pt x="0" y="0"/>
                            </a:moveTo>
                            <a:lnTo>
                              <a:pt x="0" y="30533"/>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7" name="Google Shape;1207;p2"/>
                      <p:cNvSpPr/>
                      <p:nvPr/>
                    </p:nvSpPr>
                    <p:spPr>
                      <a:xfrm>
                        <a:off x="8904055" y="4721563"/>
                        <a:ext cx="5264" cy="30532"/>
                      </a:xfrm>
                      <a:custGeom>
                        <a:rect b="b" l="l" r="r" t="t"/>
                        <a:pathLst>
                          <a:path extrusionOk="0" h="30532" w="5264">
                            <a:moveTo>
                              <a:pt x="0" y="0"/>
                            </a:moveTo>
                            <a:lnTo>
                              <a:pt x="0" y="30533"/>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8" name="Google Shape;1208;p2"/>
                      <p:cNvSpPr/>
                      <p:nvPr/>
                    </p:nvSpPr>
                    <p:spPr>
                      <a:xfrm>
                        <a:off x="8838884" y="4684871"/>
                        <a:ext cx="5264" cy="67224"/>
                      </a:xfrm>
                      <a:custGeom>
                        <a:rect b="b" l="l" r="r" t="t"/>
                        <a:pathLst>
                          <a:path extrusionOk="0" h="67224" w="5264">
                            <a:moveTo>
                              <a:pt x="0" y="0"/>
                            </a:moveTo>
                            <a:lnTo>
                              <a:pt x="0" y="67224"/>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9" name="Google Shape;1209;p2"/>
                      <p:cNvSpPr/>
                      <p:nvPr/>
                    </p:nvSpPr>
                    <p:spPr>
                      <a:xfrm>
                        <a:off x="8980071" y="4859065"/>
                        <a:ext cx="115023" cy="5264"/>
                      </a:xfrm>
                      <a:custGeom>
                        <a:rect b="b" l="l" r="r" t="t"/>
                        <a:pathLst>
                          <a:path extrusionOk="0" h="5264" w="115023">
                            <a:moveTo>
                              <a:pt x="115024"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0" name="Google Shape;1210;p2"/>
                      <p:cNvSpPr/>
                      <p:nvPr/>
                    </p:nvSpPr>
                    <p:spPr>
                      <a:xfrm>
                        <a:off x="8980071" y="4891862"/>
                        <a:ext cx="61117" cy="5264"/>
                      </a:xfrm>
                      <a:custGeom>
                        <a:rect b="b" l="l" r="r" t="t"/>
                        <a:pathLst>
                          <a:path extrusionOk="0" h="5264" w="61117">
                            <a:moveTo>
                              <a:pt x="61118"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1" name="Google Shape;1211;p2"/>
                      <p:cNvSpPr/>
                      <p:nvPr/>
                    </p:nvSpPr>
                    <p:spPr>
                      <a:xfrm>
                        <a:off x="8647054" y="4859065"/>
                        <a:ext cx="113602" cy="5264"/>
                      </a:xfrm>
                      <a:custGeom>
                        <a:rect b="b" l="l" r="r" t="t"/>
                        <a:pathLst>
                          <a:path extrusionOk="0" h="5264" w="113602">
                            <a:moveTo>
                              <a:pt x="113603"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2"/>
                      <p:cNvSpPr/>
                      <p:nvPr/>
                    </p:nvSpPr>
                    <p:spPr>
                      <a:xfrm>
                        <a:off x="8699539" y="4824269"/>
                        <a:ext cx="61117" cy="5264"/>
                      </a:xfrm>
                      <a:custGeom>
                        <a:rect b="b" l="l" r="r" t="t"/>
                        <a:pathLst>
                          <a:path extrusionOk="0" h="5264" w="61117">
                            <a:moveTo>
                              <a:pt x="61118"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3" name="Google Shape;1213;p2"/>
                      <p:cNvSpPr/>
                      <p:nvPr/>
                    </p:nvSpPr>
                    <p:spPr>
                      <a:xfrm>
                        <a:off x="8732388" y="4891283"/>
                        <a:ext cx="28269" cy="5264"/>
                      </a:xfrm>
                      <a:custGeom>
                        <a:rect b="b" l="l" r="r" t="t"/>
                        <a:pathLst>
                          <a:path extrusionOk="0" h="5264" w="28269">
                            <a:moveTo>
                              <a:pt x="28269" y="0"/>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14" name="Google Shape;1214;p2"/>
                      <p:cNvGrpSpPr/>
                      <p:nvPr/>
                    </p:nvGrpSpPr>
                    <p:grpSpPr>
                      <a:xfrm>
                        <a:off x="8980071" y="4816478"/>
                        <a:ext cx="47747" cy="19477"/>
                        <a:chOff x="8980071" y="4816478"/>
                        <a:chExt cx="47747" cy="19477"/>
                      </a:xfrm>
                    </p:grpSpPr>
                    <p:sp>
                      <p:nvSpPr>
                        <p:cNvPr id="1215" name="Google Shape;1215;p2"/>
                        <p:cNvSpPr/>
                        <p:nvPr/>
                      </p:nvSpPr>
                      <p:spPr>
                        <a:xfrm>
                          <a:off x="9008340" y="4816478"/>
                          <a:ext cx="19478" cy="19477"/>
                        </a:xfrm>
                        <a:custGeom>
                          <a:rect b="b" l="l" r="r" t="t"/>
                          <a:pathLst>
                            <a:path extrusionOk="0" h="19477" w="19478">
                              <a:moveTo>
                                <a:pt x="0" y="9739"/>
                              </a:moveTo>
                              <a:cubicBezTo>
                                <a:pt x="0" y="15109"/>
                                <a:pt x="4370" y="19478"/>
                                <a:pt x="9739" y="19478"/>
                              </a:cubicBezTo>
                              <a:cubicBezTo>
                                <a:pt x="15108" y="19478"/>
                                <a:pt x="19478" y="15109"/>
                                <a:pt x="19478" y="9739"/>
                              </a:cubicBezTo>
                              <a:cubicBezTo>
                                <a:pt x="19478" y="4369"/>
                                <a:pt x="15108" y="0"/>
                                <a:pt x="9739" y="0"/>
                              </a:cubicBezTo>
                              <a:cubicBezTo>
                                <a:pt x="4370" y="0"/>
                                <a:pt x="0" y="4369"/>
                                <a:pt x="0" y="9739"/>
                              </a:cubicBezTo>
                              <a:close/>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6" name="Google Shape;1216;p2"/>
                        <p:cNvSpPr/>
                        <p:nvPr/>
                      </p:nvSpPr>
                      <p:spPr>
                        <a:xfrm>
                          <a:off x="8980071" y="4826217"/>
                          <a:ext cx="28269" cy="5264"/>
                        </a:xfrm>
                        <a:custGeom>
                          <a:rect b="b" l="l" r="r" t="t"/>
                          <a:pathLst>
                            <a:path extrusionOk="0" h="5264" w="28269">
                              <a:moveTo>
                                <a:pt x="0" y="0"/>
                              </a:moveTo>
                              <a:lnTo>
                                <a:pt x="28269"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17" name="Google Shape;1217;p2"/>
                      <p:cNvSpPr/>
                      <p:nvPr/>
                    </p:nvSpPr>
                    <p:spPr>
                      <a:xfrm>
                        <a:off x="8837726" y="4969878"/>
                        <a:ext cx="5264" cy="28321"/>
                      </a:xfrm>
                      <a:custGeom>
                        <a:rect b="b" l="l" r="r" t="t"/>
                        <a:pathLst>
                          <a:path extrusionOk="0" h="28321" w="5264">
                            <a:moveTo>
                              <a:pt x="0" y="28322"/>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8" name="Google Shape;1218;p2"/>
                      <p:cNvSpPr/>
                      <p:nvPr/>
                    </p:nvSpPr>
                    <p:spPr>
                      <a:xfrm>
                        <a:off x="8904055" y="4969878"/>
                        <a:ext cx="5264" cy="62381"/>
                      </a:xfrm>
                      <a:custGeom>
                        <a:rect b="b" l="l" r="r" t="t"/>
                        <a:pathLst>
                          <a:path extrusionOk="0" h="62381" w="5264">
                            <a:moveTo>
                              <a:pt x="0" y="62381"/>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9" name="Google Shape;1219;p2"/>
                      <p:cNvSpPr/>
                      <p:nvPr/>
                    </p:nvSpPr>
                    <p:spPr>
                      <a:xfrm>
                        <a:off x="8980071" y="4767573"/>
                        <a:ext cx="61644" cy="25900"/>
                      </a:xfrm>
                      <a:custGeom>
                        <a:rect b="b" l="l" r="r" t="t"/>
                        <a:pathLst>
                          <a:path extrusionOk="0" h="25900" w="61644">
                            <a:moveTo>
                              <a:pt x="0" y="25900"/>
                            </a:moveTo>
                            <a:lnTo>
                              <a:pt x="38008" y="25900"/>
                            </a:lnTo>
                            <a:lnTo>
                              <a:pt x="61644"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0" name="Google Shape;1220;p2"/>
                      <p:cNvSpPr/>
                      <p:nvPr/>
                    </p:nvSpPr>
                    <p:spPr>
                      <a:xfrm>
                        <a:off x="8980071" y="4924079"/>
                        <a:ext cx="63434" cy="23425"/>
                      </a:xfrm>
                      <a:custGeom>
                        <a:rect b="b" l="l" r="r" t="t"/>
                        <a:pathLst>
                          <a:path extrusionOk="0" h="23425" w="63434">
                            <a:moveTo>
                              <a:pt x="0" y="0"/>
                            </a:moveTo>
                            <a:lnTo>
                              <a:pt x="38008" y="0"/>
                            </a:lnTo>
                            <a:lnTo>
                              <a:pt x="63434" y="23426"/>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2"/>
                      <p:cNvSpPr/>
                      <p:nvPr/>
                    </p:nvSpPr>
                    <p:spPr>
                      <a:xfrm>
                        <a:off x="8699855" y="4927501"/>
                        <a:ext cx="63434" cy="23425"/>
                      </a:xfrm>
                      <a:custGeom>
                        <a:rect b="b" l="l" r="r" t="t"/>
                        <a:pathLst>
                          <a:path extrusionOk="0" h="23425" w="63434">
                            <a:moveTo>
                              <a:pt x="63434" y="0"/>
                            </a:moveTo>
                            <a:lnTo>
                              <a:pt x="25426" y="0"/>
                            </a:lnTo>
                            <a:lnTo>
                              <a:pt x="0" y="23426"/>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2"/>
                      <p:cNvSpPr/>
                      <p:nvPr/>
                    </p:nvSpPr>
                    <p:spPr>
                      <a:xfrm>
                        <a:off x="8935798" y="4676133"/>
                        <a:ext cx="77121" cy="75963"/>
                      </a:xfrm>
                      <a:custGeom>
                        <a:rect b="b" l="l" r="r" t="t"/>
                        <a:pathLst>
                          <a:path extrusionOk="0" h="75963" w="77121">
                            <a:moveTo>
                              <a:pt x="0" y="75963"/>
                            </a:moveTo>
                            <a:lnTo>
                              <a:pt x="0" y="32902"/>
                            </a:lnTo>
                            <a:lnTo>
                              <a:pt x="32797" y="0"/>
                            </a:lnTo>
                            <a:lnTo>
                              <a:pt x="77121"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3" name="Google Shape;1223;p2"/>
                      <p:cNvSpPr/>
                      <p:nvPr/>
                    </p:nvSpPr>
                    <p:spPr>
                      <a:xfrm>
                        <a:off x="8688063" y="4715983"/>
                        <a:ext cx="75962" cy="77121"/>
                      </a:xfrm>
                      <a:custGeom>
                        <a:rect b="b" l="l" r="r" t="t"/>
                        <a:pathLst>
                          <a:path extrusionOk="0" h="77121" w="75962">
                            <a:moveTo>
                              <a:pt x="75963" y="77121"/>
                            </a:moveTo>
                            <a:lnTo>
                              <a:pt x="32902" y="77121"/>
                            </a:lnTo>
                            <a:lnTo>
                              <a:pt x="0" y="44272"/>
                            </a:ln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4" name="Google Shape;1224;p2"/>
                      <p:cNvSpPr/>
                      <p:nvPr/>
                    </p:nvSpPr>
                    <p:spPr>
                      <a:xfrm>
                        <a:off x="8729019" y="4967930"/>
                        <a:ext cx="75962" cy="73225"/>
                      </a:xfrm>
                      <a:custGeom>
                        <a:rect b="b" l="l" r="r" t="t"/>
                        <a:pathLst>
                          <a:path extrusionOk="0" h="73225" w="75962">
                            <a:moveTo>
                              <a:pt x="0" y="73226"/>
                            </a:moveTo>
                            <a:lnTo>
                              <a:pt x="43061" y="73226"/>
                            </a:lnTo>
                            <a:lnTo>
                              <a:pt x="75963" y="42061"/>
                            </a:lnTo>
                            <a:lnTo>
                              <a:pt x="75963"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5" name="Google Shape;1225;p2"/>
                      <p:cNvSpPr/>
                      <p:nvPr/>
                    </p:nvSpPr>
                    <p:spPr>
                      <a:xfrm>
                        <a:off x="8937272" y="4967930"/>
                        <a:ext cx="75963" cy="73225"/>
                      </a:xfrm>
                      <a:custGeom>
                        <a:rect b="b" l="l" r="r" t="t"/>
                        <a:pathLst>
                          <a:path extrusionOk="0" h="73225" w="75963">
                            <a:moveTo>
                              <a:pt x="75963" y="73226"/>
                            </a:moveTo>
                            <a:lnTo>
                              <a:pt x="32954" y="73226"/>
                            </a:lnTo>
                            <a:lnTo>
                              <a:pt x="0" y="42061"/>
                            </a:ln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6" name="Google Shape;1226;p2"/>
                      <p:cNvSpPr/>
                      <p:nvPr/>
                    </p:nvSpPr>
                    <p:spPr>
                      <a:xfrm>
                        <a:off x="8871311" y="4630123"/>
                        <a:ext cx="5264" cy="121972"/>
                      </a:xfrm>
                      <a:custGeom>
                        <a:rect b="b" l="l" r="r" t="t"/>
                        <a:pathLst>
                          <a:path extrusionOk="0" h="121972" w="5264">
                            <a:moveTo>
                              <a:pt x="0" y="121973"/>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p2"/>
                      <p:cNvSpPr/>
                      <p:nvPr/>
                    </p:nvSpPr>
                    <p:spPr>
                      <a:xfrm>
                        <a:off x="8869680" y="4966930"/>
                        <a:ext cx="5264" cy="121972"/>
                      </a:xfrm>
                      <a:custGeom>
                        <a:rect b="b" l="l" r="r" t="t"/>
                        <a:pathLst>
                          <a:path extrusionOk="0" h="121972" w="5264">
                            <a:moveTo>
                              <a:pt x="0" y="121972"/>
                            </a:moveTo>
                            <a:lnTo>
                              <a:pt x="0" y="0"/>
                            </a:lnTo>
                          </a:path>
                        </a:pathLst>
                      </a:cu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28" name="Google Shape;1228;p2"/>
                      <p:cNvGrpSpPr/>
                      <p:nvPr/>
                    </p:nvGrpSpPr>
                    <p:grpSpPr>
                      <a:xfrm>
                        <a:off x="8800244" y="4801948"/>
                        <a:ext cx="130237" cy="119341"/>
                        <a:chOff x="8800244" y="4801948"/>
                        <a:chExt cx="130237" cy="119341"/>
                      </a:xfrm>
                    </p:grpSpPr>
                    <p:sp>
                      <p:nvSpPr>
                        <p:cNvPr id="1229" name="Google Shape;1229;p2"/>
                        <p:cNvSpPr/>
                        <p:nvPr/>
                      </p:nvSpPr>
                      <p:spPr>
                        <a:xfrm>
                          <a:off x="8800244" y="4801948"/>
                          <a:ext cx="102390" cy="119340"/>
                        </a:xfrm>
                        <a:custGeom>
                          <a:rect b="b" l="l" r="r" t="t"/>
                          <a:pathLst>
                            <a:path extrusionOk="0" h="119340" w="102390">
                              <a:moveTo>
                                <a:pt x="78806" y="89018"/>
                              </a:moveTo>
                              <a:lnTo>
                                <a:pt x="23742" y="89018"/>
                              </a:lnTo>
                              <a:lnTo>
                                <a:pt x="13319" y="114392"/>
                              </a:lnTo>
                              <a:cubicBezTo>
                                <a:pt x="12108" y="117445"/>
                                <a:pt x="10266" y="119340"/>
                                <a:pt x="6476" y="119340"/>
                              </a:cubicBezTo>
                              <a:cubicBezTo>
                                <a:pt x="2369" y="119340"/>
                                <a:pt x="0" y="116445"/>
                                <a:pt x="0" y="113023"/>
                              </a:cubicBezTo>
                              <a:cubicBezTo>
                                <a:pt x="0" y="112181"/>
                                <a:pt x="527" y="110654"/>
                                <a:pt x="1001" y="109444"/>
                              </a:cubicBezTo>
                              <a:lnTo>
                                <a:pt x="41904" y="7001"/>
                              </a:lnTo>
                              <a:cubicBezTo>
                                <a:pt x="43430" y="3053"/>
                                <a:pt x="45852" y="0"/>
                                <a:pt x="51274" y="0"/>
                              </a:cubicBezTo>
                              <a:cubicBezTo>
                                <a:pt x="56696" y="0"/>
                                <a:pt x="59275" y="3053"/>
                                <a:pt x="60802" y="7001"/>
                              </a:cubicBezTo>
                              <a:lnTo>
                                <a:pt x="101548" y="109444"/>
                              </a:lnTo>
                              <a:cubicBezTo>
                                <a:pt x="102074" y="110444"/>
                                <a:pt x="102390" y="112181"/>
                                <a:pt x="102390" y="113023"/>
                              </a:cubicBezTo>
                              <a:cubicBezTo>
                                <a:pt x="102390" y="116919"/>
                                <a:pt x="99494" y="119340"/>
                                <a:pt x="95599" y="119340"/>
                              </a:cubicBezTo>
                              <a:cubicBezTo>
                                <a:pt x="92177" y="119340"/>
                                <a:pt x="89966" y="117656"/>
                                <a:pt x="88756" y="114392"/>
                              </a:cubicBezTo>
                              <a:lnTo>
                                <a:pt x="78701" y="89018"/>
                              </a:lnTo>
                              <a:close/>
                              <a:moveTo>
                                <a:pt x="27164" y="77964"/>
                              </a:moveTo>
                              <a:lnTo>
                                <a:pt x="75226" y="77964"/>
                              </a:lnTo>
                              <a:lnTo>
                                <a:pt x="51169" y="17635"/>
                              </a:lnTo>
                              <a:lnTo>
                                <a:pt x="27111" y="7796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0" name="Google Shape;1230;p2"/>
                        <p:cNvSpPr/>
                        <p:nvPr/>
                      </p:nvSpPr>
                      <p:spPr>
                        <a:xfrm>
                          <a:off x="8916847" y="4802001"/>
                          <a:ext cx="13634" cy="119288"/>
                        </a:xfrm>
                        <a:custGeom>
                          <a:rect b="b" l="l" r="r" t="t"/>
                          <a:pathLst>
                            <a:path extrusionOk="0" h="119288" w="13634">
                              <a:moveTo>
                                <a:pt x="0" y="6633"/>
                              </a:moveTo>
                              <a:cubicBezTo>
                                <a:pt x="0" y="3053"/>
                                <a:pt x="3054" y="0"/>
                                <a:pt x="6844" y="0"/>
                              </a:cubicBezTo>
                              <a:cubicBezTo>
                                <a:pt x="10634" y="0"/>
                                <a:pt x="13634" y="3053"/>
                                <a:pt x="13634" y="6633"/>
                              </a:cubicBezTo>
                              <a:lnTo>
                                <a:pt x="13634" y="112655"/>
                              </a:lnTo>
                              <a:cubicBezTo>
                                <a:pt x="13634" y="116235"/>
                                <a:pt x="10581" y="119288"/>
                                <a:pt x="6844" y="119288"/>
                              </a:cubicBezTo>
                              <a:cubicBezTo>
                                <a:pt x="3106" y="119288"/>
                                <a:pt x="0" y="116235"/>
                                <a:pt x="0" y="112655"/>
                              </a:cubicBezTo>
                              <a:lnTo>
                                <a:pt x="0" y="663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grpSp>
        </p:grpSp>
      </p:grpSp>
      <p:sp>
        <p:nvSpPr>
          <p:cNvPr id="1231" name="Google Shape;1231;p2"/>
          <p:cNvSpPr/>
          <p:nvPr/>
        </p:nvSpPr>
        <p:spPr>
          <a:xfrm>
            <a:off x="3448586" y="526663"/>
            <a:ext cx="5115384" cy="9780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Colours</a:t>
            </a:r>
            <a:endParaRPr b="1" sz="1200">
              <a:solidFill>
                <a:schemeClr val="dk1"/>
              </a:solidFill>
              <a:latin typeface="Calibri"/>
              <a:ea typeface="Calibri"/>
              <a:cs typeface="Calibri"/>
              <a:sym typeface="Calibri"/>
            </a:endParaRPr>
          </a:p>
          <a:p>
            <a:pPr indent="-169863" lvl="0" marL="169863" marR="0" rtl="0" algn="l">
              <a:spcBef>
                <a:spcPts val="500"/>
              </a:spcBef>
              <a:spcAft>
                <a:spcPts val="0"/>
              </a:spcAft>
              <a:buClr>
                <a:srgbClr val="7F7F7F"/>
              </a:buClr>
              <a:buSzPts val="1100"/>
              <a:buFont typeface="Arial"/>
              <a:buChar char="•"/>
            </a:pPr>
            <a:r>
              <a:rPr b="0" i="0" lang="en-US" sz="1100" u="none" cap="none" strike="noStrike">
                <a:solidFill>
                  <a:srgbClr val="000000"/>
                </a:solidFill>
                <a:latin typeface="Calibri"/>
                <a:ea typeface="Calibri"/>
                <a:cs typeface="Calibri"/>
                <a:sym typeface="Calibri"/>
              </a:rPr>
              <a:t>The TCS colour palette is built on a clear hierarchy. Black and white form the foundation, while TCS blue and yellow are used to highlight key information and guide attention. Red, green, and orange serve as accents, used sparingly to signal specific themes. </a:t>
            </a:r>
            <a:endParaRPr b="0" i="0" sz="1100" u="none" cap="none" strike="noStrike">
              <a:solidFill>
                <a:schemeClr val="dk1"/>
              </a:solidFill>
              <a:latin typeface="Calibri"/>
              <a:ea typeface="Calibri"/>
              <a:cs typeface="Calibri"/>
              <a:sym typeface="Calibri"/>
            </a:endParaRPr>
          </a:p>
        </p:txBody>
      </p:sp>
      <p:sp>
        <p:nvSpPr>
          <p:cNvPr id="1232" name="Google Shape;1232;p2"/>
          <p:cNvSpPr/>
          <p:nvPr/>
        </p:nvSpPr>
        <p:spPr>
          <a:xfrm>
            <a:off x="6305266" y="82804"/>
            <a:ext cx="2569191" cy="385549"/>
          </a:xfrm>
          <a:prstGeom prst="roundRect">
            <a:avLst>
              <a:gd fmla="val 16667"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Delete slide before presenting</a:t>
            </a:r>
            <a:endParaRPr/>
          </a:p>
        </p:txBody>
      </p:sp>
      <p:sp>
        <p:nvSpPr>
          <p:cNvPr id="1233" name="Google Shape;1233;p2"/>
          <p:cNvSpPr/>
          <p:nvPr/>
        </p:nvSpPr>
        <p:spPr>
          <a:xfrm>
            <a:off x="3449674" y="1530145"/>
            <a:ext cx="2913592" cy="2869408"/>
          </a:xfrm>
          <a:prstGeom prst="rect">
            <a:avLst/>
          </a:prstGeom>
          <a:noFill/>
          <a:ln>
            <a:noFill/>
          </a:ln>
        </p:spPr>
        <p:txBody>
          <a:bodyPr anchorCtr="0" anchor="t" bIns="45700" lIns="91425" spcFirstLastPara="1" rIns="91425" wrap="square" tIns="45700">
            <a:noAutofit/>
          </a:bodyPr>
          <a:lstStyle/>
          <a:p>
            <a:pPr indent="-169545" lvl="0" marL="169545" marR="0" rtl="0" algn="l">
              <a:spcBef>
                <a:spcPts val="0"/>
              </a:spcBef>
              <a:spcAft>
                <a:spcPts val="0"/>
              </a:spcAft>
              <a:buClr>
                <a:srgbClr val="7F7F7F"/>
              </a:buClr>
              <a:buSzPts val="1100"/>
              <a:buFont typeface="Arial"/>
              <a:buChar char="•"/>
            </a:pPr>
            <a:r>
              <a:rPr b="0" i="0" lang="en-US" sz="1100" u="none" cap="none" strike="noStrike">
                <a:solidFill>
                  <a:schemeClr val="dk1"/>
                </a:solidFill>
                <a:latin typeface="Calibri"/>
                <a:ea typeface="Calibri"/>
                <a:cs typeface="Calibri"/>
                <a:sym typeface="Calibri"/>
              </a:rPr>
              <a:t>TCS green is reserved primarily for sustainability-related communications and should be applied with the same restraint as other secondary colours. </a:t>
            </a:r>
            <a:endParaRPr sz="1800">
              <a:solidFill>
                <a:schemeClr val="dk1"/>
              </a:solidFill>
              <a:latin typeface="Calibri"/>
              <a:ea typeface="Calibri"/>
              <a:cs typeface="Calibri"/>
              <a:sym typeface="Calibri"/>
            </a:endParaRPr>
          </a:p>
          <a:p>
            <a:pPr indent="-169545" lvl="0" marL="169545" marR="0" rtl="0" algn="l">
              <a:spcBef>
                <a:spcPts val="500"/>
              </a:spcBef>
              <a:spcAft>
                <a:spcPts val="0"/>
              </a:spcAft>
              <a:buClr>
                <a:srgbClr val="7F7F7F"/>
              </a:buClr>
              <a:buSzPts val="1100"/>
              <a:buFont typeface="Arial"/>
              <a:buChar char="•"/>
            </a:pPr>
            <a:r>
              <a:rPr b="0" i="0" lang="en-US" sz="1100" u="none" cap="none" strike="noStrike">
                <a:solidFill>
                  <a:schemeClr val="dk1"/>
                </a:solidFill>
                <a:latin typeface="Calibri"/>
                <a:ea typeface="Calibri"/>
                <a:cs typeface="Calibri"/>
                <a:sym typeface="Calibri"/>
              </a:rPr>
              <a:t>For charts, graphs, and data visuals, </a:t>
            </a:r>
            <a:r>
              <a:rPr lang="en-US" sz="1100">
                <a:solidFill>
                  <a:schemeClr val="dk1"/>
                </a:solidFill>
                <a:latin typeface="Calibri"/>
                <a:ea typeface="Calibri"/>
                <a:cs typeface="Calibri"/>
                <a:sym typeface="Calibri"/>
              </a:rPr>
              <a:t>an</a:t>
            </a:r>
            <a:r>
              <a:rPr b="0" i="0" lang="en-US" sz="1100" u="none" cap="none" strike="noStrike">
                <a:solidFill>
                  <a:schemeClr val="dk1"/>
                </a:solidFill>
                <a:latin typeface="Calibri"/>
                <a:ea typeface="Calibri"/>
                <a:cs typeface="Calibri"/>
                <a:sym typeface="Calibri"/>
              </a:rPr>
              <a:t> extended tonal range of the primary and secondary palette is available, allowing for clearer differentiation between data series while maintaining brand consistency.</a:t>
            </a:r>
            <a:endParaRPr/>
          </a:p>
          <a:p>
            <a:pPr indent="-169545" lvl="0" marL="169545" marR="0" rtl="0" algn="l">
              <a:spcBef>
                <a:spcPts val="500"/>
              </a:spcBef>
              <a:spcAft>
                <a:spcPts val="0"/>
              </a:spcAft>
              <a:buClr>
                <a:srgbClr val="7F7F7F"/>
              </a:buClr>
              <a:buSzPts val="1100"/>
              <a:buFont typeface="Arial"/>
              <a:buChar char="•"/>
            </a:pPr>
            <a:r>
              <a:rPr b="1" i="0" lang="en-US" sz="1100" u="none" cap="none" strike="noStrike">
                <a:solidFill>
                  <a:schemeClr val="dk1"/>
                </a:solidFill>
                <a:latin typeface="Calibri"/>
                <a:ea typeface="Calibri"/>
                <a:cs typeface="Calibri"/>
                <a:sym typeface="Calibri"/>
              </a:rPr>
              <a:t>To Insert or change </a:t>
            </a:r>
            <a:r>
              <a:rPr b="1" lang="en-US" sz="1100">
                <a:solidFill>
                  <a:schemeClr val="dk1"/>
                </a:solidFill>
                <a:latin typeface="Calibri"/>
                <a:ea typeface="Calibri"/>
                <a:cs typeface="Calibri"/>
                <a:sym typeface="Calibri"/>
              </a:rPr>
              <a:t>colour</a:t>
            </a:r>
            <a:r>
              <a:rPr b="1" i="0" lang="en-US" sz="1100" u="none" cap="none" strike="noStrike">
                <a:solidFill>
                  <a:schemeClr val="dk1"/>
                </a:solidFill>
                <a:latin typeface="Calibri"/>
                <a:ea typeface="Calibri"/>
                <a:cs typeface="Calibri"/>
                <a:sym typeface="Calibri"/>
              </a:rPr>
              <a:t>:</a:t>
            </a:r>
            <a:endParaRPr/>
          </a:p>
          <a:p>
            <a:pPr indent="-171450" lvl="0" marL="344170" marR="0" rtl="0" algn="l">
              <a:spcBef>
                <a:spcPts val="300"/>
              </a:spcBef>
              <a:spcAft>
                <a:spcPts val="0"/>
              </a:spcAft>
              <a:buClr>
                <a:srgbClr val="7F7F7F"/>
              </a:buClr>
              <a:buSzPts val="1000"/>
              <a:buFont typeface="Noto Sans Symbols"/>
              <a:buChar char="−"/>
            </a:pPr>
            <a:r>
              <a:rPr b="0" i="0" lang="en-US" sz="1000" u="none" cap="none" strike="noStrike">
                <a:solidFill>
                  <a:schemeClr val="dk1"/>
                </a:solidFill>
                <a:latin typeface="Calibri"/>
                <a:ea typeface="Calibri"/>
                <a:cs typeface="Calibri"/>
                <a:sym typeface="Calibri"/>
              </a:rPr>
              <a:t>Click the shape, line, or text box.</a:t>
            </a:r>
            <a:endParaRPr/>
          </a:p>
          <a:p>
            <a:pPr indent="-171450" lvl="0" marL="344170" marR="0" rtl="0" algn="l">
              <a:spcBef>
                <a:spcPts val="300"/>
              </a:spcBef>
              <a:spcAft>
                <a:spcPts val="0"/>
              </a:spcAft>
              <a:buClr>
                <a:srgbClr val="7F7F7F"/>
              </a:buClr>
              <a:buSzPts val="1000"/>
              <a:buFont typeface="Noto Sans Symbols"/>
              <a:buChar char="−"/>
            </a:pPr>
            <a:r>
              <a:rPr b="0" i="0" lang="en-US" sz="1000" u="none" cap="none" strike="noStrike">
                <a:solidFill>
                  <a:schemeClr val="dk1"/>
                </a:solidFill>
                <a:latin typeface="Calibri"/>
                <a:ea typeface="Calibri"/>
                <a:cs typeface="Calibri"/>
                <a:sym typeface="Calibri"/>
              </a:rPr>
              <a:t>Go to the </a:t>
            </a:r>
            <a:r>
              <a:rPr b="1" lang="en-US" sz="1000">
                <a:solidFill>
                  <a:schemeClr val="dk1"/>
                </a:solidFill>
                <a:latin typeface="Calibri"/>
                <a:ea typeface="Calibri"/>
                <a:cs typeface="Calibri"/>
                <a:sym typeface="Calibri"/>
              </a:rPr>
              <a:t>Shape format </a:t>
            </a:r>
            <a:r>
              <a:rPr b="0" i="0" lang="en-US" sz="1000" u="none" cap="none" strike="noStrike">
                <a:solidFill>
                  <a:schemeClr val="dk1"/>
                </a:solidFill>
                <a:latin typeface="Calibri"/>
                <a:ea typeface="Calibri"/>
                <a:cs typeface="Calibri"/>
                <a:sym typeface="Calibri"/>
              </a:rPr>
              <a:t>tab.</a:t>
            </a:r>
            <a:endParaRPr/>
          </a:p>
          <a:p>
            <a:pPr indent="-171450" lvl="0" marL="344170" marR="0" rtl="0" algn="l">
              <a:spcBef>
                <a:spcPts val="300"/>
              </a:spcBef>
              <a:spcAft>
                <a:spcPts val="0"/>
              </a:spcAft>
              <a:buClr>
                <a:srgbClr val="7F7F7F"/>
              </a:buClr>
              <a:buSzPts val="1000"/>
              <a:buFont typeface="Noto Sans Symbols"/>
              <a:buChar char="−"/>
            </a:pPr>
            <a:r>
              <a:rPr b="0" i="0" lang="en-US" sz="1000" u="none" cap="none" strike="noStrike">
                <a:solidFill>
                  <a:schemeClr val="dk1"/>
                </a:solidFill>
                <a:latin typeface="Calibri"/>
                <a:ea typeface="Calibri"/>
                <a:cs typeface="Calibri"/>
                <a:sym typeface="Calibri"/>
              </a:rPr>
              <a:t>Choose </a:t>
            </a:r>
            <a:r>
              <a:rPr b="1" lang="en-US" sz="1000">
                <a:solidFill>
                  <a:schemeClr val="dk1"/>
                </a:solidFill>
                <a:latin typeface="Calibri"/>
                <a:ea typeface="Calibri"/>
                <a:cs typeface="Calibri"/>
                <a:sym typeface="Calibri"/>
              </a:rPr>
              <a:t>Shape fill, Shape outline, </a:t>
            </a:r>
            <a:r>
              <a:rPr lang="en-US" sz="1000">
                <a:solidFill>
                  <a:schemeClr val="dk1"/>
                </a:solidFill>
                <a:latin typeface="Calibri"/>
                <a:ea typeface="Calibri"/>
                <a:cs typeface="Calibri"/>
                <a:sym typeface="Calibri"/>
              </a:rPr>
              <a:t>or </a:t>
            </a:r>
            <a:r>
              <a:rPr b="1" lang="en-US" sz="1000">
                <a:solidFill>
                  <a:schemeClr val="dk1"/>
                </a:solidFill>
                <a:latin typeface="Calibri"/>
                <a:ea typeface="Calibri"/>
                <a:cs typeface="Calibri"/>
                <a:sym typeface="Calibri"/>
              </a:rPr>
              <a:t>Text fill.</a:t>
            </a:r>
            <a:endParaRPr/>
          </a:p>
          <a:p>
            <a:pPr indent="-171450" lvl="0" marL="344170" marR="0" rtl="0" algn="l">
              <a:spcBef>
                <a:spcPts val="300"/>
              </a:spcBef>
              <a:spcAft>
                <a:spcPts val="0"/>
              </a:spcAft>
              <a:buClr>
                <a:srgbClr val="7F7F7F"/>
              </a:buClr>
              <a:buSzPts val="1000"/>
              <a:buFont typeface="Noto Sans Symbols"/>
              <a:buChar char="−"/>
            </a:pPr>
            <a:r>
              <a:rPr b="0" i="0" lang="en-US" sz="1000" u="none" cap="none" strike="noStrike">
                <a:solidFill>
                  <a:schemeClr val="dk1"/>
                </a:solidFill>
                <a:latin typeface="Calibri"/>
                <a:ea typeface="Calibri"/>
                <a:cs typeface="Calibri"/>
                <a:sym typeface="Calibri"/>
              </a:rPr>
              <a:t>Select a </a:t>
            </a:r>
            <a:r>
              <a:rPr lang="en-US" sz="1000">
                <a:solidFill>
                  <a:schemeClr val="dk1"/>
                </a:solidFill>
                <a:latin typeface="Calibri"/>
                <a:ea typeface="Calibri"/>
                <a:cs typeface="Calibri"/>
                <a:sym typeface="Calibri"/>
              </a:rPr>
              <a:t>colour</a:t>
            </a:r>
            <a:r>
              <a:rPr b="0" i="0" lang="en-US" sz="1000" u="none" cap="none" strike="noStrike">
                <a:solidFill>
                  <a:schemeClr val="dk1"/>
                </a:solidFill>
                <a:latin typeface="Calibri"/>
                <a:ea typeface="Calibri"/>
                <a:cs typeface="Calibri"/>
                <a:sym typeface="Calibri"/>
              </a:rPr>
              <a:t> from </a:t>
            </a:r>
            <a:r>
              <a:rPr b="1" lang="en-US" sz="1000">
                <a:solidFill>
                  <a:schemeClr val="dk1"/>
                </a:solidFill>
                <a:latin typeface="Calibri"/>
                <a:ea typeface="Calibri"/>
                <a:cs typeface="Calibri"/>
                <a:sym typeface="Calibri"/>
              </a:rPr>
              <a:t>Custom colours </a:t>
            </a:r>
            <a:r>
              <a:rPr lang="en-US" sz="1000">
                <a:solidFill>
                  <a:schemeClr val="dk1"/>
                </a:solidFill>
                <a:latin typeface="Calibri"/>
                <a:ea typeface="Calibri"/>
                <a:cs typeface="Calibri"/>
                <a:sym typeface="Calibri"/>
              </a:rPr>
              <a:t>(which contains the TCS colour palette)</a:t>
            </a:r>
            <a:r>
              <a:rPr b="1" lang="en-US" sz="1000">
                <a:solidFill>
                  <a:schemeClr val="dk1"/>
                </a:solidFill>
                <a:latin typeface="Calibri"/>
                <a:ea typeface="Calibri"/>
                <a:cs typeface="Calibri"/>
                <a:sym typeface="Calibri"/>
              </a:rPr>
              <a:t> </a:t>
            </a:r>
            <a:r>
              <a:rPr b="0" i="0" lang="en-US" sz="1000" u="none" cap="none" strike="noStrike">
                <a:solidFill>
                  <a:schemeClr val="dk1"/>
                </a:solidFill>
                <a:latin typeface="Calibri"/>
                <a:ea typeface="Calibri"/>
                <a:cs typeface="Calibri"/>
                <a:sym typeface="Calibri"/>
              </a:rPr>
              <a:t>to apply it. </a:t>
            </a:r>
            <a:endParaRPr/>
          </a:p>
        </p:txBody>
      </p:sp>
      <p:grpSp>
        <p:nvGrpSpPr>
          <p:cNvPr id="1234" name="Google Shape;1234;p2"/>
          <p:cNvGrpSpPr/>
          <p:nvPr/>
        </p:nvGrpSpPr>
        <p:grpSpPr>
          <a:xfrm>
            <a:off x="6379326" y="1408948"/>
            <a:ext cx="2495131" cy="2941693"/>
            <a:chOff x="6407625" y="1477370"/>
            <a:chExt cx="2456290" cy="2895901"/>
          </a:xfrm>
        </p:grpSpPr>
        <p:pic>
          <p:nvPicPr>
            <p:cNvPr id="1235" name="Google Shape;1235;p2"/>
            <p:cNvPicPr preferRelativeResize="0"/>
            <p:nvPr/>
          </p:nvPicPr>
          <p:blipFill rotWithShape="1">
            <a:blip r:embed="rId3">
              <a:alphaModFix/>
            </a:blip>
            <a:srcRect b="0" l="0" r="0" t="0"/>
            <a:stretch/>
          </p:blipFill>
          <p:spPr>
            <a:xfrm>
              <a:off x="6446442" y="1477370"/>
              <a:ext cx="2378656" cy="2895901"/>
            </a:xfrm>
            <a:prstGeom prst="rect">
              <a:avLst/>
            </a:prstGeom>
            <a:noFill/>
            <a:ln>
              <a:noFill/>
            </a:ln>
          </p:spPr>
        </p:pic>
        <p:sp>
          <p:nvSpPr>
            <p:cNvPr id="1236" name="Google Shape;1236;p2"/>
            <p:cNvSpPr/>
            <p:nvPr/>
          </p:nvSpPr>
          <p:spPr>
            <a:xfrm>
              <a:off x="6407625" y="3548685"/>
              <a:ext cx="2456290" cy="815759"/>
            </a:xfrm>
            <a:prstGeom prst="rect">
              <a:avLst/>
            </a:prstGeom>
            <a:noFill/>
            <a:ln cap="flat" cmpd="sng" w="28575">
              <a:solidFill>
                <a:srgbClr val="FF0000"/>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pic>
        <p:nvPicPr>
          <p:cNvPr id="1237" name="Google Shape;1237;p2"/>
          <p:cNvPicPr preferRelativeResize="0"/>
          <p:nvPr/>
        </p:nvPicPr>
        <p:blipFill rotWithShape="1">
          <a:blip r:embed="rId4">
            <a:alphaModFix/>
          </a:blip>
          <a:srcRect b="1211" l="1211" r="1211" t="1211"/>
          <a:stretch/>
        </p:blipFill>
        <p:spPr>
          <a:xfrm>
            <a:off x="1919163" y="3563312"/>
            <a:ext cx="1373572" cy="767756"/>
          </a:xfrm>
          <a:prstGeom prst="rect">
            <a:avLst/>
          </a:prstGeom>
          <a:noFill/>
          <a:ln>
            <a:noFill/>
          </a:ln>
        </p:spPr>
      </p:pic>
      <p:sp>
        <p:nvSpPr>
          <p:cNvPr id="1238" name="Google Shape;1238;p2"/>
          <p:cNvSpPr txBox="1"/>
          <p:nvPr/>
        </p:nvSpPr>
        <p:spPr>
          <a:xfrm>
            <a:off x="1821129" y="1622006"/>
            <a:ext cx="1623331" cy="7942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8D8D8"/>
              </a:buClr>
              <a:buSzPts val="1300"/>
              <a:buFont typeface="Arial"/>
              <a:buNone/>
            </a:pPr>
            <a:r>
              <a:rPr b="1" lang="en-US" sz="1300">
                <a:solidFill>
                  <a:schemeClr val="dk1"/>
                </a:solidFill>
                <a:latin typeface="Calibri"/>
                <a:ea typeface="Calibri"/>
                <a:cs typeface="Calibri"/>
                <a:sym typeface="Calibri"/>
              </a:rPr>
              <a:t>Calibri Light</a:t>
            </a:r>
            <a:endParaRPr/>
          </a:p>
          <a:p>
            <a:pPr indent="0" lvl="0" marL="0" marR="0" rtl="0" algn="l">
              <a:lnSpc>
                <a:spcPct val="100000"/>
              </a:lnSpc>
              <a:spcBef>
                <a:spcPts val="200"/>
              </a:spcBef>
              <a:spcAft>
                <a:spcPts val="0"/>
              </a:spcAft>
              <a:buClr>
                <a:srgbClr val="D8D8D8"/>
              </a:buClr>
              <a:buSzPts val="1300"/>
              <a:buFont typeface="Arial"/>
              <a:buNone/>
            </a:pPr>
            <a:r>
              <a:rPr b="1" lang="en-US" sz="1300">
                <a:solidFill>
                  <a:schemeClr val="dk1"/>
                </a:solidFill>
                <a:latin typeface="Calibri"/>
                <a:ea typeface="Calibri"/>
                <a:cs typeface="Calibri"/>
                <a:sym typeface="Calibri"/>
              </a:rPr>
              <a:t>AaBbCcDdEeFfGgHh</a:t>
            </a:r>
            <a:endParaRPr b="1" sz="1300">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8D8D8"/>
              </a:buClr>
              <a:buSzPts val="1300"/>
              <a:buFont typeface="Arial"/>
              <a:buNone/>
            </a:pPr>
            <a:r>
              <a:rPr b="1" lang="en-US" sz="1300">
                <a:solidFill>
                  <a:schemeClr val="dk1"/>
                </a:solidFill>
                <a:latin typeface="Calibri"/>
                <a:ea typeface="Calibri"/>
                <a:cs typeface="Calibri"/>
                <a:sym typeface="Calibri"/>
              </a:rPr>
              <a:t>0123456789 (? ! , “)</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3"/>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t>Add title here </a:t>
            </a:r>
            <a:endParaRPr/>
          </a:p>
        </p:txBody>
      </p:sp>
      <p:sp>
        <p:nvSpPr>
          <p:cNvPr id="1244" name="Google Shape;1244;p3"/>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p>
            <a:pPr indent="0" lvl="0" marL="0" rtl="0" algn="l">
              <a:lnSpc>
                <a:spcPct val="100000"/>
              </a:lnSpc>
              <a:spcBef>
                <a:spcPts val="0"/>
              </a:spcBef>
              <a:spcAft>
                <a:spcPts val="0"/>
              </a:spcAft>
              <a:buClr>
                <a:schemeClr val="lt1"/>
              </a:buClr>
              <a:buSzPts val="2200"/>
              <a:buNone/>
            </a:pPr>
            <a:r>
              <a:rPr lang="en-US"/>
              <a:t>Lorem ipsum lorem ipsum.</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4"/>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t>Add title here </a:t>
            </a:r>
            <a:endParaRPr/>
          </a:p>
        </p:txBody>
      </p:sp>
      <p:sp>
        <p:nvSpPr>
          <p:cNvPr id="1250" name="Google Shape;1250;p4"/>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p>
            <a:pPr indent="0" lvl="0" marL="0" rtl="0" algn="l">
              <a:lnSpc>
                <a:spcPct val="100000"/>
              </a:lnSpc>
              <a:spcBef>
                <a:spcPts val="0"/>
              </a:spcBef>
              <a:spcAft>
                <a:spcPts val="0"/>
              </a:spcAft>
              <a:buClr>
                <a:schemeClr val="lt1"/>
              </a:buClr>
              <a:buSzPts val="2200"/>
              <a:buNone/>
            </a:pPr>
            <a:r>
              <a:rPr lang="en-US"/>
              <a:t>Lorem ipsum lorem ipsum.</a:t>
            </a:r>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5"/>
          <p:cNvSpPr txBox="1"/>
          <p:nvPr>
            <p:ph type="title"/>
          </p:nvPr>
        </p:nvSpPr>
        <p:spPr>
          <a:xfrm>
            <a:off x="281238" y="1583013"/>
            <a:ext cx="5266122"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dk1"/>
              </a:buClr>
              <a:buSzPts val="3200"/>
              <a:buFont typeface="Calibri"/>
              <a:buNone/>
            </a:pPr>
            <a:r>
              <a:rPr lang="en-US"/>
              <a:t>Add title here </a:t>
            </a:r>
            <a:endParaRPr/>
          </a:p>
        </p:txBody>
      </p:sp>
      <p:sp>
        <p:nvSpPr>
          <p:cNvPr id="1256" name="Google Shape;1256;p5"/>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p>
            <a:pPr indent="0" lvl="0" marL="0" rtl="0" algn="l">
              <a:lnSpc>
                <a:spcPct val="100000"/>
              </a:lnSpc>
              <a:spcBef>
                <a:spcPts val="0"/>
              </a:spcBef>
              <a:spcAft>
                <a:spcPts val="0"/>
              </a:spcAft>
              <a:buClr>
                <a:schemeClr val="dk1"/>
              </a:buClr>
              <a:buSzPts val="2200"/>
              <a:buNone/>
            </a:pPr>
            <a:r>
              <a:rPr lang="en-US"/>
              <a:t>Lorem ipsum lorem ipsum.</a:t>
            </a:r>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6"/>
          <p:cNvSpPr txBox="1"/>
          <p:nvPr>
            <p:ph idx="1" type="body"/>
          </p:nvPr>
        </p:nvSpPr>
        <p:spPr>
          <a:xfrm>
            <a:off x="281238" y="2450699"/>
            <a:ext cx="4042988" cy="33855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None/>
            </a:pPr>
            <a:r>
              <a:rPr lang="en-US"/>
              <a:t>Lorem ipsum lorem ipsum.</a:t>
            </a:r>
            <a:endParaRPr/>
          </a:p>
        </p:txBody>
      </p:sp>
      <p:sp>
        <p:nvSpPr>
          <p:cNvPr id="1262" name="Google Shape;1262;p6"/>
          <p:cNvSpPr txBox="1"/>
          <p:nvPr>
            <p:ph type="title"/>
          </p:nvPr>
        </p:nvSpPr>
        <p:spPr>
          <a:xfrm>
            <a:off x="281238" y="1830663"/>
            <a:ext cx="5266122" cy="554107"/>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t>Add title here </a:t>
            </a:r>
            <a:endParaRPr/>
          </a:p>
        </p:txBody>
      </p:sp>
      <p:sp>
        <p:nvSpPr>
          <p:cNvPr id="1263" name="Google Shape;1263;p6"/>
          <p:cNvSpPr/>
          <p:nvPr/>
        </p:nvSpPr>
        <p:spPr>
          <a:xfrm>
            <a:off x="2023732" y="1147300"/>
            <a:ext cx="1900848" cy="35765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Customer/partner logo</a:t>
            </a:r>
            <a:endParaRPr/>
          </a:p>
        </p:txBody>
      </p:sp>
      <p:pic>
        <p:nvPicPr>
          <p:cNvPr id="1264" name="Google Shape;1264;p6"/>
          <p:cNvPicPr preferRelativeResize="0"/>
          <p:nvPr/>
        </p:nvPicPr>
        <p:blipFill rotWithShape="1">
          <a:blip r:embed="rId3">
            <a:alphaModFix/>
          </a:blip>
          <a:srcRect b="0" l="0" r="0" t="0"/>
          <a:stretch/>
        </p:blipFill>
        <p:spPr>
          <a:xfrm>
            <a:off x="3794926" y="316127"/>
            <a:ext cx="2377646" cy="2519595"/>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7"/>
          <p:cNvSpPr txBox="1"/>
          <p:nvPr>
            <p:ph type="title"/>
          </p:nvPr>
        </p:nvSpPr>
        <p:spPr>
          <a:xfrm>
            <a:off x="281238" y="1792563"/>
            <a:ext cx="5266122" cy="554107"/>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chemeClr val="lt1"/>
              </a:buClr>
              <a:buSzPts val="3200"/>
              <a:buFont typeface="Calibri"/>
              <a:buNone/>
            </a:pPr>
            <a:r>
              <a:rPr lang="en-US"/>
              <a:t>Add title here </a:t>
            </a:r>
            <a:endParaRPr/>
          </a:p>
        </p:txBody>
      </p:sp>
      <p:sp>
        <p:nvSpPr>
          <p:cNvPr id="1270" name="Google Shape;1270;p7"/>
          <p:cNvSpPr txBox="1"/>
          <p:nvPr>
            <p:ph idx="1" type="body"/>
          </p:nvPr>
        </p:nvSpPr>
        <p:spPr>
          <a:xfrm>
            <a:off x="281238" y="2450699"/>
            <a:ext cx="4042988" cy="33855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lt1"/>
              </a:buClr>
              <a:buSzPts val="2200"/>
              <a:buNone/>
            </a:pPr>
            <a:r>
              <a:rPr lang="en-US"/>
              <a:t>Lorem ipsum lorem ipsum.</a:t>
            </a:r>
            <a:endParaRPr/>
          </a:p>
        </p:txBody>
      </p:sp>
      <p:sp>
        <p:nvSpPr>
          <p:cNvPr id="1271" name="Google Shape;1271;p7"/>
          <p:cNvSpPr/>
          <p:nvPr/>
        </p:nvSpPr>
        <p:spPr>
          <a:xfrm>
            <a:off x="2023732" y="114730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Customer/partner logo</a:t>
            </a:r>
            <a:endParaRPr/>
          </a:p>
        </p:txBody>
      </p:sp>
      <p:pic>
        <p:nvPicPr>
          <p:cNvPr id="1272" name="Google Shape;1272;p7"/>
          <p:cNvPicPr preferRelativeResize="0"/>
          <p:nvPr/>
        </p:nvPicPr>
        <p:blipFill rotWithShape="1">
          <a:blip r:embed="rId3">
            <a:alphaModFix/>
          </a:blip>
          <a:srcRect b="0" l="0" r="0" t="0"/>
          <a:stretch/>
        </p:blipFill>
        <p:spPr>
          <a:xfrm>
            <a:off x="3794926" y="316127"/>
            <a:ext cx="2377646" cy="2519595"/>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8"/>
          <p:cNvSpPr txBox="1"/>
          <p:nvPr>
            <p:ph type="title"/>
          </p:nvPr>
        </p:nvSpPr>
        <p:spPr>
          <a:xfrm>
            <a:off x="281238" y="1648942"/>
            <a:ext cx="5266122"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t>Add title here </a:t>
            </a:r>
            <a:endParaRPr/>
          </a:p>
        </p:txBody>
      </p:sp>
      <p:sp>
        <p:nvSpPr>
          <p:cNvPr id="1278" name="Google Shape;1278;p8"/>
          <p:cNvSpPr txBox="1"/>
          <p:nvPr>
            <p:ph idx="1" type="body"/>
          </p:nvPr>
        </p:nvSpPr>
        <p:spPr>
          <a:xfrm>
            <a:off x="281238" y="2203049"/>
            <a:ext cx="4042988" cy="33855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lt1"/>
              </a:buClr>
              <a:buSzPts val="2200"/>
              <a:buFont typeface="Arial"/>
              <a:buNone/>
            </a:pPr>
            <a:r>
              <a:rPr lang="en-US"/>
              <a:t>Lorem ipsum lorem ipsum.</a:t>
            </a:r>
            <a:endParaRPr/>
          </a:p>
        </p:txBody>
      </p:sp>
      <p:sp>
        <p:nvSpPr>
          <p:cNvPr id="1279" name="Google Shape;1279;p8"/>
          <p:cNvSpPr/>
          <p:nvPr/>
        </p:nvSpPr>
        <p:spPr>
          <a:xfrm>
            <a:off x="2023732" y="1147300"/>
            <a:ext cx="1900848" cy="35765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Customer/partner logo</a:t>
            </a:r>
            <a:endParaRPr/>
          </a:p>
        </p:txBody>
      </p:sp>
      <p:sp>
        <p:nvSpPr>
          <p:cNvPr id="1280" name="Google Shape;1280;p8"/>
          <p:cNvSpPr/>
          <p:nvPr/>
        </p:nvSpPr>
        <p:spPr>
          <a:xfrm>
            <a:off x="2023732" y="114730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Customer/partner logo</a:t>
            </a:r>
            <a:endParaRPr/>
          </a:p>
        </p:txBody>
      </p:sp>
      <p:pic>
        <p:nvPicPr>
          <p:cNvPr id="1281" name="Google Shape;1281;p8"/>
          <p:cNvPicPr preferRelativeResize="0"/>
          <p:nvPr/>
        </p:nvPicPr>
        <p:blipFill rotWithShape="1">
          <a:blip r:embed="rId3">
            <a:alphaModFix/>
          </a:blip>
          <a:srcRect b="0" l="0" r="0" t="0"/>
          <a:stretch/>
        </p:blipFill>
        <p:spPr>
          <a:xfrm>
            <a:off x="3924580" y="316127"/>
            <a:ext cx="2377646" cy="2519595"/>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9"/>
          <p:cNvSpPr txBox="1"/>
          <p:nvPr>
            <p:ph type="title"/>
          </p:nvPr>
        </p:nvSpPr>
        <p:spPr>
          <a:xfrm>
            <a:off x="281238" y="1583013"/>
            <a:ext cx="5689032"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t>Add title with &lt;client name&gt; here </a:t>
            </a:r>
            <a:endParaRPr/>
          </a:p>
        </p:txBody>
      </p:sp>
      <p:sp>
        <p:nvSpPr>
          <p:cNvPr id="1287" name="Google Shape;1287;p9"/>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p>
            <a:pPr indent="0" lvl="0" marL="0" rtl="0" algn="l">
              <a:lnSpc>
                <a:spcPct val="100000"/>
              </a:lnSpc>
              <a:spcBef>
                <a:spcPts val="0"/>
              </a:spcBef>
              <a:spcAft>
                <a:spcPts val="0"/>
              </a:spcAft>
              <a:buClr>
                <a:schemeClr val="lt1"/>
              </a:buClr>
              <a:buSzPts val="2200"/>
              <a:buNone/>
            </a:pPr>
            <a:r>
              <a:rPr lang="en-US"/>
              <a:t>Lorem ipsum lorem ipsum.</a:t>
            </a:r>
            <a:endParaRPr/>
          </a:p>
        </p:txBody>
      </p:sp>
      <p:pic>
        <p:nvPicPr>
          <p:cNvPr id="1288" name="Google Shape;1288;p9"/>
          <p:cNvPicPr preferRelativeResize="0"/>
          <p:nvPr/>
        </p:nvPicPr>
        <p:blipFill rotWithShape="1">
          <a:blip r:embed="rId3">
            <a:alphaModFix/>
          </a:blip>
          <a:srcRect b="0" l="0" r="0" t="0"/>
          <a:stretch/>
        </p:blipFill>
        <p:spPr>
          <a:xfrm>
            <a:off x="5894782" y="1368049"/>
            <a:ext cx="3168215" cy="1382293"/>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0"/>
          <p:cNvSpPr txBox="1"/>
          <p:nvPr>
            <p:ph type="title"/>
          </p:nvPr>
        </p:nvSpPr>
        <p:spPr>
          <a:xfrm>
            <a:off x="281238" y="1583013"/>
            <a:ext cx="5549768" cy="554107"/>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dk1"/>
              </a:buClr>
              <a:buSzPts val="3200"/>
              <a:buFont typeface="Calibri"/>
              <a:buNone/>
            </a:pPr>
            <a:r>
              <a:rPr lang="en-US"/>
              <a:t>Add title with &lt;client name&gt; here </a:t>
            </a:r>
            <a:endParaRPr/>
          </a:p>
        </p:txBody>
      </p:sp>
      <p:sp>
        <p:nvSpPr>
          <p:cNvPr id="1294" name="Google Shape;1294;p10"/>
          <p:cNvSpPr txBox="1"/>
          <p:nvPr>
            <p:ph idx="1" type="body"/>
          </p:nvPr>
        </p:nvSpPr>
        <p:spPr>
          <a:xfrm>
            <a:off x="287191" y="2139490"/>
            <a:ext cx="4042988" cy="355867"/>
          </a:xfrm>
          <a:prstGeom prst="rect">
            <a:avLst/>
          </a:prstGeom>
          <a:noFill/>
          <a:ln>
            <a:noFill/>
          </a:ln>
        </p:spPr>
        <p:txBody>
          <a:bodyPr anchorCtr="0" anchor="t" bIns="0" lIns="0" spcFirstLastPara="1" rIns="0" wrap="square" tIns="17125">
            <a:spAutoFit/>
          </a:bodyPr>
          <a:lstStyle/>
          <a:p>
            <a:pPr indent="0" lvl="0" marL="0" rtl="0" algn="l">
              <a:lnSpc>
                <a:spcPct val="100000"/>
              </a:lnSpc>
              <a:spcBef>
                <a:spcPts val="0"/>
              </a:spcBef>
              <a:spcAft>
                <a:spcPts val="0"/>
              </a:spcAft>
              <a:buClr>
                <a:schemeClr val="dk1"/>
              </a:buClr>
              <a:buSzPts val="2200"/>
              <a:buNone/>
            </a:pPr>
            <a:r>
              <a:rPr lang="en-US"/>
              <a:t>Lorem ipsum lorem ipsum.</a:t>
            </a:r>
            <a:endParaRPr/>
          </a:p>
        </p:txBody>
      </p:sp>
      <p:pic>
        <p:nvPicPr>
          <p:cNvPr id="1295" name="Google Shape;1295;p10"/>
          <p:cNvPicPr preferRelativeResize="0"/>
          <p:nvPr/>
        </p:nvPicPr>
        <p:blipFill rotWithShape="1">
          <a:blip r:embed="rId3">
            <a:alphaModFix/>
          </a:blip>
          <a:srcRect b="0" l="0" r="0" t="0"/>
          <a:stretch/>
        </p:blipFill>
        <p:spPr>
          <a:xfrm>
            <a:off x="5894782" y="1368049"/>
            <a:ext cx="3168215" cy="1382293"/>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grpSp>
        <p:nvGrpSpPr>
          <p:cNvPr id="1300" name="Google Shape;1300;p11"/>
          <p:cNvGrpSpPr/>
          <p:nvPr/>
        </p:nvGrpSpPr>
        <p:grpSpPr>
          <a:xfrm>
            <a:off x="298499" y="172347"/>
            <a:ext cx="8547003" cy="387958"/>
            <a:chOff x="285750" y="2645065"/>
            <a:chExt cx="8547003" cy="387958"/>
          </a:xfrm>
        </p:grpSpPr>
        <p:grpSp>
          <p:nvGrpSpPr>
            <p:cNvPr id="1301" name="Google Shape;1301;p11"/>
            <p:cNvGrpSpPr/>
            <p:nvPr/>
          </p:nvGrpSpPr>
          <p:grpSpPr>
            <a:xfrm>
              <a:off x="285750" y="2730500"/>
              <a:ext cx="1266904" cy="302523"/>
              <a:chOff x="0" y="2427986"/>
              <a:chExt cx="1581147" cy="380839"/>
            </a:xfrm>
          </p:grpSpPr>
          <p:grpSp>
            <p:nvGrpSpPr>
              <p:cNvPr id="1302" name="Google Shape;1302;p11"/>
              <p:cNvGrpSpPr/>
              <p:nvPr/>
            </p:nvGrpSpPr>
            <p:grpSpPr>
              <a:xfrm>
                <a:off x="0" y="2428340"/>
                <a:ext cx="605264" cy="380485"/>
                <a:chOff x="0" y="2428340"/>
                <a:chExt cx="605264" cy="380485"/>
              </a:xfrm>
            </p:grpSpPr>
            <p:sp>
              <p:nvSpPr>
                <p:cNvPr id="1303" name="Google Shape;1303;p11"/>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4" name="Google Shape;1304;p11"/>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05" name="Google Shape;1305;p11"/>
              <p:cNvGrpSpPr/>
              <p:nvPr/>
            </p:nvGrpSpPr>
            <p:grpSpPr>
              <a:xfrm>
                <a:off x="684661" y="2427986"/>
                <a:ext cx="896486" cy="379271"/>
                <a:chOff x="684661" y="2427986"/>
                <a:chExt cx="896486" cy="379271"/>
              </a:xfrm>
            </p:grpSpPr>
            <p:sp>
              <p:nvSpPr>
                <p:cNvPr id="1306" name="Google Shape;1306;p11"/>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7" name="Google Shape;1307;p11"/>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8" name="Google Shape;1308;p11"/>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9" name="Google Shape;1309;p11"/>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0" name="Google Shape;1310;p11"/>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1" name="Google Shape;1311;p11"/>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2" name="Google Shape;1312;p11"/>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3" name="Google Shape;1313;p11"/>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4" name="Google Shape;1314;p11"/>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5" name="Google Shape;1315;p11"/>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6" name="Google Shape;1316;p11"/>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7" name="Google Shape;1317;p11"/>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8" name="Google Shape;1318;p11"/>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9" name="Google Shape;1319;p11"/>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0" name="Google Shape;1320;p11"/>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1" name="Google Shape;1321;p11"/>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2" name="Google Shape;1322;p11"/>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3" name="Google Shape;1323;p11"/>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4" name="Google Shape;1324;p11"/>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5" name="Google Shape;1325;p11"/>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6" name="Google Shape;1326;p11"/>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7" name="Google Shape;1327;p11"/>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8" name="Google Shape;1328;p11"/>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329" name="Google Shape;1329;p11"/>
            <p:cNvGrpSpPr/>
            <p:nvPr/>
          </p:nvGrpSpPr>
          <p:grpSpPr>
            <a:xfrm>
              <a:off x="8396784" y="2645065"/>
              <a:ext cx="435969" cy="387958"/>
              <a:chOff x="8599610" y="2333965"/>
              <a:chExt cx="542618" cy="474759"/>
            </a:xfrm>
          </p:grpSpPr>
          <p:sp>
            <p:nvSpPr>
              <p:cNvPr id="1330" name="Google Shape;1330;p11"/>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1" name="Google Shape;1331;p11"/>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2" name="Google Shape;1332;p11"/>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3" name="Google Shape;1333;p11"/>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4" name="Google Shape;1334;p11"/>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5" name="Google Shape;1335;p11"/>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6" name="Google Shape;1336;p11"/>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1337" name="Google Shape;1337;p11"/>
          <p:cNvSpPr txBox="1"/>
          <p:nvPr/>
        </p:nvSpPr>
        <p:spPr>
          <a:xfrm>
            <a:off x="179326" y="1020564"/>
            <a:ext cx="3100182" cy="19697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4E84C4"/>
                </a:solidFill>
                <a:latin typeface="Calibri"/>
                <a:ea typeface="Calibri"/>
                <a:cs typeface="Calibri"/>
                <a:sym typeface="Calibri"/>
              </a:rPr>
              <a:t>Our aspiration</a:t>
            </a:r>
            <a:endParaRPr b="1" sz="2500">
              <a:solidFill>
                <a:srgbClr val="4E84C4"/>
              </a:solidFill>
              <a:latin typeface="Calibri"/>
              <a:ea typeface="Calibri"/>
              <a:cs typeface="Calibri"/>
              <a:sym typeface="Calibri"/>
            </a:endParaRPr>
          </a:p>
          <a:p>
            <a:pPr indent="0" lvl="0" marL="0" marR="0" rtl="0" algn="l">
              <a:spcBef>
                <a:spcPts val="0"/>
              </a:spcBef>
              <a:spcAft>
                <a:spcPts val="0"/>
              </a:spcAft>
              <a:buNone/>
            </a:pPr>
            <a:r>
              <a:rPr lang="en-US" sz="2600">
                <a:solidFill>
                  <a:schemeClr val="dk1"/>
                </a:solidFill>
                <a:latin typeface="Calibri"/>
                <a:ea typeface="Calibri"/>
                <a:cs typeface="Calibri"/>
                <a:sym typeface="Calibri"/>
              </a:rPr>
              <a:t>We are building the world’s largest AI-led technology services company</a:t>
            </a:r>
            <a:endParaRPr/>
          </a:p>
        </p:txBody>
      </p:sp>
      <p:pic>
        <p:nvPicPr>
          <p:cNvPr id="1338" name="Google Shape;1338;p11"/>
          <p:cNvPicPr preferRelativeResize="0"/>
          <p:nvPr/>
        </p:nvPicPr>
        <p:blipFill rotWithShape="1">
          <a:blip r:embed="rId3">
            <a:alphaModFix/>
          </a:blip>
          <a:srcRect b="0" l="0" r="0" t="0"/>
          <a:stretch/>
        </p:blipFill>
        <p:spPr>
          <a:xfrm>
            <a:off x="3012440" y="833249"/>
            <a:ext cx="6048560" cy="3198356"/>
          </a:xfrm>
          <a:prstGeom prst="rect">
            <a:avLst/>
          </a:prstGeom>
          <a:noFill/>
          <a:ln>
            <a:noFill/>
          </a:ln>
        </p:spPr>
      </p:pic>
      <p:sp>
        <p:nvSpPr>
          <p:cNvPr id="1339" name="Google Shape;1339;p11"/>
          <p:cNvSpPr/>
          <p:nvPr/>
        </p:nvSpPr>
        <p:spPr>
          <a:xfrm>
            <a:off x="0" y="0"/>
            <a:ext cx="9144000" cy="5143500"/>
          </a:xfrm>
          <a:prstGeom prst="rect">
            <a:avLst/>
          </a:prstGeom>
          <a:noFill/>
          <a:ln>
            <a:noFill/>
          </a:ln>
        </p:spPr>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grpSp>
        <p:nvGrpSpPr>
          <p:cNvPr id="1345" name="Google Shape;1345;p12"/>
          <p:cNvGrpSpPr/>
          <p:nvPr/>
        </p:nvGrpSpPr>
        <p:grpSpPr>
          <a:xfrm>
            <a:off x="194350" y="1824288"/>
            <a:ext cx="8946417" cy="2728662"/>
            <a:chOff x="194350" y="1539228"/>
            <a:chExt cx="8946417" cy="2728662"/>
          </a:xfrm>
        </p:grpSpPr>
        <p:sp>
          <p:nvSpPr>
            <p:cNvPr id="1346" name="Google Shape;1346;p12"/>
            <p:cNvSpPr txBox="1"/>
            <p:nvPr/>
          </p:nvSpPr>
          <p:spPr>
            <a:xfrm>
              <a:off x="194350" y="3652508"/>
              <a:ext cx="145321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Pillars of our</a:t>
              </a:r>
              <a:br>
                <a:rPr b="0" i="0" lang="en-US" sz="1600" u="none" cap="none" strike="noStrike">
                  <a:solidFill>
                    <a:srgbClr val="FFFFFF"/>
                  </a:solidFill>
                  <a:latin typeface="Calibri"/>
                  <a:ea typeface="Calibri"/>
                  <a:cs typeface="Calibri"/>
                  <a:sym typeface="Calibri"/>
                </a:rPr>
              </a:br>
              <a:r>
                <a:rPr b="0" i="0" lang="en-US" sz="1600" u="none" cap="none" strike="noStrike">
                  <a:solidFill>
                    <a:srgbClr val="FFFFFF"/>
                  </a:solidFill>
                  <a:latin typeface="Calibri"/>
                  <a:ea typeface="Calibri"/>
                  <a:cs typeface="Calibri"/>
                  <a:sym typeface="Calibri"/>
                </a:rPr>
                <a:t>Transformation</a:t>
              </a:r>
              <a:endParaRPr/>
            </a:p>
          </p:txBody>
        </p:sp>
        <p:sp>
          <p:nvSpPr>
            <p:cNvPr id="1347" name="Google Shape;1347;p12"/>
            <p:cNvSpPr/>
            <p:nvPr/>
          </p:nvSpPr>
          <p:spPr>
            <a:xfrm flipH="1">
              <a:off x="1757327" y="257818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182875">
              <a:noAutofit/>
            </a:bodyPr>
            <a:lstStyle/>
            <a:p>
              <a:pPr indent="-171450" lvl="0" marL="171450" marR="0" rtl="0" algn="l">
                <a:spcBef>
                  <a:spcPts val="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Drive Al first culture</a:t>
              </a:r>
              <a:endParaRPr/>
            </a:p>
            <a:p>
              <a:pPr indent="-171450" lvl="0" marL="171450" marR="0" rtl="0" algn="l">
                <a:spcBef>
                  <a:spcPts val="100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Build Al solutions</a:t>
              </a:r>
              <a:endParaRPr sz="1200">
                <a:solidFill>
                  <a:srgbClr val="FFFFFF"/>
                </a:solidFill>
                <a:latin typeface="Calibri"/>
                <a:ea typeface="Calibri"/>
                <a:cs typeface="Calibri"/>
                <a:sym typeface="Calibri"/>
              </a:endParaRPr>
            </a:p>
            <a:p>
              <a:pPr indent="-171450" lvl="0" marL="171450" marR="0" rtl="0" algn="l">
                <a:spcBef>
                  <a:spcPts val="100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Scale with Al</a:t>
              </a:r>
              <a:endParaRPr/>
            </a:p>
          </p:txBody>
        </p:sp>
        <p:sp>
          <p:nvSpPr>
            <p:cNvPr id="1348" name="Google Shape;1348;p12"/>
            <p:cNvSpPr/>
            <p:nvPr/>
          </p:nvSpPr>
          <p:spPr>
            <a:xfrm flipH="1">
              <a:off x="3219350" y="257818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18287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New Al </a:t>
              </a:r>
              <a:r>
                <a:rPr lang="en-US" sz="1200">
                  <a:solidFill>
                    <a:srgbClr val="FFFFFF"/>
                  </a:solidFill>
                  <a:latin typeface="Calibri"/>
                  <a:ea typeface="Calibri"/>
                  <a:cs typeface="Calibri"/>
                  <a:sym typeface="Calibri"/>
                </a:rPr>
                <a:t>Services</a:t>
              </a:r>
              <a:r>
                <a:rPr b="0" i="0" lang="en-US" sz="1200" u="none" cap="none" strike="noStrike">
                  <a:solidFill>
                    <a:srgbClr val="FFFFFF"/>
                  </a:solidFill>
                  <a:latin typeface="Calibri"/>
                  <a:ea typeface="Calibri"/>
                  <a:cs typeface="Calibri"/>
                  <a:sym typeface="Calibri"/>
                </a:rPr>
                <a:t> Transformation </a:t>
              </a:r>
              <a:r>
                <a:rPr lang="en-US" sz="1200">
                  <a:solidFill>
                    <a:srgbClr val="FFFFFF"/>
                  </a:solidFill>
                  <a:latin typeface="Calibri"/>
                  <a:ea typeface="Calibri"/>
                  <a:cs typeface="Calibri"/>
                  <a:sym typeface="Calibri"/>
                </a:rPr>
                <a:t>unit</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Human + Al </a:t>
              </a:r>
              <a:r>
                <a:rPr lang="en-US" sz="1200">
                  <a:solidFill>
                    <a:srgbClr val="FFFFFF"/>
                  </a:solidFill>
                  <a:latin typeface="Calibri"/>
                  <a:ea typeface="Calibri"/>
                  <a:cs typeface="Calibri"/>
                  <a:sym typeface="Calibri"/>
                </a:rPr>
                <a:t>service</a:t>
              </a:r>
              <a:r>
                <a:rPr b="0" i="0" lang="en-US" sz="1200" u="none" cap="none" strike="noStrike">
                  <a:solidFill>
                    <a:srgbClr val="FFFFFF"/>
                  </a:solidFill>
                  <a:latin typeface="Calibri"/>
                  <a:ea typeface="Calibri"/>
                  <a:cs typeface="Calibri"/>
                  <a:sym typeface="Calibri"/>
                </a:rPr>
                <a:t> </a:t>
              </a:r>
              <a:r>
                <a:rPr lang="en-US" sz="1200">
                  <a:solidFill>
                    <a:srgbClr val="FFFFFF"/>
                  </a:solidFill>
                  <a:latin typeface="Calibri"/>
                  <a:ea typeface="Calibri"/>
                  <a:cs typeface="Calibri"/>
                  <a:sym typeface="Calibri"/>
                </a:rPr>
                <a:t>model</a:t>
              </a:r>
              <a:endParaRPr b="1" i="0" sz="2400" u="none" cap="none" strike="noStrike">
                <a:solidFill>
                  <a:srgbClr val="FFFFFF"/>
                </a:solidFill>
                <a:latin typeface="Calibri"/>
                <a:ea typeface="Calibri"/>
                <a:cs typeface="Calibri"/>
                <a:sym typeface="Calibri"/>
              </a:endParaRPr>
            </a:p>
          </p:txBody>
        </p:sp>
        <p:sp>
          <p:nvSpPr>
            <p:cNvPr id="1349" name="Google Shape;1349;p12"/>
            <p:cNvSpPr/>
            <p:nvPr/>
          </p:nvSpPr>
          <p:spPr>
            <a:xfrm flipH="1">
              <a:off x="4681373" y="257818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18287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Al </a:t>
              </a:r>
              <a:r>
                <a:rPr lang="en-US" sz="1200">
                  <a:solidFill>
                    <a:srgbClr val="FFFFFF"/>
                  </a:solidFill>
                  <a:latin typeface="Calibri"/>
                  <a:ea typeface="Calibri"/>
                  <a:cs typeface="Calibri"/>
                  <a:sym typeface="Calibri"/>
                </a:rPr>
                <a:t>fluency</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Future </a:t>
              </a:r>
              <a:r>
                <a:rPr lang="en-US" sz="1200">
                  <a:solidFill>
                    <a:srgbClr val="FFFFFF"/>
                  </a:solidFill>
                  <a:latin typeface="Calibri"/>
                  <a:ea typeface="Calibri"/>
                  <a:cs typeface="Calibri"/>
                  <a:sym typeface="Calibri"/>
                </a:rPr>
                <a:t>ready</a:t>
              </a:r>
              <a:r>
                <a:rPr b="0" i="0" lang="en-US" sz="1200" u="none" cap="none" strike="noStrike">
                  <a:solidFill>
                    <a:srgbClr val="FFFFFF"/>
                  </a:solidFill>
                  <a:latin typeface="Calibri"/>
                  <a:ea typeface="Calibri"/>
                  <a:cs typeface="Calibri"/>
                  <a:sym typeface="Calibri"/>
                </a:rPr>
                <a:t> skills</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New ways of working</a:t>
              </a:r>
              <a:endParaRPr b="1" i="0" sz="2400" u="none" cap="none" strike="noStrike">
                <a:solidFill>
                  <a:srgbClr val="FFFFFF"/>
                </a:solidFill>
                <a:latin typeface="Calibri"/>
                <a:ea typeface="Calibri"/>
                <a:cs typeface="Calibri"/>
                <a:sym typeface="Calibri"/>
              </a:endParaRPr>
            </a:p>
          </p:txBody>
        </p:sp>
        <p:sp>
          <p:nvSpPr>
            <p:cNvPr id="1350" name="Google Shape;1350;p12"/>
            <p:cNvSpPr/>
            <p:nvPr/>
          </p:nvSpPr>
          <p:spPr>
            <a:xfrm flipH="1">
              <a:off x="6143396" y="257818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18287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Industry / Domain </a:t>
              </a:r>
              <a:r>
                <a:rPr lang="en-US" sz="1200">
                  <a:solidFill>
                    <a:srgbClr val="FFFFFF"/>
                  </a:solidFill>
                  <a:latin typeface="Calibri"/>
                  <a:ea typeface="Calibri"/>
                  <a:cs typeface="Calibri"/>
                  <a:sym typeface="Calibri"/>
                </a:rPr>
                <a:t>solutions</a:t>
              </a:r>
              <a:r>
                <a:rPr b="0" i="0" lang="en-US" sz="1200" u="none" cap="none" strike="noStrike">
                  <a:solidFill>
                    <a:srgbClr val="FFFFFF"/>
                  </a:solidFill>
                  <a:latin typeface="Calibri"/>
                  <a:ea typeface="Calibri"/>
                  <a:cs typeface="Calibri"/>
                  <a:sym typeface="Calibri"/>
                </a:rPr>
                <a:t> </a:t>
              </a:r>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Cross </a:t>
              </a:r>
              <a:r>
                <a:rPr lang="en-US" sz="1200">
                  <a:solidFill>
                    <a:srgbClr val="FFFFFF"/>
                  </a:solidFill>
                  <a:latin typeface="Calibri"/>
                  <a:ea typeface="Calibri"/>
                  <a:cs typeface="Calibri"/>
                  <a:sym typeface="Calibri"/>
                </a:rPr>
                <a:t>industry</a:t>
              </a:r>
              <a:r>
                <a:rPr b="0" i="0" lang="en-US" sz="1200" u="none" cap="none" strike="noStrike">
                  <a:solidFill>
                    <a:srgbClr val="FFFFFF"/>
                  </a:solidFill>
                  <a:latin typeface="Calibri"/>
                  <a:ea typeface="Calibri"/>
                  <a:cs typeface="Calibri"/>
                  <a:sym typeface="Calibri"/>
                </a:rPr>
                <a:t> </a:t>
              </a:r>
              <a:r>
                <a:rPr lang="en-US" sz="1200">
                  <a:solidFill>
                    <a:srgbClr val="FFFFFF"/>
                  </a:solidFill>
                  <a:latin typeface="Calibri"/>
                  <a:ea typeface="Calibri"/>
                  <a:cs typeface="Calibri"/>
                  <a:sym typeface="Calibri"/>
                </a:rPr>
                <a:t>solutions</a:t>
              </a:r>
              <a:r>
                <a:rPr b="0" i="0" lang="en-US" sz="1200" u="none" cap="none" strike="noStrike">
                  <a:solidFill>
                    <a:srgbClr val="FFFFFF"/>
                  </a:solidFill>
                  <a:latin typeface="Calibri"/>
                  <a:ea typeface="Calibri"/>
                  <a:cs typeface="Calibri"/>
                  <a:sym typeface="Calibri"/>
                </a:rPr>
                <a:t> </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Scale with Al</a:t>
              </a:r>
              <a:endParaRPr b="1" i="0" sz="2400" u="none" cap="none" strike="noStrike">
                <a:solidFill>
                  <a:srgbClr val="FFFFFF"/>
                </a:solidFill>
                <a:latin typeface="Calibri"/>
                <a:ea typeface="Calibri"/>
                <a:cs typeface="Calibri"/>
                <a:sym typeface="Calibri"/>
              </a:endParaRPr>
            </a:p>
          </p:txBody>
        </p:sp>
        <p:sp>
          <p:nvSpPr>
            <p:cNvPr id="1351" name="Google Shape;1351;p12"/>
            <p:cNvSpPr/>
            <p:nvPr/>
          </p:nvSpPr>
          <p:spPr>
            <a:xfrm flipH="1">
              <a:off x="7605417" y="2578189"/>
              <a:ext cx="1523920"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18287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Partnerships</a:t>
              </a:r>
              <a:endParaRPr b="1" sz="2400">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M&amp;A</a:t>
              </a:r>
              <a:endParaRPr b="1" i="0" sz="24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New ventures</a:t>
              </a:r>
              <a:endParaRPr/>
            </a:p>
          </p:txBody>
        </p:sp>
        <p:sp>
          <p:nvSpPr>
            <p:cNvPr id="1352" name="Google Shape;1352;p12"/>
            <p:cNvSpPr/>
            <p:nvPr/>
          </p:nvSpPr>
          <p:spPr>
            <a:xfrm flipH="1">
              <a:off x="1757325" y="1646182"/>
              <a:ext cx="7383441" cy="975707"/>
            </a:xfrm>
            <a:prstGeom prst="round1Rect">
              <a:avLst>
                <a:gd fmla="val 16667" name="adj"/>
              </a:avLst>
            </a:prstGeom>
            <a:gradFill>
              <a:gsLst>
                <a:gs pos="0">
                  <a:srgbClr val="4E84C4"/>
                </a:gs>
                <a:gs pos="100000">
                  <a:schemeClr val="dk1"/>
                </a:gs>
              </a:gsLst>
              <a:lin ang="5400000" scaled="0"/>
            </a:gradFill>
            <a:ln>
              <a:noFill/>
            </a:ln>
          </p:spPr>
          <p:txBody>
            <a:bodyPr anchorCtr="0" anchor="ctr" bIns="0"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Calibri"/>
                <a:buNone/>
              </a:pPr>
              <a:r>
                <a:t/>
              </a:r>
              <a:endParaRPr b="1" i="0" sz="1400" u="none" cap="none" strike="noStrike">
                <a:solidFill>
                  <a:srgbClr val="FFFFFF"/>
                </a:solidFill>
                <a:latin typeface="Calibri"/>
                <a:ea typeface="Calibri"/>
                <a:cs typeface="Calibri"/>
                <a:sym typeface="Calibri"/>
              </a:endParaRPr>
            </a:p>
          </p:txBody>
        </p:sp>
        <p:sp>
          <p:nvSpPr>
            <p:cNvPr id="1353" name="Google Shape;1353;p12"/>
            <p:cNvSpPr/>
            <p:nvPr/>
          </p:nvSpPr>
          <p:spPr>
            <a:xfrm flipH="1">
              <a:off x="3219350" y="171834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Redefining</a:t>
              </a:r>
              <a:endParaRPr/>
            </a:p>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all </a:t>
              </a:r>
              <a:r>
                <a:rPr b="1" lang="en-US" sz="1400">
                  <a:solidFill>
                    <a:srgbClr val="FFFFFF"/>
                  </a:solidFill>
                  <a:latin typeface="Calibri"/>
                  <a:ea typeface="Calibri"/>
                  <a:cs typeface="Calibri"/>
                  <a:sym typeface="Calibri"/>
                </a:rPr>
                <a:t>services</a:t>
              </a:r>
              <a:endParaRPr b="1" i="0" sz="1400" u="none" cap="none" strike="noStrike">
                <a:solidFill>
                  <a:srgbClr val="FFFFFF"/>
                </a:solidFill>
                <a:latin typeface="Calibri"/>
                <a:ea typeface="Calibri"/>
                <a:cs typeface="Calibri"/>
                <a:sym typeface="Calibri"/>
              </a:endParaRPr>
            </a:p>
          </p:txBody>
        </p:sp>
        <p:sp>
          <p:nvSpPr>
            <p:cNvPr id="1354" name="Google Shape;1354;p12"/>
            <p:cNvSpPr/>
            <p:nvPr/>
          </p:nvSpPr>
          <p:spPr>
            <a:xfrm flipH="1">
              <a:off x="4681372" y="1718341"/>
              <a:ext cx="1447721" cy="903548"/>
            </a:xfrm>
            <a:prstGeom prst="rect">
              <a:avLst/>
            </a:prstGeom>
            <a:noFill/>
            <a:ln>
              <a:noFill/>
            </a:ln>
          </p:spPr>
          <p:txBody>
            <a:bodyPr anchorCtr="0" anchor="ctr" bIns="45700" lIns="182875" spcFirstLastPara="1" rIns="91425" wrap="square" tIns="45700">
              <a:noAutofit/>
            </a:bodyPr>
            <a:lstStyle/>
            <a:p>
              <a:pPr indent="0" lvl="0" marL="0" marR="0" rtl="0" algn="l">
                <a:spcBef>
                  <a:spcPts val="0"/>
                </a:spcBef>
                <a:spcAft>
                  <a:spcPts val="0"/>
                </a:spcAft>
                <a:buNone/>
              </a:pPr>
              <a:r>
                <a:rPr b="1" lang="en-US" sz="1400">
                  <a:solidFill>
                    <a:srgbClr val="FFFFFF"/>
                  </a:solidFill>
                  <a:latin typeface="Calibri"/>
                  <a:ea typeface="Calibri"/>
                  <a:cs typeface="Calibri"/>
                  <a:sym typeface="Calibri"/>
                </a:rPr>
                <a:t>Future-ready talent model</a:t>
              </a:r>
              <a:endParaRPr b="1" i="0" sz="1400" u="none" cap="none" strike="noStrike">
                <a:solidFill>
                  <a:srgbClr val="FFFFFF"/>
                </a:solidFill>
                <a:latin typeface="Calibri"/>
                <a:ea typeface="Calibri"/>
                <a:cs typeface="Calibri"/>
                <a:sym typeface="Calibri"/>
              </a:endParaRPr>
            </a:p>
          </p:txBody>
        </p:sp>
        <p:sp>
          <p:nvSpPr>
            <p:cNvPr id="1355" name="Google Shape;1355;p12"/>
            <p:cNvSpPr/>
            <p:nvPr/>
          </p:nvSpPr>
          <p:spPr>
            <a:xfrm flipH="1">
              <a:off x="6143394" y="1718341"/>
              <a:ext cx="1447721" cy="903548"/>
            </a:xfrm>
            <a:prstGeom prst="rect">
              <a:avLst/>
            </a:prstGeom>
            <a:noFill/>
            <a:ln>
              <a:noFill/>
            </a:ln>
          </p:spPr>
          <p:txBody>
            <a:bodyPr anchorCtr="0" anchor="ctr" bIns="45700" lIns="182875" spcFirstLastPara="1" rIns="91425" wrap="square" tIns="45700">
              <a:noAutofit/>
            </a:bodyPr>
            <a:lstStyle/>
            <a:p>
              <a:pPr indent="0" lvl="0" marL="0" marR="0" rtl="0" algn="l">
                <a:spcBef>
                  <a:spcPts val="0"/>
                </a:spcBef>
                <a:spcAft>
                  <a:spcPts val="0"/>
                </a:spcAft>
                <a:buNone/>
              </a:pPr>
              <a:r>
                <a:rPr b="1" lang="en-US" sz="1400">
                  <a:solidFill>
                    <a:srgbClr val="FFFFFF"/>
                  </a:solidFill>
                  <a:latin typeface="Calibri"/>
                  <a:ea typeface="Calibri"/>
                  <a:cs typeface="Calibri"/>
                  <a:sym typeface="Calibri"/>
                </a:rPr>
                <a:t>Making AI real for clients</a:t>
              </a:r>
              <a:endParaRPr b="1" i="0" sz="1400" u="none" cap="none" strike="noStrike">
                <a:solidFill>
                  <a:srgbClr val="FFFFFF"/>
                </a:solidFill>
                <a:latin typeface="Calibri"/>
                <a:ea typeface="Calibri"/>
                <a:cs typeface="Calibri"/>
                <a:sym typeface="Calibri"/>
              </a:endParaRPr>
            </a:p>
          </p:txBody>
        </p:sp>
        <p:sp>
          <p:nvSpPr>
            <p:cNvPr id="1356" name="Google Shape;1356;p12"/>
            <p:cNvSpPr/>
            <p:nvPr/>
          </p:nvSpPr>
          <p:spPr>
            <a:xfrm>
              <a:off x="7605418" y="1718341"/>
              <a:ext cx="1447721" cy="903548"/>
            </a:xfrm>
            <a:prstGeom prst="round1Rect">
              <a:avLst>
                <a:gd fmla="val 16667" name="adj"/>
              </a:avLst>
            </a:prstGeom>
            <a:noFill/>
            <a:ln>
              <a:noFill/>
            </a:ln>
          </p:spPr>
          <p:txBody>
            <a:bodyPr anchorCtr="0" anchor="ctr" bIns="45700" lIns="182875" spcFirstLastPara="1" rIns="91425" wrap="square" tIns="45700">
              <a:noAutofit/>
            </a:bodyPr>
            <a:lstStyle/>
            <a:p>
              <a:pPr indent="0" lvl="0" marL="0" marR="0" rtl="0" algn="l">
                <a:spcBef>
                  <a:spcPts val="0"/>
                </a:spcBef>
                <a:spcAft>
                  <a:spcPts val="0"/>
                </a:spcAft>
                <a:buNone/>
              </a:pPr>
              <a:r>
                <a:rPr b="1" lang="en-US" sz="1400">
                  <a:solidFill>
                    <a:srgbClr val="FFFFFF"/>
                  </a:solidFill>
                  <a:latin typeface="Calibri"/>
                  <a:ea typeface="Calibri"/>
                  <a:cs typeface="Calibri"/>
                  <a:sym typeface="Calibri"/>
                </a:rPr>
                <a:t>AI ecosystem play</a:t>
              </a:r>
              <a:endParaRPr b="1" i="0" sz="1400" u="none" cap="none" strike="noStrike">
                <a:solidFill>
                  <a:srgbClr val="FFFFFF"/>
                </a:solidFill>
                <a:latin typeface="Calibri"/>
                <a:ea typeface="Calibri"/>
                <a:cs typeface="Calibri"/>
                <a:sym typeface="Calibri"/>
              </a:endParaRPr>
            </a:p>
          </p:txBody>
        </p:sp>
        <p:grpSp>
          <p:nvGrpSpPr>
            <p:cNvPr id="1357" name="Google Shape;1357;p12"/>
            <p:cNvGrpSpPr/>
            <p:nvPr/>
          </p:nvGrpSpPr>
          <p:grpSpPr>
            <a:xfrm>
              <a:off x="3212200" y="1646182"/>
              <a:ext cx="4386069" cy="2621708"/>
              <a:chOff x="3215431" y="1407727"/>
              <a:chExt cx="4386069" cy="2366854"/>
            </a:xfrm>
          </p:grpSpPr>
          <p:cxnSp>
            <p:nvCxnSpPr>
              <p:cNvPr id="1358" name="Google Shape;1358;p12"/>
              <p:cNvCxnSpPr/>
              <p:nvPr/>
            </p:nvCxnSpPr>
            <p:spPr>
              <a:xfrm>
                <a:off x="3215431"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1359" name="Google Shape;1359;p12"/>
              <p:cNvCxnSpPr/>
              <p:nvPr/>
            </p:nvCxnSpPr>
            <p:spPr>
              <a:xfrm>
                <a:off x="4677454"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1360" name="Google Shape;1360;p12"/>
              <p:cNvCxnSpPr/>
              <p:nvPr/>
            </p:nvCxnSpPr>
            <p:spPr>
              <a:xfrm>
                <a:off x="7601500"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1361" name="Google Shape;1361;p12"/>
              <p:cNvCxnSpPr/>
              <p:nvPr/>
            </p:nvCxnSpPr>
            <p:spPr>
              <a:xfrm>
                <a:off x="6139477" y="1407727"/>
                <a:ext cx="0" cy="2366854"/>
              </a:xfrm>
              <a:prstGeom prst="straightConnector1">
                <a:avLst/>
              </a:prstGeom>
              <a:noFill/>
              <a:ln cap="rnd" cmpd="sng" w="12700">
                <a:solidFill>
                  <a:srgbClr val="FAB43F"/>
                </a:solidFill>
                <a:prstDash val="solid"/>
                <a:round/>
                <a:headEnd len="sm" w="sm" type="none"/>
                <a:tailEnd len="sm" w="sm" type="none"/>
              </a:ln>
            </p:spPr>
          </p:cxnSp>
        </p:grpSp>
        <p:sp>
          <p:nvSpPr>
            <p:cNvPr id="1362" name="Google Shape;1362;p12"/>
            <p:cNvSpPr/>
            <p:nvPr/>
          </p:nvSpPr>
          <p:spPr>
            <a:xfrm flipH="1">
              <a:off x="1753129" y="171834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9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Internal </a:t>
              </a:r>
              <a:r>
                <a:rPr b="1" lang="en-US" sz="1400">
                  <a:solidFill>
                    <a:srgbClr val="FFFFFF"/>
                  </a:solidFill>
                  <a:latin typeface="Calibri"/>
                  <a:ea typeface="Calibri"/>
                  <a:cs typeface="Calibri"/>
                  <a:sym typeface="Calibri"/>
                </a:rPr>
                <a:t>transformation</a:t>
              </a:r>
              <a:endParaRPr b="1" i="0" sz="1400" u="none" cap="none" strike="noStrike">
                <a:solidFill>
                  <a:srgbClr val="FFFFFF"/>
                </a:solidFill>
                <a:latin typeface="Calibri"/>
                <a:ea typeface="Calibri"/>
                <a:cs typeface="Calibri"/>
                <a:sym typeface="Calibri"/>
              </a:endParaRPr>
            </a:p>
          </p:txBody>
        </p:sp>
        <p:sp>
          <p:nvSpPr>
            <p:cNvPr id="1363" name="Google Shape;1363;p12"/>
            <p:cNvSpPr/>
            <p:nvPr/>
          </p:nvSpPr>
          <p:spPr>
            <a:xfrm>
              <a:off x="2967635" y="153922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a:p>
          </p:txBody>
        </p:sp>
        <p:sp>
          <p:nvSpPr>
            <p:cNvPr id="1364" name="Google Shape;1364;p12"/>
            <p:cNvSpPr/>
            <p:nvPr/>
          </p:nvSpPr>
          <p:spPr>
            <a:xfrm>
              <a:off x="4429067" y="153922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a:p>
          </p:txBody>
        </p:sp>
        <p:sp>
          <p:nvSpPr>
            <p:cNvPr id="1365" name="Google Shape;1365;p12"/>
            <p:cNvSpPr/>
            <p:nvPr/>
          </p:nvSpPr>
          <p:spPr>
            <a:xfrm>
              <a:off x="5895118" y="153922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a:p>
          </p:txBody>
        </p:sp>
        <p:sp>
          <p:nvSpPr>
            <p:cNvPr id="1366" name="Google Shape;1366;p12"/>
            <p:cNvSpPr/>
            <p:nvPr/>
          </p:nvSpPr>
          <p:spPr>
            <a:xfrm>
              <a:off x="7357141" y="153922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a:p>
          </p:txBody>
        </p:sp>
        <p:sp>
          <p:nvSpPr>
            <p:cNvPr id="1367" name="Google Shape;1367;p12"/>
            <p:cNvSpPr/>
            <p:nvPr/>
          </p:nvSpPr>
          <p:spPr>
            <a:xfrm>
              <a:off x="8888461" y="153922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a:p>
          </p:txBody>
        </p:sp>
        <p:grpSp>
          <p:nvGrpSpPr>
            <p:cNvPr id="1368" name="Google Shape;1368;p12"/>
            <p:cNvGrpSpPr/>
            <p:nvPr/>
          </p:nvGrpSpPr>
          <p:grpSpPr>
            <a:xfrm>
              <a:off x="272994" y="1718341"/>
              <a:ext cx="1304268" cy="1832795"/>
              <a:chOff x="222198" y="1804402"/>
              <a:chExt cx="1304268" cy="1832795"/>
            </a:xfrm>
          </p:grpSpPr>
          <p:grpSp>
            <p:nvGrpSpPr>
              <p:cNvPr id="1369" name="Google Shape;1369;p12"/>
              <p:cNvGrpSpPr/>
              <p:nvPr/>
            </p:nvGrpSpPr>
            <p:grpSpPr>
              <a:xfrm>
                <a:off x="222198" y="1835512"/>
                <a:ext cx="1300496" cy="1801685"/>
                <a:chOff x="222198" y="1835512"/>
                <a:chExt cx="1300496" cy="1801685"/>
              </a:xfrm>
            </p:grpSpPr>
            <p:sp>
              <p:nvSpPr>
                <p:cNvPr id="1370" name="Google Shape;1370;p12"/>
                <p:cNvSpPr/>
                <p:nvPr/>
              </p:nvSpPr>
              <p:spPr>
                <a:xfrm>
                  <a:off x="671318" y="1835512"/>
                  <a:ext cx="851376" cy="1381445"/>
                </a:xfrm>
                <a:custGeom>
                  <a:rect b="b" l="l" r="r" t="t"/>
                  <a:pathLst>
                    <a:path extrusionOk="0" h="1381445" w="851376">
                      <a:moveTo>
                        <a:pt x="19608" y="0"/>
                      </a:moveTo>
                      <a:lnTo>
                        <a:pt x="722049" y="0"/>
                      </a:lnTo>
                      <a:lnTo>
                        <a:pt x="722049" y="368318"/>
                      </a:lnTo>
                      <a:lnTo>
                        <a:pt x="27411" y="368318"/>
                      </a:lnTo>
                      <a:lnTo>
                        <a:pt x="0" y="616526"/>
                      </a:lnTo>
                      <a:lnTo>
                        <a:pt x="191494" y="616581"/>
                      </a:lnTo>
                      <a:cubicBezTo>
                        <a:pt x="288232" y="616581"/>
                        <a:pt x="378985" y="631030"/>
                        <a:pt x="461237" y="659534"/>
                      </a:cubicBezTo>
                      <a:cubicBezTo>
                        <a:pt x="540929" y="687147"/>
                        <a:pt x="610935" y="727328"/>
                        <a:pt x="669338" y="778956"/>
                      </a:cubicBezTo>
                      <a:cubicBezTo>
                        <a:pt x="727429" y="830309"/>
                        <a:pt x="772576" y="891732"/>
                        <a:pt x="803530" y="961490"/>
                      </a:cubicBezTo>
                      <a:cubicBezTo>
                        <a:pt x="835275" y="1033048"/>
                        <a:pt x="851376" y="1111876"/>
                        <a:pt x="851376" y="1195790"/>
                      </a:cubicBezTo>
                      <a:cubicBezTo>
                        <a:pt x="851376" y="1260692"/>
                        <a:pt x="842325" y="1322896"/>
                        <a:pt x="824415" y="1381446"/>
                      </a:cubicBezTo>
                    </a:path>
                  </a:pathLst>
                </a:custGeom>
                <a:noFill/>
                <a:ln cap="flat" cmpd="sng" w="16125">
                  <a:solidFill>
                    <a:srgbClr val="FDB93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71" name="Google Shape;1371;p12"/>
                <p:cNvSpPr/>
                <p:nvPr/>
              </p:nvSpPr>
              <p:spPr>
                <a:xfrm>
                  <a:off x="222198" y="2111636"/>
                  <a:ext cx="904261" cy="1525561"/>
                </a:xfrm>
                <a:custGeom>
                  <a:rect b="b" l="l" r="r" t="t"/>
                  <a:pathLst>
                    <a:path extrusionOk="0" h="1525561" w="904261">
                      <a:moveTo>
                        <a:pt x="904262" y="1483086"/>
                      </a:moveTo>
                      <a:cubicBezTo>
                        <a:pt x="825259" y="1511278"/>
                        <a:pt x="739078" y="1525562"/>
                        <a:pt x="647976" y="1525562"/>
                      </a:cubicBezTo>
                      <a:cubicBezTo>
                        <a:pt x="556874" y="1525562"/>
                        <a:pt x="465589" y="1510488"/>
                        <a:pt x="385016" y="1480754"/>
                      </a:cubicBezTo>
                      <a:cubicBezTo>
                        <a:pt x="306895" y="1451920"/>
                        <a:pt x="238054" y="1410032"/>
                        <a:pt x="180414" y="1356247"/>
                      </a:cubicBezTo>
                      <a:cubicBezTo>
                        <a:pt x="122910" y="1302590"/>
                        <a:pt x="78149" y="1238587"/>
                        <a:pt x="47378" y="1166010"/>
                      </a:cubicBezTo>
                      <a:cubicBezTo>
                        <a:pt x="18323" y="1097473"/>
                        <a:pt x="2414" y="1022785"/>
                        <a:pt x="0" y="943718"/>
                      </a:cubicBezTo>
                      <a:lnTo>
                        <a:pt x="420295" y="943718"/>
                      </a:lnTo>
                      <a:cubicBezTo>
                        <a:pt x="424738" y="1000119"/>
                        <a:pt x="446871" y="1050830"/>
                        <a:pt x="483747" y="1088238"/>
                      </a:cubicBezTo>
                      <a:cubicBezTo>
                        <a:pt x="525323" y="1130420"/>
                        <a:pt x="583652" y="1153645"/>
                        <a:pt x="647976" y="1153645"/>
                      </a:cubicBezTo>
                      <a:cubicBezTo>
                        <a:pt x="712300" y="1153645"/>
                        <a:pt x="768665" y="1129805"/>
                        <a:pt x="810232" y="1086503"/>
                      </a:cubicBezTo>
                      <a:cubicBezTo>
                        <a:pt x="851468" y="1043550"/>
                        <a:pt x="874179" y="984293"/>
                        <a:pt x="874179" y="919630"/>
                      </a:cubicBezTo>
                      <a:cubicBezTo>
                        <a:pt x="874179" y="850284"/>
                        <a:pt x="850568" y="790578"/>
                        <a:pt x="805908" y="746955"/>
                      </a:cubicBezTo>
                      <a:cubicBezTo>
                        <a:pt x="761413" y="703497"/>
                        <a:pt x="700605" y="680528"/>
                        <a:pt x="630057" y="680528"/>
                      </a:cubicBezTo>
                      <a:lnTo>
                        <a:pt x="79526" y="680528"/>
                      </a:lnTo>
                      <a:lnTo>
                        <a:pt x="45138" y="636015"/>
                      </a:lnTo>
                      <a:lnTo>
                        <a:pt x="113299" y="0"/>
                      </a:lnTo>
                    </a:path>
                  </a:pathLst>
                </a:custGeom>
                <a:noFill/>
                <a:ln cap="flat" cmpd="sng" w="16125">
                  <a:solidFill>
                    <a:srgbClr val="FDB93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1372" name="Google Shape;1372;p12"/>
              <p:cNvSpPr/>
              <p:nvPr/>
            </p:nvSpPr>
            <p:spPr>
              <a:xfrm>
                <a:off x="1464245" y="3185838"/>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73" name="Google Shape;1373;p12"/>
              <p:cNvSpPr/>
              <p:nvPr/>
            </p:nvSpPr>
            <p:spPr>
              <a:xfrm>
                <a:off x="1095349" y="3564355"/>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74" name="Google Shape;1374;p12"/>
              <p:cNvSpPr/>
              <p:nvPr/>
            </p:nvSpPr>
            <p:spPr>
              <a:xfrm>
                <a:off x="304570" y="2080525"/>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75" name="Google Shape;1375;p12"/>
              <p:cNvSpPr/>
              <p:nvPr/>
            </p:nvSpPr>
            <p:spPr>
              <a:xfrm>
                <a:off x="660036" y="1804402"/>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sp>
        <p:nvSpPr>
          <p:cNvPr id="1376" name="Google Shape;1376;p12"/>
          <p:cNvSpPr txBox="1"/>
          <p:nvPr/>
        </p:nvSpPr>
        <p:spPr>
          <a:xfrm>
            <a:off x="193631" y="451575"/>
            <a:ext cx="5541037" cy="11721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BB034"/>
                </a:solidFill>
                <a:latin typeface="Calibri"/>
                <a:ea typeface="Calibri"/>
                <a:cs typeface="Calibri"/>
                <a:sym typeface="Calibri"/>
              </a:rPr>
              <a:t>Our aspiration</a:t>
            </a:r>
            <a:endParaRPr/>
          </a:p>
          <a:p>
            <a:pPr indent="0" lvl="0" marL="0" marR="0" rtl="0" algn="l">
              <a:spcBef>
                <a:spcPts val="500"/>
              </a:spcBef>
              <a:spcAft>
                <a:spcPts val="0"/>
              </a:spcAft>
              <a:buNone/>
            </a:pPr>
            <a:r>
              <a:rPr lang="en-US" sz="2400">
                <a:solidFill>
                  <a:schemeClr val="lt1"/>
                </a:solidFill>
                <a:latin typeface="Calibri"/>
                <a:ea typeface="Calibri"/>
                <a:cs typeface="Calibri"/>
                <a:sym typeface="Calibri"/>
              </a:rPr>
              <a:t>We are building the world’s largest AI-led</a:t>
            </a:r>
            <a:br>
              <a:rPr lang="en-US" sz="2400">
                <a:solidFill>
                  <a:schemeClr val="dk1"/>
                </a:solidFill>
                <a:latin typeface="Calibri"/>
                <a:ea typeface="Calibri"/>
                <a:cs typeface="Calibri"/>
                <a:sym typeface="Calibri"/>
              </a:rPr>
            </a:br>
            <a:r>
              <a:rPr lang="en-US" sz="2400">
                <a:solidFill>
                  <a:schemeClr val="lt1"/>
                </a:solidFill>
                <a:latin typeface="Calibri"/>
                <a:ea typeface="Calibri"/>
                <a:cs typeface="Calibri"/>
                <a:sym typeface="Calibri"/>
              </a:rPr>
              <a:t>technology services company</a:t>
            </a:r>
            <a:endParaRPr sz="2400">
              <a:solidFill>
                <a:schemeClr val="lt1"/>
              </a:solidFill>
              <a:latin typeface="Calibri"/>
              <a:ea typeface="Calibri"/>
              <a:cs typeface="Calibri"/>
              <a:sym typeface="Calibri"/>
            </a:endParaRPr>
          </a:p>
        </p:txBody>
      </p:sp>
      <p:pic>
        <p:nvPicPr>
          <p:cNvPr id="1377" name="Google Shape;1377;p12"/>
          <p:cNvPicPr preferRelativeResize="0"/>
          <p:nvPr/>
        </p:nvPicPr>
        <p:blipFill rotWithShape="1">
          <a:blip r:embed="rId3">
            <a:alphaModFix/>
          </a:blip>
          <a:srcRect b="0" l="9718" r="9650" t="0"/>
          <a:stretch/>
        </p:blipFill>
        <p:spPr>
          <a:xfrm>
            <a:off x="7735816" y="0"/>
            <a:ext cx="1317323" cy="1493827"/>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pic>
        <p:nvPicPr>
          <p:cNvPr id="1383" name="Google Shape;1383;p13"/>
          <p:cNvPicPr preferRelativeResize="0"/>
          <p:nvPr/>
        </p:nvPicPr>
        <p:blipFill rotWithShape="1">
          <a:blip r:embed="rId3">
            <a:alphaModFix/>
          </a:blip>
          <a:srcRect b="1" l="19199" r="3761" t="435"/>
          <a:stretch/>
        </p:blipFill>
        <p:spPr>
          <a:xfrm>
            <a:off x="1996932" y="-1"/>
            <a:ext cx="7147068" cy="5143244"/>
          </a:xfrm>
          <a:prstGeom prst="rect">
            <a:avLst/>
          </a:prstGeom>
          <a:noFill/>
          <a:ln>
            <a:noFill/>
          </a:ln>
        </p:spPr>
      </p:pic>
      <p:pic>
        <p:nvPicPr>
          <p:cNvPr id="1384" name="Google Shape;1384;p13"/>
          <p:cNvPicPr preferRelativeResize="0"/>
          <p:nvPr/>
        </p:nvPicPr>
        <p:blipFill rotWithShape="1">
          <a:blip r:embed="rId4">
            <a:alphaModFix/>
          </a:blip>
          <a:srcRect b="0" l="7441" r="18415" t="0"/>
          <a:stretch/>
        </p:blipFill>
        <p:spPr>
          <a:xfrm>
            <a:off x="-1" y="0"/>
            <a:ext cx="6773633" cy="5143243"/>
          </a:xfrm>
          <a:prstGeom prst="rect">
            <a:avLst/>
          </a:prstGeom>
          <a:noFill/>
          <a:ln>
            <a:noFill/>
          </a:ln>
        </p:spPr>
      </p:pic>
      <p:sp>
        <p:nvSpPr>
          <p:cNvPr id="1385" name="Google Shape;1385;p13"/>
          <p:cNvSpPr txBox="1"/>
          <p:nvPr/>
        </p:nvSpPr>
        <p:spPr>
          <a:xfrm>
            <a:off x="281238" y="1513400"/>
            <a:ext cx="5266122" cy="554107"/>
          </a:xfrm>
          <a:prstGeom prst="rect">
            <a:avLst/>
          </a:prstGeom>
          <a:noFill/>
          <a:ln>
            <a:noFill/>
          </a:ln>
        </p:spPr>
        <p:txBody>
          <a:bodyPr anchorCtr="0" anchor="t" bIns="0" lIns="0" spcFirstLastPara="1" rIns="0" wrap="square" tIns="12050">
            <a:noAutofit/>
          </a:bodyPr>
          <a:lstStyle/>
          <a:p>
            <a:pPr indent="0" lvl="0" marL="0" marR="0" rtl="0" algn="l">
              <a:lnSpc>
                <a:spcPct val="100000"/>
              </a:lnSpc>
              <a:spcBef>
                <a:spcPts val="0"/>
              </a:spcBef>
              <a:spcAft>
                <a:spcPts val="0"/>
              </a:spcAft>
              <a:buClr>
                <a:srgbClr val="F4F3F9"/>
              </a:buClr>
              <a:buSzPts val="3200"/>
              <a:buFont typeface="Calibri"/>
              <a:buNone/>
            </a:pPr>
            <a:r>
              <a:rPr b="0" i="0" lang="en-US" sz="3200" u="none" cap="none" strike="noStrike">
                <a:solidFill>
                  <a:srgbClr val="F4F3F9"/>
                </a:solidFill>
                <a:latin typeface="Calibri"/>
                <a:ea typeface="Calibri"/>
                <a:cs typeface="Calibri"/>
                <a:sym typeface="Calibri"/>
              </a:rPr>
              <a:t>Add title here </a:t>
            </a:r>
            <a:endParaRPr/>
          </a:p>
        </p:txBody>
      </p:sp>
      <p:sp>
        <p:nvSpPr>
          <p:cNvPr id="1386" name="Google Shape;1386;p13"/>
          <p:cNvSpPr txBox="1"/>
          <p:nvPr/>
        </p:nvSpPr>
        <p:spPr>
          <a:xfrm>
            <a:off x="287191" y="2069877"/>
            <a:ext cx="4042988" cy="355867"/>
          </a:xfrm>
          <a:prstGeom prst="rect">
            <a:avLst/>
          </a:prstGeom>
          <a:noFill/>
          <a:ln>
            <a:noFill/>
          </a:ln>
        </p:spPr>
        <p:txBody>
          <a:bodyPr anchorCtr="0" anchor="t" bIns="0" lIns="0" spcFirstLastPara="1" rIns="0" wrap="square" tIns="17125">
            <a:spAutoFit/>
          </a:bodyPr>
          <a:lstStyle/>
          <a:p>
            <a:pPr indent="0" lvl="0" marL="0" marR="0" rtl="0" algn="l">
              <a:lnSpc>
                <a:spcPct val="100000"/>
              </a:lnSpc>
              <a:spcBef>
                <a:spcPts val="0"/>
              </a:spcBef>
              <a:spcAft>
                <a:spcPts val="0"/>
              </a:spcAft>
              <a:buClr>
                <a:srgbClr val="FFFFFF"/>
              </a:buClr>
              <a:buSzPts val="2200"/>
              <a:buFont typeface="Arial"/>
              <a:buNone/>
            </a:pPr>
            <a:r>
              <a:rPr b="0" i="0" lang="en-US" sz="2200" u="none" cap="none" strike="noStrike">
                <a:solidFill>
                  <a:srgbClr val="FFFFFF"/>
                </a:solidFill>
                <a:latin typeface="Calibri"/>
                <a:ea typeface="Calibri"/>
                <a:cs typeface="Calibri"/>
                <a:sym typeface="Calibri"/>
              </a:rPr>
              <a:t>Lorem ipsum lorem ipsum.</a:t>
            </a:r>
            <a:endParaRPr/>
          </a:p>
        </p:txBody>
      </p:sp>
      <p:grpSp>
        <p:nvGrpSpPr>
          <p:cNvPr id="1387" name="Google Shape;1387;p13"/>
          <p:cNvGrpSpPr/>
          <p:nvPr/>
        </p:nvGrpSpPr>
        <p:grpSpPr>
          <a:xfrm>
            <a:off x="271464" y="249447"/>
            <a:ext cx="1503961" cy="359130"/>
            <a:chOff x="0" y="2427986"/>
            <a:chExt cx="1581147" cy="380839"/>
          </a:xfrm>
        </p:grpSpPr>
        <p:grpSp>
          <p:nvGrpSpPr>
            <p:cNvPr id="1388" name="Google Shape;1388;p13"/>
            <p:cNvGrpSpPr/>
            <p:nvPr/>
          </p:nvGrpSpPr>
          <p:grpSpPr>
            <a:xfrm>
              <a:off x="0" y="2428340"/>
              <a:ext cx="605264" cy="380485"/>
              <a:chOff x="0" y="2428340"/>
              <a:chExt cx="605264" cy="380485"/>
            </a:xfrm>
          </p:grpSpPr>
          <p:sp>
            <p:nvSpPr>
              <p:cNvPr id="1389" name="Google Shape;1389;p13"/>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0" name="Google Shape;1390;p13"/>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391" name="Google Shape;1391;p13"/>
            <p:cNvGrpSpPr/>
            <p:nvPr/>
          </p:nvGrpSpPr>
          <p:grpSpPr>
            <a:xfrm>
              <a:off x="684661" y="2427986"/>
              <a:ext cx="896486" cy="379271"/>
              <a:chOff x="684661" y="2427986"/>
              <a:chExt cx="896486" cy="379271"/>
            </a:xfrm>
          </p:grpSpPr>
          <p:sp>
            <p:nvSpPr>
              <p:cNvPr id="1392" name="Google Shape;1392;p13"/>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3" name="Google Shape;1393;p13"/>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4" name="Google Shape;1394;p13"/>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5" name="Google Shape;1395;p13"/>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6" name="Google Shape;1396;p13"/>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7" name="Google Shape;1397;p13"/>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8" name="Google Shape;1398;p13"/>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399" name="Google Shape;1399;p13"/>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0" name="Google Shape;1400;p13"/>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1" name="Google Shape;1401;p13"/>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2" name="Google Shape;1402;p13"/>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3" name="Google Shape;1403;p13"/>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4" name="Google Shape;1404;p13"/>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5" name="Google Shape;1405;p13"/>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6" name="Google Shape;1406;p13"/>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7" name="Google Shape;1407;p13"/>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8" name="Google Shape;1408;p13"/>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09" name="Google Shape;1409;p13"/>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0" name="Google Shape;1410;p13"/>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1" name="Google Shape;1411;p13"/>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2" name="Google Shape;1412;p13"/>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3" name="Google Shape;1413;p13"/>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4" name="Google Shape;1414;p13"/>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grpSp>
        <p:nvGrpSpPr>
          <p:cNvPr id="1415" name="Google Shape;1415;p13"/>
          <p:cNvGrpSpPr/>
          <p:nvPr/>
        </p:nvGrpSpPr>
        <p:grpSpPr>
          <a:xfrm>
            <a:off x="4054454" y="148026"/>
            <a:ext cx="517546" cy="460551"/>
            <a:chOff x="8599610" y="2333965"/>
            <a:chExt cx="542618" cy="474759"/>
          </a:xfrm>
        </p:grpSpPr>
        <p:sp>
          <p:nvSpPr>
            <p:cNvPr id="1416" name="Google Shape;1416;p13"/>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7" name="Google Shape;1417;p13"/>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8" name="Google Shape;1418;p13"/>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19" name="Google Shape;1419;p13"/>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20" name="Google Shape;1420;p13"/>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21" name="Google Shape;1421;p13"/>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22" name="Google Shape;1422;p13"/>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pic>
        <p:nvPicPr>
          <p:cNvPr id="1423" name="Google Shape;1423;p13"/>
          <p:cNvPicPr preferRelativeResize="0"/>
          <p:nvPr/>
        </p:nvPicPr>
        <p:blipFill rotWithShape="1">
          <a:blip r:embed="rId5">
            <a:alphaModFix/>
          </a:blip>
          <a:srcRect b="0" l="0" r="0" t="0"/>
          <a:stretch/>
        </p:blipFill>
        <p:spPr>
          <a:xfrm>
            <a:off x="344650" y="2651121"/>
            <a:ext cx="2562452" cy="2721236"/>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pic>
        <p:nvPicPr>
          <p:cNvPr id="1429" name="Google Shape;1429;p14"/>
          <p:cNvPicPr preferRelativeResize="0"/>
          <p:nvPr/>
        </p:nvPicPr>
        <p:blipFill rotWithShape="1">
          <a:blip r:embed="rId3">
            <a:alphaModFix/>
          </a:blip>
          <a:srcRect b="0" l="0" r="21522" t="0"/>
          <a:stretch/>
        </p:blipFill>
        <p:spPr>
          <a:xfrm>
            <a:off x="3089213" y="0"/>
            <a:ext cx="6054787" cy="5143500"/>
          </a:xfrm>
          <a:prstGeom prst="rect">
            <a:avLst/>
          </a:prstGeom>
          <a:noFill/>
          <a:ln>
            <a:noFill/>
          </a:ln>
        </p:spPr>
      </p:pic>
      <p:sp>
        <p:nvSpPr>
          <p:cNvPr id="1430" name="Google Shape;1430;p14"/>
          <p:cNvSpPr/>
          <p:nvPr/>
        </p:nvSpPr>
        <p:spPr>
          <a:xfrm>
            <a:off x="0" y="0"/>
            <a:ext cx="9144000" cy="5143500"/>
          </a:xfrm>
          <a:prstGeom prst="rect">
            <a:avLst/>
          </a:prstGeom>
          <a:noFill/>
          <a:ln>
            <a:noFill/>
          </a:ln>
        </p:spPr>
      </p:sp>
      <p:sp>
        <p:nvSpPr>
          <p:cNvPr id="1431" name="Google Shape;1431;p14"/>
          <p:cNvSpPr txBox="1"/>
          <p:nvPr/>
        </p:nvSpPr>
        <p:spPr>
          <a:xfrm>
            <a:off x="281238" y="1513400"/>
            <a:ext cx="5266122" cy="554107"/>
          </a:xfrm>
          <a:prstGeom prst="rect">
            <a:avLst/>
          </a:prstGeom>
          <a:noFill/>
          <a:ln>
            <a:noFill/>
          </a:ln>
        </p:spPr>
        <p:txBody>
          <a:bodyPr anchorCtr="0" anchor="t" bIns="0" lIns="0" spcFirstLastPara="1" rIns="0" wrap="square" tIns="12050">
            <a:noAutofit/>
          </a:bodyPr>
          <a:lstStyle/>
          <a:p>
            <a:pPr indent="0" lvl="0" marL="0" marR="0" rtl="0" algn="l">
              <a:lnSpc>
                <a:spcPct val="100000"/>
              </a:lnSpc>
              <a:spcBef>
                <a:spcPts val="0"/>
              </a:spcBef>
              <a:spcAft>
                <a:spcPts val="0"/>
              </a:spcAft>
              <a:buClr>
                <a:srgbClr val="F4F3F9"/>
              </a:buClr>
              <a:buSzPts val="3200"/>
              <a:buFont typeface="Calibri"/>
              <a:buNone/>
            </a:pPr>
            <a:r>
              <a:rPr b="0" i="0" lang="en-US" sz="3200" u="none" cap="none" strike="noStrike">
                <a:solidFill>
                  <a:srgbClr val="F4F3F9"/>
                </a:solidFill>
                <a:latin typeface="Calibri"/>
                <a:ea typeface="Calibri"/>
                <a:cs typeface="Calibri"/>
                <a:sym typeface="Calibri"/>
              </a:rPr>
              <a:t>Add title here </a:t>
            </a:r>
            <a:endParaRPr/>
          </a:p>
        </p:txBody>
      </p:sp>
      <p:sp>
        <p:nvSpPr>
          <p:cNvPr id="1432" name="Google Shape;1432;p14"/>
          <p:cNvSpPr txBox="1"/>
          <p:nvPr/>
        </p:nvSpPr>
        <p:spPr>
          <a:xfrm>
            <a:off x="287191" y="2069877"/>
            <a:ext cx="4042988" cy="355867"/>
          </a:xfrm>
          <a:prstGeom prst="rect">
            <a:avLst/>
          </a:prstGeom>
          <a:noFill/>
          <a:ln>
            <a:noFill/>
          </a:ln>
        </p:spPr>
        <p:txBody>
          <a:bodyPr anchorCtr="0" anchor="t" bIns="0" lIns="0" spcFirstLastPara="1" rIns="0" wrap="square" tIns="17125">
            <a:spAutoFit/>
          </a:bodyPr>
          <a:lstStyle/>
          <a:p>
            <a:pPr indent="0" lvl="0" marL="0" marR="0" rtl="0" algn="l">
              <a:lnSpc>
                <a:spcPct val="100000"/>
              </a:lnSpc>
              <a:spcBef>
                <a:spcPts val="0"/>
              </a:spcBef>
              <a:spcAft>
                <a:spcPts val="0"/>
              </a:spcAft>
              <a:buClr>
                <a:srgbClr val="FFFFFF"/>
              </a:buClr>
              <a:buSzPts val="2200"/>
              <a:buFont typeface="Arial"/>
              <a:buNone/>
            </a:pPr>
            <a:r>
              <a:rPr b="0" i="0" lang="en-US" sz="2200" u="none" cap="none" strike="noStrike">
                <a:solidFill>
                  <a:srgbClr val="FFFFFF"/>
                </a:solidFill>
                <a:latin typeface="Calibri"/>
                <a:ea typeface="Calibri"/>
                <a:cs typeface="Calibri"/>
                <a:sym typeface="Calibri"/>
              </a:rPr>
              <a:t>Lorem ipsum lorem ipsum.</a:t>
            </a:r>
            <a:endParaRPr/>
          </a:p>
        </p:txBody>
      </p:sp>
      <p:grpSp>
        <p:nvGrpSpPr>
          <p:cNvPr id="1433" name="Google Shape;1433;p14"/>
          <p:cNvGrpSpPr/>
          <p:nvPr/>
        </p:nvGrpSpPr>
        <p:grpSpPr>
          <a:xfrm>
            <a:off x="271464" y="249447"/>
            <a:ext cx="1503961" cy="359130"/>
            <a:chOff x="0" y="2427986"/>
            <a:chExt cx="1581147" cy="380839"/>
          </a:xfrm>
        </p:grpSpPr>
        <p:grpSp>
          <p:nvGrpSpPr>
            <p:cNvPr id="1434" name="Google Shape;1434;p14"/>
            <p:cNvGrpSpPr/>
            <p:nvPr/>
          </p:nvGrpSpPr>
          <p:grpSpPr>
            <a:xfrm>
              <a:off x="0" y="2428340"/>
              <a:ext cx="605264" cy="380485"/>
              <a:chOff x="0" y="2428340"/>
              <a:chExt cx="605264" cy="380485"/>
            </a:xfrm>
          </p:grpSpPr>
          <p:sp>
            <p:nvSpPr>
              <p:cNvPr id="1435" name="Google Shape;1435;p14"/>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36" name="Google Shape;1436;p14"/>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437" name="Google Shape;1437;p14"/>
            <p:cNvGrpSpPr/>
            <p:nvPr/>
          </p:nvGrpSpPr>
          <p:grpSpPr>
            <a:xfrm>
              <a:off x="684661" y="2427986"/>
              <a:ext cx="896486" cy="379271"/>
              <a:chOff x="684661" y="2427986"/>
              <a:chExt cx="896486" cy="379271"/>
            </a:xfrm>
          </p:grpSpPr>
          <p:sp>
            <p:nvSpPr>
              <p:cNvPr id="1438" name="Google Shape;1438;p14"/>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39" name="Google Shape;1439;p14"/>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0" name="Google Shape;1440;p14"/>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1" name="Google Shape;1441;p14"/>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2" name="Google Shape;1442;p14"/>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3" name="Google Shape;1443;p14"/>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4" name="Google Shape;1444;p14"/>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5" name="Google Shape;1445;p14"/>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6" name="Google Shape;1446;p14"/>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7" name="Google Shape;1447;p14"/>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8" name="Google Shape;1448;p14"/>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49" name="Google Shape;1449;p14"/>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0" name="Google Shape;1450;p14"/>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1" name="Google Shape;1451;p14"/>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2" name="Google Shape;1452;p14"/>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3" name="Google Shape;1453;p14"/>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4" name="Google Shape;1454;p14"/>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5" name="Google Shape;1455;p14"/>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6" name="Google Shape;1456;p14"/>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7" name="Google Shape;1457;p14"/>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8" name="Google Shape;1458;p14"/>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59" name="Google Shape;1459;p14"/>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0" name="Google Shape;1460;p14"/>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pic>
        <p:nvPicPr>
          <p:cNvPr id="1461" name="Google Shape;1461;p14"/>
          <p:cNvPicPr preferRelativeResize="0"/>
          <p:nvPr/>
        </p:nvPicPr>
        <p:blipFill rotWithShape="1">
          <a:blip r:embed="rId4">
            <a:alphaModFix/>
          </a:blip>
          <a:srcRect b="0" l="0" r="0" t="0"/>
          <a:stretch/>
        </p:blipFill>
        <p:spPr>
          <a:xfrm>
            <a:off x="140831" y="2529756"/>
            <a:ext cx="2562452" cy="2721236"/>
          </a:xfrm>
          <a:prstGeom prst="rect">
            <a:avLst/>
          </a:prstGeom>
          <a:noFill/>
          <a:ln>
            <a:noFill/>
          </a:ln>
        </p:spPr>
      </p:pic>
      <p:sp>
        <p:nvSpPr>
          <p:cNvPr id="1462" name="Google Shape;1462;p14"/>
          <p:cNvSpPr/>
          <p:nvPr/>
        </p:nvSpPr>
        <p:spPr>
          <a:xfrm>
            <a:off x="6208471" y="0"/>
            <a:ext cx="2935529" cy="2788763"/>
          </a:xfrm>
          <a:prstGeom prst="rect">
            <a:avLst/>
          </a:prstGeom>
          <a:gradFill>
            <a:gsLst>
              <a:gs pos="0">
                <a:srgbClr val="000000">
                  <a:alpha val="70196"/>
                </a:srgbClr>
              </a:gs>
              <a:gs pos="40000">
                <a:srgbClr val="3F3F3F">
                  <a:alpha val="0"/>
                </a:srgbClr>
              </a:gs>
              <a:gs pos="100000">
                <a:srgbClr val="000000">
                  <a:alpha val="0"/>
                </a:srgbClr>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63" name="Google Shape;1463;p14"/>
          <p:cNvGrpSpPr/>
          <p:nvPr/>
        </p:nvGrpSpPr>
        <p:grpSpPr>
          <a:xfrm>
            <a:off x="8416512" y="148026"/>
            <a:ext cx="517546" cy="460551"/>
            <a:chOff x="8599610" y="2333965"/>
            <a:chExt cx="542618" cy="474759"/>
          </a:xfrm>
        </p:grpSpPr>
        <p:sp>
          <p:nvSpPr>
            <p:cNvPr id="1464" name="Google Shape;1464;p14"/>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5" name="Google Shape;1465;p14"/>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6" name="Google Shape;1466;p14"/>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7" name="Google Shape;1467;p14"/>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8" name="Google Shape;1468;p14"/>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69" name="Google Shape;1469;p14"/>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70" name="Google Shape;1470;p14"/>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pic>
        <p:nvPicPr>
          <p:cNvPr id="1476" name="Google Shape;1476;p15"/>
          <p:cNvPicPr preferRelativeResize="0"/>
          <p:nvPr/>
        </p:nvPicPr>
        <p:blipFill rotWithShape="1">
          <a:blip r:embed="rId3">
            <a:alphaModFix/>
          </a:blip>
          <a:srcRect b="0" l="0" r="17425" t="0"/>
          <a:stretch/>
        </p:blipFill>
        <p:spPr>
          <a:xfrm>
            <a:off x="2772740" y="0"/>
            <a:ext cx="6371260" cy="5143500"/>
          </a:xfrm>
          <a:prstGeom prst="rect">
            <a:avLst/>
          </a:prstGeom>
          <a:noFill/>
          <a:ln>
            <a:noFill/>
          </a:ln>
        </p:spPr>
      </p:pic>
      <p:sp>
        <p:nvSpPr>
          <p:cNvPr id="1477" name="Google Shape;1477;p15"/>
          <p:cNvSpPr/>
          <p:nvPr/>
        </p:nvSpPr>
        <p:spPr>
          <a:xfrm>
            <a:off x="6786880" y="1"/>
            <a:ext cx="2357119" cy="1330960"/>
          </a:xfrm>
          <a:prstGeom prst="rect">
            <a:avLst/>
          </a:prstGeom>
          <a:gradFill>
            <a:gsLst>
              <a:gs pos="0">
                <a:srgbClr val="9C9C9C">
                  <a:alpha val="45098"/>
                </a:srgbClr>
              </a:gs>
              <a:gs pos="31000">
                <a:srgbClr val="9C9C9C">
                  <a:alpha val="45098"/>
                </a:srgbClr>
              </a:gs>
              <a:gs pos="67000">
                <a:srgbClr val="E2E2E2">
                  <a:alpha val="0"/>
                </a:srgbClr>
              </a:gs>
              <a:gs pos="100000">
                <a:srgbClr val="E2E2E2">
                  <a:alpha val="0"/>
                </a:srgbClr>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78" name="Google Shape;1478;p15"/>
          <p:cNvGrpSpPr/>
          <p:nvPr/>
        </p:nvGrpSpPr>
        <p:grpSpPr>
          <a:xfrm>
            <a:off x="8416512" y="148026"/>
            <a:ext cx="517546" cy="460551"/>
            <a:chOff x="8599610" y="2333965"/>
            <a:chExt cx="542618" cy="474759"/>
          </a:xfrm>
        </p:grpSpPr>
        <p:sp>
          <p:nvSpPr>
            <p:cNvPr id="1479" name="Google Shape;1479;p15"/>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0" name="Google Shape;1480;p15"/>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1" name="Google Shape;1481;p15"/>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2" name="Google Shape;1482;p15"/>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3" name="Google Shape;1483;p15"/>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4" name="Google Shape;1484;p15"/>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85" name="Google Shape;1485;p15"/>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1486" name="Google Shape;1486;p15"/>
          <p:cNvSpPr/>
          <p:nvPr/>
        </p:nvSpPr>
        <p:spPr>
          <a:xfrm>
            <a:off x="0" y="0"/>
            <a:ext cx="9144000" cy="5143500"/>
          </a:xfrm>
          <a:prstGeom prst="rect">
            <a:avLst/>
          </a:prstGeom>
          <a:noFill/>
          <a:ln>
            <a:noFill/>
          </a:ln>
        </p:spPr>
      </p:sp>
      <p:grpSp>
        <p:nvGrpSpPr>
          <p:cNvPr id="1487" name="Google Shape;1487;p15"/>
          <p:cNvGrpSpPr/>
          <p:nvPr/>
        </p:nvGrpSpPr>
        <p:grpSpPr>
          <a:xfrm>
            <a:off x="271464" y="249447"/>
            <a:ext cx="1503961" cy="359130"/>
            <a:chOff x="0" y="2427986"/>
            <a:chExt cx="1581147" cy="380839"/>
          </a:xfrm>
        </p:grpSpPr>
        <p:grpSp>
          <p:nvGrpSpPr>
            <p:cNvPr id="1488" name="Google Shape;1488;p15"/>
            <p:cNvGrpSpPr/>
            <p:nvPr/>
          </p:nvGrpSpPr>
          <p:grpSpPr>
            <a:xfrm>
              <a:off x="0" y="2428340"/>
              <a:ext cx="605264" cy="380485"/>
              <a:chOff x="0" y="2428340"/>
              <a:chExt cx="605264" cy="380485"/>
            </a:xfrm>
          </p:grpSpPr>
          <p:sp>
            <p:nvSpPr>
              <p:cNvPr id="1489" name="Google Shape;1489;p15"/>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0" name="Google Shape;1490;p15"/>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491" name="Google Shape;1491;p15"/>
            <p:cNvGrpSpPr/>
            <p:nvPr/>
          </p:nvGrpSpPr>
          <p:grpSpPr>
            <a:xfrm>
              <a:off x="684661" y="2427986"/>
              <a:ext cx="896486" cy="379271"/>
              <a:chOff x="684661" y="2427986"/>
              <a:chExt cx="896486" cy="379271"/>
            </a:xfrm>
          </p:grpSpPr>
          <p:sp>
            <p:nvSpPr>
              <p:cNvPr id="1492" name="Google Shape;1492;p15"/>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3" name="Google Shape;1493;p15"/>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4" name="Google Shape;1494;p15"/>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5" name="Google Shape;1495;p15"/>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6" name="Google Shape;1496;p15"/>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7" name="Google Shape;1497;p15"/>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8" name="Google Shape;1498;p15"/>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499" name="Google Shape;1499;p15"/>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0" name="Google Shape;1500;p15"/>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1" name="Google Shape;1501;p15"/>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2" name="Google Shape;1502;p15"/>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3" name="Google Shape;1503;p15"/>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4" name="Google Shape;1504;p15"/>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5" name="Google Shape;1505;p15"/>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6" name="Google Shape;1506;p15"/>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7" name="Google Shape;1507;p15"/>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8" name="Google Shape;1508;p15"/>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09" name="Google Shape;1509;p15"/>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10" name="Google Shape;1510;p15"/>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11" name="Google Shape;1511;p15"/>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12" name="Google Shape;1512;p15"/>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13" name="Google Shape;1513;p15"/>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14" name="Google Shape;1514;p15"/>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sp>
        <p:nvSpPr>
          <p:cNvPr id="1515" name="Google Shape;1515;p15"/>
          <p:cNvSpPr txBox="1"/>
          <p:nvPr/>
        </p:nvSpPr>
        <p:spPr>
          <a:xfrm>
            <a:off x="281238" y="1513400"/>
            <a:ext cx="5266122" cy="554107"/>
          </a:xfrm>
          <a:prstGeom prst="rect">
            <a:avLst/>
          </a:prstGeom>
          <a:noFill/>
          <a:ln>
            <a:noFill/>
          </a:ln>
        </p:spPr>
        <p:txBody>
          <a:bodyPr anchorCtr="0" anchor="t" bIns="0" lIns="0" spcFirstLastPara="1" rIns="0" wrap="square" tIns="12050">
            <a:noAutofit/>
          </a:bodyPr>
          <a:lstStyle/>
          <a:p>
            <a:pPr indent="0" lvl="0" marL="0" marR="0" rtl="0" algn="l">
              <a:lnSpc>
                <a:spcPct val="10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Add title here </a:t>
            </a:r>
            <a:endParaRPr/>
          </a:p>
        </p:txBody>
      </p:sp>
      <p:sp>
        <p:nvSpPr>
          <p:cNvPr id="1516" name="Google Shape;1516;p15"/>
          <p:cNvSpPr txBox="1"/>
          <p:nvPr/>
        </p:nvSpPr>
        <p:spPr>
          <a:xfrm>
            <a:off x="287191" y="2069877"/>
            <a:ext cx="4042988" cy="355867"/>
          </a:xfrm>
          <a:prstGeom prst="rect">
            <a:avLst/>
          </a:prstGeom>
          <a:noFill/>
          <a:ln>
            <a:noFill/>
          </a:ln>
        </p:spPr>
        <p:txBody>
          <a:bodyPr anchorCtr="0" anchor="t" bIns="0" lIns="0" spcFirstLastPara="1" rIns="0" wrap="square" tIns="17125">
            <a:spAutoFit/>
          </a:bodyPr>
          <a:lstStyle/>
          <a:p>
            <a:pPr indent="0" lvl="0" marL="0" marR="0" rtl="0" algn="l">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Calibri"/>
                <a:ea typeface="Calibri"/>
                <a:cs typeface="Calibri"/>
                <a:sym typeface="Calibri"/>
              </a:rPr>
              <a:t>Lorem ipsum lorem ipsum.</a:t>
            </a:r>
            <a:endParaRPr/>
          </a:p>
        </p:txBody>
      </p:sp>
      <p:pic>
        <p:nvPicPr>
          <p:cNvPr id="1517" name="Google Shape;1517;p15"/>
          <p:cNvPicPr preferRelativeResize="0"/>
          <p:nvPr/>
        </p:nvPicPr>
        <p:blipFill rotWithShape="1">
          <a:blip r:embed="rId4">
            <a:alphaModFix/>
          </a:blip>
          <a:srcRect b="0" l="0" r="0" t="0"/>
          <a:stretch/>
        </p:blipFill>
        <p:spPr>
          <a:xfrm>
            <a:off x="140831" y="2529756"/>
            <a:ext cx="2562452" cy="2721236"/>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pic>
        <p:nvPicPr>
          <p:cNvPr id="1523" name="Google Shape;1523;p16"/>
          <p:cNvPicPr preferRelativeResize="0"/>
          <p:nvPr/>
        </p:nvPicPr>
        <p:blipFill rotWithShape="1">
          <a:blip r:embed="rId3">
            <a:alphaModFix/>
          </a:blip>
          <a:srcRect b="0" l="12656" r="-4096" t="0"/>
          <a:stretch/>
        </p:blipFill>
        <p:spPr>
          <a:xfrm flipH="1">
            <a:off x="2097962" y="0"/>
            <a:ext cx="7046038" cy="5143500"/>
          </a:xfrm>
          <a:prstGeom prst="rect">
            <a:avLst/>
          </a:prstGeom>
          <a:noFill/>
          <a:ln>
            <a:noFill/>
          </a:ln>
        </p:spPr>
      </p:pic>
      <p:pic>
        <p:nvPicPr>
          <p:cNvPr id="1524" name="Google Shape;1524;p16"/>
          <p:cNvPicPr preferRelativeResize="0"/>
          <p:nvPr/>
        </p:nvPicPr>
        <p:blipFill rotWithShape="1">
          <a:blip r:embed="rId4">
            <a:alphaModFix/>
          </a:blip>
          <a:srcRect b="0" l="9683" r="29646" t="0"/>
          <a:stretch/>
        </p:blipFill>
        <p:spPr>
          <a:xfrm>
            <a:off x="0" y="0"/>
            <a:ext cx="5547793" cy="5143243"/>
          </a:xfrm>
          <a:prstGeom prst="rect">
            <a:avLst/>
          </a:prstGeom>
          <a:noFill/>
          <a:ln>
            <a:noFill/>
          </a:ln>
        </p:spPr>
      </p:pic>
      <p:sp>
        <p:nvSpPr>
          <p:cNvPr id="1525" name="Google Shape;1525;p16"/>
          <p:cNvSpPr txBox="1"/>
          <p:nvPr>
            <p:ph idx="4294967295" type="title"/>
          </p:nvPr>
        </p:nvSpPr>
        <p:spPr>
          <a:xfrm>
            <a:off x="271464" y="1739900"/>
            <a:ext cx="3324225" cy="898525"/>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solidFill>
                  <a:schemeClr val="lt1"/>
                </a:solidFill>
              </a:rPr>
              <a:t>Add separator</a:t>
            </a:r>
            <a:br>
              <a:rPr lang="en-US">
                <a:solidFill>
                  <a:schemeClr val="lt1"/>
                </a:solidFill>
              </a:rPr>
            </a:br>
            <a:r>
              <a:rPr lang="en-US">
                <a:solidFill>
                  <a:schemeClr val="lt1"/>
                </a:solidFill>
              </a:rPr>
              <a:t>title here</a:t>
            </a:r>
            <a:endParaRPr/>
          </a:p>
        </p:txBody>
      </p:sp>
      <p:grpSp>
        <p:nvGrpSpPr>
          <p:cNvPr id="1526" name="Google Shape;1526;p16"/>
          <p:cNvGrpSpPr/>
          <p:nvPr/>
        </p:nvGrpSpPr>
        <p:grpSpPr>
          <a:xfrm>
            <a:off x="271464" y="249447"/>
            <a:ext cx="1503961" cy="359130"/>
            <a:chOff x="0" y="2427986"/>
            <a:chExt cx="1581147" cy="380839"/>
          </a:xfrm>
        </p:grpSpPr>
        <p:grpSp>
          <p:nvGrpSpPr>
            <p:cNvPr id="1527" name="Google Shape;1527;p16"/>
            <p:cNvGrpSpPr/>
            <p:nvPr/>
          </p:nvGrpSpPr>
          <p:grpSpPr>
            <a:xfrm>
              <a:off x="0" y="2428340"/>
              <a:ext cx="605264" cy="380485"/>
              <a:chOff x="0" y="2428340"/>
              <a:chExt cx="605264" cy="380485"/>
            </a:xfrm>
          </p:grpSpPr>
          <p:sp>
            <p:nvSpPr>
              <p:cNvPr id="1528" name="Google Shape;1528;p16"/>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29" name="Google Shape;1529;p16"/>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530" name="Google Shape;1530;p16"/>
            <p:cNvGrpSpPr/>
            <p:nvPr/>
          </p:nvGrpSpPr>
          <p:grpSpPr>
            <a:xfrm>
              <a:off x="684661" y="2427986"/>
              <a:ext cx="896486" cy="379271"/>
              <a:chOff x="684661" y="2427986"/>
              <a:chExt cx="896486" cy="379271"/>
            </a:xfrm>
          </p:grpSpPr>
          <p:sp>
            <p:nvSpPr>
              <p:cNvPr id="1531" name="Google Shape;1531;p16"/>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2" name="Google Shape;1532;p16"/>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3" name="Google Shape;1533;p16"/>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4" name="Google Shape;1534;p16"/>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5" name="Google Shape;1535;p16"/>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6" name="Google Shape;1536;p16"/>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7" name="Google Shape;1537;p16"/>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8" name="Google Shape;1538;p16"/>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39" name="Google Shape;1539;p16"/>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0" name="Google Shape;1540;p16"/>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1" name="Google Shape;1541;p16"/>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2" name="Google Shape;1542;p16"/>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3" name="Google Shape;1543;p16"/>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4" name="Google Shape;1544;p16"/>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5" name="Google Shape;1545;p16"/>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6" name="Google Shape;1546;p16"/>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7" name="Google Shape;1547;p16"/>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8" name="Google Shape;1548;p16"/>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49" name="Google Shape;1549;p16"/>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0" name="Google Shape;1550;p16"/>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1" name="Google Shape;1551;p16"/>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2" name="Google Shape;1552;p16"/>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3" name="Google Shape;1553;p16"/>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grpSp>
        <p:nvGrpSpPr>
          <p:cNvPr id="1554" name="Google Shape;1554;p16"/>
          <p:cNvGrpSpPr/>
          <p:nvPr/>
        </p:nvGrpSpPr>
        <p:grpSpPr>
          <a:xfrm>
            <a:off x="3510520" y="148026"/>
            <a:ext cx="517546" cy="460551"/>
            <a:chOff x="8599610" y="2333965"/>
            <a:chExt cx="542618" cy="474759"/>
          </a:xfrm>
        </p:grpSpPr>
        <p:sp>
          <p:nvSpPr>
            <p:cNvPr id="1555" name="Google Shape;1555;p16"/>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6" name="Google Shape;1556;p16"/>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7" name="Google Shape;1557;p16"/>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8" name="Google Shape;1558;p16"/>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59" name="Google Shape;1559;p16"/>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60" name="Google Shape;1560;p16"/>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61" name="Google Shape;1561;p16"/>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pic>
        <p:nvPicPr>
          <p:cNvPr id="1562" name="Google Shape;1562;p16"/>
          <p:cNvPicPr preferRelativeResize="0"/>
          <p:nvPr/>
        </p:nvPicPr>
        <p:blipFill rotWithShape="1">
          <a:blip r:embed="rId5">
            <a:alphaModFix/>
          </a:blip>
          <a:srcRect b="0" l="0" r="0" t="0"/>
          <a:stretch/>
        </p:blipFill>
        <p:spPr>
          <a:xfrm>
            <a:off x="370732" y="2803682"/>
            <a:ext cx="2562452" cy="2721236"/>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pic>
        <p:nvPicPr>
          <p:cNvPr id="1568" name="Google Shape;1568;p17"/>
          <p:cNvPicPr preferRelativeResize="0"/>
          <p:nvPr/>
        </p:nvPicPr>
        <p:blipFill rotWithShape="1">
          <a:blip r:embed="rId3">
            <a:alphaModFix/>
          </a:blip>
          <a:srcRect b="0" l="7949" r="15071" t="10439"/>
          <a:stretch/>
        </p:blipFill>
        <p:spPr>
          <a:xfrm>
            <a:off x="2512695" y="0"/>
            <a:ext cx="6631305" cy="5143500"/>
          </a:xfrm>
          <a:prstGeom prst="rect">
            <a:avLst/>
          </a:prstGeom>
          <a:noFill/>
          <a:ln>
            <a:noFill/>
          </a:ln>
        </p:spPr>
      </p:pic>
      <p:pic>
        <p:nvPicPr>
          <p:cNvPr id="1569" name="Google Shape;1569;p17"/>
          <p:cNvPicPr preferRelativeResize="0"/>
          <p:nvPr/>
        </p:nvPicPr>
        <p:blipFill rotWithShape="1">
          <a:blip r:embed="rId4">
            <a:alphaModFix/>
          </a:blip>
          <a:srcRect b="0" l="9683" r="29646" t="0"/>
          <a:stretch/>
        </p:blipFill>
        <p:spPr>
          <a:xfrm>
            <a:off x="0" y="0"/>
            <a:ext cx="5547793" cy="5143243"/>
          </a:xfrm>
          <a:prstGeom prst="rect">
            <a:avLst/>
          </a:prstGeom>
          <a:noFill/>
          <a:ln>
            <a:noFill/>
          </a:ln>
        </p:spPr>
      </p:pic>
      <p:sp>
        <p:nvSpPr>
          <p:cNvPr id="1570" name="Google Shape;1570;p17"/>
          <p:cNvSpPr txBox="1"/>
          <p:nvPr>
            <p:ph idx="4294967295" type="title"/>
          </p:nvPr>
        </p:nvSpPr>
        <p:spPr>
          <a:xfrm>
            <a:off x="289399" y="1739900"/>
            <a:ext cx="3324225" cy="898525"/>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lt1"/>
              </a:buClr>
              <a:buSzPts val="3200"/>
              <a:buFont typeface="Calibri"/>
              <a:buNone/>
            </a:pPr>
            <a:r>
              <a:rPr lang="en-US">
                <a:solidFill>
                  <a:schemeClr val="lt1"/>
                </a:solidFill>
              </a:rPr>
              <a:t>Add separator</a:t>
            </a:r>
            <a:br>
              <a:rPr lang="en-US">
                <a:solidFill>
                  <a:schemeClr val="lt1"/>
                </a:solidFill>
              </a:rPr>
            </a:br>
            <a:r>
              <a:rPr lang="en-US">
                <a:solidFill>
                  <a:schemeClr val="lt1"/>
                </a:solidFill>
              </a:rPr>
              <a:t>title here</a:t>
            </a:r>
            <a:endParaRPr/>
          </a:p>
        </p:txBody>
      </p:sp>
      <p:grpSp>
        <p:nvGrpSpPr>
          <p:cNvPr id="1571" name="Google Shape;1571;p17"/>
          <p:cNvGrpSpPr/>
          <p:nvPr/>
        </p:nvGrpSpPr>
        <p:grpSpPr>
          <a:xfrm>
            <a:off x="271464" y="249447"/>
            <a:ext cx="1503961" cy="359130"/>
            <a:chOff x="0" y="2427986"/>
            <a:chExt cx="1581147" cy="380839"/>
          </a:xfrm>
        </p:grpSpPr>
        <p:grpSp>
          <p:nvGrpSpPr>
            <p:cNvPr id="1572" name="Google Shape;1572;p17"/>
            <p:cNvGrpSpPr/>
            <p:nvPr/>
          </p:nvGrpSpPr>
          <p:grpSpPr>
            <a:xfrm>
              <a:off x="0" y="2428340"/>
              <a:ext cx="605264" cy="380485"/>
              <a:chOff x="0" y="2428340"/>
              <a:chExt cx="605264" cy="380485"/>
            </a:xfrm>
          </p:grpSpPr>
          <p:sp>
            <p:nvSpPr>
              <p:cNvPr id="1573" name="Google Shape;1573;p17"/>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74" name="Google Shape;1574;p17"/>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575" name="Google Shape;1575;p17"/>
            <p:cNvGrpSpPr/>
            <p:nvPr/>
          </p:nvGrpSpPr>
          <p:grpSpPr>
            <a:xfrm>
              <a:off x="684661" y="2427986"/>
              <a:ext cx="896486" cy="379271"/>
              <a:chOff x="684661" y="2427986"/>
              <a:chExt cx="896486" cy="379271"/>
            </a:xfrm>
          </p:grpSpPr>
          <p:sp>
            <p:nvSpPr>
              <p:cNvPr id="1576" name="Google Shape;1576;p17"/>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77" name="Google Shape;1577;p17"/>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78" name="Google Shape;1578;p17"/>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79" name="Google Shape;1579;p17"/>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0" name="Google Shape;1580;p17"/>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1" name="Google Shape;1581;p17"/>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2" name="Google Shape;1582;p17"/>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3" name="Google Shape;1583;p17"/>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4" name="Google Shape;1584;p17"/>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5" name="Google Shape;1585;p17"/>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6" name="Google Shape;1586;p17"/>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7" name="Google Shape;1587;p17"/>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8" name="Google Shape;1588;p17"/>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89" name="Google Shape;1589;p17"/>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0" name="Google Shape;1590;p17"/>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1" name="Google Shape;1591;p17"/>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2" name="Google Shape;1592;p17"/>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3" name="Google Shape;1593;p17"/>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4" name="Google Shape;1594;p17"/>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5" name="Google Shape;1595;p17"/>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6" name="Google Shape;1596;p17"/>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7" name="Google Shape;1597;p17"/>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598" name="Google Shape;1598;p17"/>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grpSp>
        <p:nvGrpSpPr>
          <p:cNvPr id="1599" name="Google Shape;1599;p17"/>
          <p:cNvGrpSpPr/>
          <p:nvPr/>
        </p:nvGrpSpPr>
        <p:grpSpPr>
          <a:xfrm>
            <a:off x="3510520" y="148026"/>
            <a:ext cx="517546" cy="460551"/>
            <a:chOff x="8599610" y="2333965"/>
            <a:chExt cx="542618" cy="474759"/>
          </a:xfrm>
        </p:grpSpPr>
        <p:sp>
          <p:nvSpPr>
            <p:cNvPr id="1600" name="Google Shape;1600;p17"/>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1" name="Google Shape;1601;p17"/>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2" name="Google Shape;1602;p17"/>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3" name="Google Shape;1603;p17"/>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4" name="Google Shape;1604;p17"/>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5" name="Google Shape;1605;p17"/>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06" name="Google Shape;1606;p17"/>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pic>
        <p:nvPicPr>
          <p:cNvPr id="1607" name="Google Shape;1607;p17"/>
          <p:cNvPicPr preferRelativeResize="0"/>
          <p:nvPr/>
        </p:nvPicPr>
        <p:blipFill rotWithShape="1">
          <a:blip r:embed="rId5">
            <a:alphaModFix/>
          </a:blip>
          <a:srcRect b="0" l="0" r="0" t="0"/>
          <a:stretch/>
        </p:blipFill>
        <p:spPr>
          <a:xfrm>
            <a:off x="370732" y="2803682"/>
            <a:ext cx="2562452" cy="27212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pic>
        <p:nvPicPr>
          <p:cNvPr id="1613" name="Google Shape;1613;p18"/>
          <p:cNvPicPr preferRelativeResize="0"/>
          <p:nvPr/>
        </p:nvPicPr>
        <p:blipFill rotWithShape="1">
          <a:blip r:embed="rId3">
            <a:alphaModFix/>
          </a:blip>
          <a:srcRect b="6423" l="6423" r="4770" t="0"/>
          <a:stretch/>
        </p:blipFill>
        <p:spPr>
          <a:xfrm>
            <a:off x="1866203" y="0"/>
            <a:ext cx="7318437" cy="5143500"/>
          </a:xfrm>
          <a:prstGeom prst="rect">
            <a:avLst/>
          </a:prstGeom>
          <a:noFill/>
          <a:ln>
            <a:noFill/>
          </a:ln>
        </p:spPr>
      </p:pic>
      <p:pic>
        <p:nvPicPr>
          <p:cNvPr id="1614" name="Google Shape;1614;p18"/>
          <p:cNvPicPr preferRelativeResize="0"/>
          <p:nvPr/>
        </p:nvPicPr>
        <p:blipFill rotWithShape="1">
          <a:blip r:embed="rId4">
            <a:alphaModFix/>
          </a:blip>
          <a:srcRect b="0" l="8036" r="18600" t="0"/>
          <a:stretch/>
        </p:blipFill>
        <p:spPr>
          <a:xfrm>
            <a:off x="0" y="128"/>
            <a:ext cx="6706768" cy="5143243"/>
          </a:xfrm>
          <a:prstGeom prst="rect">
            <a:avLst/>
          </a:prstGeom>
          <a:noFill/>
          <a:ln>
            <a:noFill/>
          </a:ln>
        </p:spPr>
      </p:pic>
      <p:sp>
        <p:nvSpPr>
          <p:cNvPr id="1615" name="Google Shape;1615;p18"/>
          <p:cNvSpPr txBox="1"/>
          <p:nvPr>
            <p:ph idx="4294967295" type="title"/>
          </p:nvPr>
        </p:nvSpPr>
        <p:spPr>
          <a:xfrm>
            <a:off x="271464" y="1739900"/>
            <a:ext cx="3711429" cy="898525"/>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dk1"/>
              </a:buClr>
              <a:buSzPts val="2800"/>
              <a:buFont typeface="Calibri"/>
              <a:buNone/>
            </a:pPr>
            <a:r>
              <a:rPr lang="en-US" sz="2800"/>
              <a:t>Add separator</a:t>
            </a:r>
            <a:br>
              <a:rPr lang="en-US" sz="2800"/>
            </a:br>
            <a:r>
              <a:rPr lang="en-US" sz="2800"/>
              <a:t>title here</a:t>
            </a:r>
            <a:endParaRPr/>
          </a:p>
        </p:txBody>
      </p:sp>
      <p:grpSp>
        <p:nvGrpSpPr>
          <p:cNvPr id="1616" name="Google Shape;1616;p18"/>
          <p:cNvGrpSpPr/>
          <p:nvPr/>
        </p:nvGrpSpPr>
        <p:grpSpPr>
          <a:xfrm>
            <a:off x="271464" y="249447"/>
            <a:ext cx="1503961" cy="359130"/>
            <a:chOff x="0" y="2427986"/>
            <a:chExt cx="1581147" cy="380839"/>
          </a:xfrm>
        </p:grpSpPr>
        <p:grpSp>
          <p:nvGrpSpPr>
            <p:cNvPr id="1617" name="Google Shape;1617;p18"/>
            <p:cNvGrpSpPr/>
            <p:nvPr/>
          </p:nvGrpSpPr>
          <p:grpSpPr>
            <a:xfrm>
              <a:off x="0" y="2428340"/>
              <a:ext cx="605264" cy="380485"/>
              <a:chOff x="0" y="2428340"/>
              <a:chExt cx="605264" cy="380485"/>
            </a:xfrm>
          </p:grpSpPr>
          <p:sp>
            <p:nvSpPr>
              <p:cNvPr id="1618" name="Google Shape;1618;p18"/>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19" name="Google Shape;1619;p18"/>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620" name="Google Shape;1620;p18"/>
            <p:cNvGrpSpPr/>
            <p:nvPr/>
          </p:nvGrpSpPr>
          <p:grpSpPr>
            <a:xfrm>
              <a:off x="684661" y="2427986"/>
              <a:ext cx="896486" cy="379271"/>
              <a:chOff x="684661" y="2427986"/>
              <a:chExt cx="896486" cy="379271"/>
            </a:xfrm>
          </p:grpSpPr>
          <p:sp>
            <p:nvSpPr>
              <p:cNvPr id="1621" name="Google Shape;1621;p18"/>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2" name="Google Shape;1622;p18"/>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3" name="Google Shape;1623;p18"/>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4" name="Google Shape;1624;p18"/>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5" name="Google Shape;1625;p18"/>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6" name="Google Shape;1626;p18"/>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7" name="Google Shape;1627;p18"/>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8" name="Google Shape;1628;p18"/>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29" name="Google Shape;1629;p18"/>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0" name="Google Shape;1630;p18"/>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1" name="Google Shape;1631;p18"/>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2" name="Google Shape;1632;p18"/>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3" name="Google Shape;1633;p18"/>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4" name="Google Shape;1634;p18"/>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5" name="Google Shape;1635;p18"/>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6" name="Google Shape;1636;p18"/>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7" name="Google Shape;1637;p18"/>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8" name="Google Shape;1638;p18"/>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39" name="Google Shape;1639;p18"/>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0" name="Google Shape;1640;p18"/>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1" name="Google Shape;1641;p18"/>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2" name="Google Shape;1642;p18"/>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3" name="Google Shape;1643;p18"/>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grpSp>
        <p:nvGrpSpPr>
          <p:cNvPr id="1644" name="Google Shape;1644;p18"/>
          <p:cNvGrpSpPr/>
          <p:nvPr/>
        </p:nvGrpSpPr>
        <p:grpSpPr>
          <a:xfrm>
            <a:off x="3693112" y="148026"/>
            <a:ext cx="517546" cy="460551"/>
            <a:chOff x="8599610" y="2333965"/>
            <a:chExt cx="542618" cy="474759"/>
          </a:xfrm>
        </p:grpSpPr>
        <p:sp>
          <p:nvSpPr>
            <p:cNvPr id="1645" name="Google Shape;1645;p18"/>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6" name="Google Shape;1646;p18"/>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7" name="Google Shape;1647;p18"/>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8" name="Google Shape;1648;p18"/>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49" name="Google Shape;1649;p18"/>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50" name="Google Shape;1650;p18"/>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51" name="Google Shape;1651;p18"/>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pic>
        <p:nvPicPr>
          <p:cNvPr id="1652" name="Google Shape;1652;p18"/>
          <p:cNvPicPr preferRelativeResize="0"/>
          <p:nvPr/>
        </p:nvPicPr>
        <p:blipFill rotWithShape="1">
          <a:blip r:embed="rId5">
            <a:alphaModFix/>
          </a:blip>
          <a:srcRect b="0" l="0" r="0" t="0"/>
          <a:stretch/>
        </p:blipFill>
        <p:spPr>
          <a:xfrm>
            <a:off x="79775" y="2529884"/>
            <a:ext cx="2562452" cy="2721236"/>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pic>
        <p:nvPicPr>
          <p:cNvPr id="1658" name="Google Shape;1658;p19"/>
          <p:cNvPicPr preferRelativeResize="0"/>
          <p:nvPr/>
        </p:nvPicPr>
        <p:blipFill rotWithShape="1">
          <a:blip r:embed="rId3">
            <a:alphaModFix/>
          </a:blip>
          <a:srcRect b="0" l="211" r="23916" t="1349"/>
          <a:stretch/>
        </p:blipFill>
        <p:spPr>
          <a:xfrm>
            <a:off x="2718978" y="0"/>
            <a:ext cx="5884002" cy="5143500"/>
          </a:xfrm>
          <a:prstGeom prst="rect">
            <a:avLst/>
          </a:prstGeom>
          <a:noFill/>
          <a:ln>
            <a:noFill/>
          </a:ln>
        </p:spPr>
      </p:pic>
      <p:pic>
        <p:nvPicPr>
          <p:cNvPr id="1659" name="Google Shape;1659;p19"/>
          <p:cNvPicPr preferRelativeResize="0"/>
          <p:nvPr/>
        </p:nvPicPr>
        <p:blipFill rotWithShape="1">
          <a:blip r:embed="rId4">
            <a:alphaModFix/>
          </a:blip>
          <a:srcRect b="6055" l="199" r="28523" t="1267"/>
          <a:stretch/>
        </p:blipFill>
        <p:spPr>
          <a:xfrm>
            <a:off x="3259998" y="0"/>
            <a:ext cx="5884002" cy="5143500"/>
          </a:xfrm>
          <a:prstGeom prst="rect">
            <a:avLst/>
          </a:prstGeom>
          <a:noFill/>
          <a:ln>
            <a:noFill/>
          </a:ln>
        </p:spPr>
      </p:pic>
      <p:pic>
        <p:nvPicPr>
          <p:cNvPr id="1660" name="Google Shape;1660;p19"/>
          <p:cNvPicPr preferRelativeResize="0"/>
          <p:nvPr/>
        </p:nvPicPr>
        <p:blipFill rotWithShape="1">
          <a:blip r:embed="rId5">
            <a:alphaModFix/>
          </a:blip>
          <a:srcRect b="0" l="8036" r="18600" t="0"/>
          <a:stretch/>
        </p:blipFill>
        <p:spPr>
          <a:xfrm>
            <a:off x="451317" y="128"/>
            <a:ext cx="6706768" cy="5143243"/>
          </a:xfrm>
          <a:prstGeom prst="rect">
            <a:avLst/>
          </a:prstGeom>
          <a:noFill/>
          <a:ln>
            <a:noFill/>
          </a:ln>
        </p:spPr>
      </p:pic>
      <p:sp>
        <p:nvSpPr>
          <p:cNvPr id="1661" name="Google Shape;1661;p19"/>
          <p:cNvSpPr txBox="1"/>
          <p:nvPr>
            <p:ph idx="4294967295" type="title"/>
          </p:nvPr>
        </p:nvSpPr>
        <p:spPr>
          <a:xfrm>
            <a:off x="271464" y="1739900"/>
            <a:ext cx="3711429" cy="898525"/>
          </a:xfrm>
          <a:prstGeom prst="rect">
            <a:avLst/>
          </a:prstGeom>
          <a:noFill/>
          <a:ln>
            <a:noFill/>
          </a:ln>
        </p:spPr>
        <p:txBody>
          <a:bodyPr anchorCtr="0" anchor="t" bIns="0" lIns="0" spcFirstLastPara="1" rIns="0" wrap="square" tIns="12050">
            <a:noAutofit/>
          </a:bodyPr>
          <a:lstStyle/>
          <a:p>
            <a:pPr indent="0" lvl="0" marL="0" rtl="0" algn="l">
              <a:lnSpc>
                <a:spcPct val="100000"/>
              </a:lnSpc>
              <a:spcBef>
                <a:spcPts val="0"/>
              </a:spcBef>
              <a:spcAft>
                <a:spcPts val="0"/>
              </a:spcAft>
              <a:buClr>
                <a:schemeClr val="dk1"/>
              </a:buClr>
              <a:buSzPts val="2800"/>
              <a:buFont typeface="Calibri"/>
              <a:buNone/>
            </a:pPr>
            <a:r>
              <a:rPr lang="en-US" sz="2800"/>
              <a:t>Add separator</a:t>
            </a:r>
            <a:br>
              <a:rPr lang="en-US" sz="2800"/>
            </a:br>
            <a:r>
              <a:rPr lang="en-US" sz="2800"/>
              <a:t>title here</a:t>
            </a:r>
            <a:endParaRPr/>
          </a:p>
        </p:txBody>
      </p:sp>
      <p:grpSp>
        <p:nvGrpSpPr>
          <p:cNvPr id="1662" name="Google Shape;1662;p19"/>
          <p:cNvGrpSpPr/>
          <p:nvPr/>
        </p:nvGrpSpPr>
        <p:grpSpPr>
          <a:xfrm>
            <a:off x="271464" y="249447"/>
            <a:ext cx="1503961" cy="359130"/>
            <a:chOff x="0" y="2427986"/>
            <a:chExt cx="1581147" cy="380839"/>
          </a:xfrm>
        </p:grpSpPr>
        <p:grpSp>
          <p:nvGrpSpPr>
            <p:cNvPr id="1663" name="Google Shape;1663;p19"/>
            <p:cNvGrpSpPr/>
            <p:nvPr/>
          </p:nvGrpSpPr>
          <p:grpSpPr>
            <a:xfrm>
              <a:off x="0" y="2428340"/>
              <a:ext cx="605264" cy="380485"/>
              <a:chOff x="0" y="2428340"/>
              <a:chExt cx="605264" cy="380485"/>
            </a:xfrm>
          </p:grpSpPr>
          <p:sp>
            <p:nvSpPr>
              <p:cNvPr id="1664" name="Google Shape;1664;p19"/>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65" name="Google Shape;1665;p19"/>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nvGrpSpPr>
            <p:cNvPr id="1666" name="Google Shape;1666;p19"/>
            <p:cNvGrpSpPr/>
            <p:nvPr/>
          </p:nvGrpSpPr>
          <p:grpSpPr>
            <a:xfrm>
              <a:off x="684661" y="2427986"/>
              <a:ext cx="896486" cy="379271"/>
              <a:chOff x="684661" y="2427986"/>
              <a:chExt cx="896486" cy="379271"/>
            </a:xfrm>
          </p:grpSpPr>
          <p:sp>
            <p:nvSpPr>
              <p:cNvPr id="1667" name="Google Shape;1667;p19"/>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68" name="Google Shape;1668;p19"/>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69" name="Google Shape;1669;p19"/>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0" name="Google Shape;1670;p19"/>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1" name="Google Shape;1671;p19"/>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2" name="Google Shape;1672;p19"/>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3" name="Google Shape;1673;p19"/>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4" name="Google Shape;1674;p19"/>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5" name="Google Shape;1675;p19"/>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6" name="Google Shape;1676;p19"/>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7" name="Google Shape;1677;p19"/>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8" name="Google Shape;1678;p19"/>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79" name="Google Shape;1679;p19"/>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0" name="Google Shape;1680;p19"/>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1" name="Google Shape;1681;p19"/>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2" name="Google Shape;1682;p19"/>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3" name="Google Shape;1683;p19"/>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4" name="Google Shape;1684;p19"/>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5" name="Google Shape;1685;p19"/>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6" name="Google Shape;1686;p19"/>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7" name="Google Shape;1687;p19"/>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8" name="Google Shape;1688;p19"/>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89" name="Google Shape;1689;p19"/>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grpSp>
      <p:grpSp>
        <p:nvGrpSpPr>
          <p:cNvPr id="1690" name="Google Shape;1690;p19"/>
          <p:cNvGrpSpPr/>
          <p:nvPr/>
        </p:nvGrpSpPr>
        <p:grpSpPr>
          <a:xfrm>
            <a:off x="3693112" y="148026"/>
            <a:ext cx="517546" cy="460551"/>
            <a:chOff x="8599610" y="2333965"/>
            <a:chExt cx="542618" cy="474759"/>
          </a:xfrm>
        </p:grpSpPr>
        <p:sp>
          <p:nvSpPr>
            <p:cNvPr id="1691" name="Google Shape;1691;p19"/>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2" name="Google Shape;1692;p19"/>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3" name="Google Shape;1693;p19"/>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4" name="Google Shape;1694;p19"/>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5" name="Google Shape;1695;p19"/>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6" name="Google Shape;1696;p19"/>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1697" name="Google Shape;1697;p19"/>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pic>
        <p:nvPicPr>
          <p:cNvPr id="1698" name="Google Shape;1698;p19"/>
          <p:cNvPicPr preferRelativeResize="0"/>
          <p:nvPr/>
        </p:nvPicPr>
        <p:blipFill rotWithShape="1">
          <a:blip r:embed="rId6">
            <a:alphaModFix/>
          </a:blip>
          <a:srcRect b="0" l="0" r="0" t="0"/>
          <a:stretch/>
        </p:blipFill>
        <p:spPr>
          <a:xfrm>
            <a:off x="79775" y="2529884"/>
            <a:ext cx="2562452" cy="2721236"/>
          </a:xfrm>
          <a:prstGeom prst="rect">
            <a:avLst/>
          </a:prstGeom>
          <a:noFill/>
          <a:ln>
            <a:no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20"/>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p>
            <a:pPr indent="0" lvl="0" marL="0" rtl="0" algn="l">
              <a:lnSpc>
                <a:spcPct val="100000"/>
              </a:lnSpc>
              <a:spcBef>
                <a:spcPts val="0"/>
              </a:spcBef>
              <a:spcAft>
                <a:spcPts val="0"/>
              </a:spcAft>
              <a:buClr>
                <a:schemeClr val="lt1"/>
              </a:buClr>
              <a:buSzPts val="3200"/>
              <a:buFont typeface="Calibri"/>
              <a:buNone/>
            </a:pPr>
            <a:r>
              <a:rPr lang="en-US"/>
              <a:t>Add separator title here</a:t>
            </a:r>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sp>
        <p:nvSpPr>
          <p:cNvPr id="1708" name="Google Shape;1708;p21"/>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p>
            <a:pPr indent="0" lvl="0" marL="0" rtl="0" algn="l">
              <a:lnSpc>
                <a:spcPct val="100000"/>
              </a:lnSpc>
              <a:spcBef>
                <a:spcPts val="0"/>
              </a:spcBef>
              <a:spcAft>
                <a:spcPts val="0"/>
              </a:spcAft>
              <a:buClr>
                <a:schemeClr val="dk1"/>
              </a:buClr>
              <a:buSzPts val="3200"/>
              <a:buFont typeface="Calibri"/>
              <a:buNone/>
            </a:pPr>
            <a:r>
              <a:rPr lang="en-US"/>
              <a:t>Add separator title here</a:t>
            </a:r>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22"/>
          <p:cNvSpPr txBox="1"/>
          <p:nvPr>
            <p:ph type="title"/>
          </p:nvPr>
        </p:nvSpPr>
        <p:spPr>
          <a:xfrm>
            <a:off x="277814" y="1937528"/>
            <a:ext cx="5010466" cy="504625"/>
          </a:xfrm>
          <a:prstGeom prst="rect">
            <a:avLst/>
          </a:prstGeom>
          <a:noFill/>
          <a:ln>
            <a:noFill/>
          </a:ln>
        </p:spPr>
        <p:txBody>
          <a:bodyPr anchorCtr="0" anchor="ctr" bIns="0" lIns="0" spcFirstLastPara="1" rIns="0" wrap="square" tIns="12050">
            <a:spAutoFit/>
          </a:bodyPr>
          <a:lstStyle/>
          <a:p>
            <a:pPr indent="0" lvl="0" marL="0" rtl="0" algn="l">
              <a:lnSpc>
                <a:spcPct val="100000"/>
              </a:lnSpc>
              <a:spcBef>
                <a:spcPts val="0"/>
              </a:spcBef>
              <a:spcAft>
                <a:spcPts val="0"/>
              </a:spcAft>
              <a:buClr>
                <a:schemeClr val="lt1"/>
              </a:buClr>
              <a:buSzPts val="3200"/>
              <a:buFont typeface="Calibri"/>
              <a:buNone/>
            </a:pPr>
            <a:r>
              <a:rPr lang="en-US"/>
              <a:t>Add separator title here</a:t>
            </a:r>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sp>
        <p:nvSpPr>
          <p:cNvPr id="1718" name="Google Shape;1718;p23"/>
          <p:cNvSpPr/>
          <p:nvPr/>
        </p:nvSpPr>
        <p:spPr>
          <a:xfrm>
            <a:off x="6100303" y="1944186"/>
            <a:ext cx="2986412" cy="2419793"/>
          </a:xfrm>
          <a:custGeom>
            <a:rect b="b" l="l" r="r" t="t"/>
            <a:pathLst>
              <a:path extrusionOk="0" h="2419793" w="2986412">
                <a:moveTo>
                  <a:pt x="1478588" y="2411478"/>
                </a:moveTo>
                <a:lnTo>
                  <a:pt x="2816" y="27947"/>
                </a:lnTo>
                <a:cubicBezTo>
                  <a:pt x="-4670" y="15898"/>
                  <a:pt x="3643" y="0"/>
                  <a:pt x="17448" y="0"/>
                </a:cubicBezTo>
                <a:lnTo>
                  <a:pt x="2968992" y="0"/>
                </a:lnTo>
                <a:cubicBezTo>
                  <a:pt x="2982749" y="0"/>
                  <a:pt x="2991061" y="15898"/>
                  <a:pt x="2983624" y="27947"/>
                </a:cubicBezTo>
                <a:lnTo>
                  <a:pt x="1507852" y="2411478"/>
                </a:lnTo>
                <a:cubicBezTo>
                  <a:pt x="1500998" y="2422566"/>
                  <a:pt x="1485442" y="2422566"/>
                  <a:pt x="1478637" y="2411478"/>
                </a:cubicBezTo>
                <a:close/>
              </a:path>
            </a:pathLst>
          </a:custGeom>
          <a:solidFill>
            <a:srgbClr val="A9C2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9" name="Google Shape;1719;p23"/>
          <p:cNvSpPr/>
          <p:nvPr/>
        </p:nvSpPr>
        <p:spPr>
          <a:xfrm>
            <a:off x="6100303" y="1944185"/>
            <a:ext cx="1380277" cy="1132478"/>
          </a:xfrm>
          <a:custGeom>
            <a:rect b="b" l="l" r="r" t="t"/>
            <a:pathLst>
              <a:path extrusionOk="0" h="735341" w="896242">
                <a:moveTo>
                  <a:pt x="441004" y="735341"/>
                </a:moveTo>
                <a:lnTo>
                  <a:pt x="2778" y="27593"/>
                </a:lnTo>
                <a:cubicBezTo>
                  <a:pt x="-4611" y="15695"/>
                  <a:pt x="3605" y="0"/>
                  <a:pt x="17216" y="0"/>
                </a:cubicBezTo>
                <a:lnTo>
                  <a:pt x="896243" y="0"/>
                </a:lnTo>
                <a:lnTo>
                  <a:pt x="440955" y="735341"/>
                </a:lnTo>
                <a:close/>
              </a:path>
            </a:pathLst>
          </a:custGeom>
          <a:solidFill>
            <a:srgbClr val="000000">
              <a:alpha val="60000"/>
            </a:srgbClr>
          </a:solidFill>
          <a:ln>
            <a:noFill/>
          </a:ln>
        </p:spPr>
        <p:txBody>
          <a:bodyPr anchorCtr="0" anchor="t" bIns="45700" lIns="365750" spcFirstLastPara="1" rIns="91425" wrap="square" tIns="91425">
            <a:noAutofit/>
          </a:bodyPr>
          <a:lstStyle/>
          <a:p>
            <a:pPr indent="0" lvl="0" marL="0" marR="0" rtl="0" algn="l">
              <a:lnSpc>
                <a:spcPct val="8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Year</a:t>
            </a:r>
            <a:endParaRPr/>
          </a:p>
          <a:p>
            <a:pPr indent="0" lvl="0" marL="0" marR="0" rtl="0" algn="l">
              <a:lnSpc>
                <a:spcPct val="80000"/>
              </a:lnSpc>
              <a:spcBef>
                <a:spcPts val="20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Quisque</a:t>
            </a:r>
            <a:br>
              <a:rPr b="0" i="0" lang="en-US" sz="800" u="none" cap="none" strike="noStrike">
                <a:solidFill>
                  <a:srgbClr val="FFFFFF"/>
                </a:solidFill>
                <a:latin typeface="Calibri"/>
                <a:ea typeface="Calibri"/>
                <a:cs typeface="Calibri"/>
                <a:sym typeface="Calibri"/>
              </a:rPr>
            </a:br>
            <a:r>
              <a:rPr b="0" i="0" lang="en-US" sz="800" u="none" cap="none" strike="noStrike">
                <a:solidFill>
                  <a:srgbClr val="FFFFFF"/>
                </a:solidFill>
                <a:latin typeface="Calibri"/>
                <a:ea typeface="Calibri"/>
                <a:cs typeface="Calibri"/>
                <a:sym typeface="Calibri"/>
              </a:rPr>
              <a:t>ex sapien vitae</a:t>
            </a:r>
            <a:br>
              <a:rPr b="0" i="0" lang="en-US" sz="800" u="none" cap="none" strike="noStrike">
                <a:solidFill>
                  <a:srgbClr val="FFFFFF"/>
                </a:solidFill>
                <a:latin typeface="Calibri"/>
                <a:ea typeface="Calibri"/>
                <a:cs typeface="Calibri"/>
                <a:sym typeface="Calibri"/>
              </a:rPr>
            </a:br>
            <a:r>
              <a:rPr b="0" i="0" lang="en-US" sz="800" u="none" cap="none" strike="noStrike">
                <a:solidFill>
                  <a:srgbClr val="FFFFFF"/>
                </a:solidFill>
                <a:latin typeface="Calibri"/>
                <a:ea typeface="Calibri"/>
                <a:cs typeface="Calibri"/>
                <a:sym typeface="Calibri"/>
              </a:rPr>
              <a:t>pellentesque</a:t>
            </a:r>
            <a:endParaRPr sz="1600">
              <a:solidFill>
                <a:schemeClr val="dk1"/>
              </a:solidFill>
              <a:latin typeface="Calibri"/>
              <a:ea typeface="Calibri"/>
              <a:cs typeface="Calibri"/>
              <a:sym typeface="Calibri"/>
            </a:endParaRPr>
          </a:p>
        </p:txBody>
      </p:sp>
      <p:sp>
        <p:nvSpPr>
          <p:cNvPr id="1720" name="Google Shape;1720;p23"/>
          <p:cNvSpPr/>
          <p:nvPr/>
        </p:nvSpPr>
        <p:spPr>
          <a:xfrm>
            <a:off x="2898754" y="1944186"/>
            <a:ext cx="2986412" cy="2419793"/>
          </a:xfrm>
          <a:custGeom>
            <a:rect b="b" l="l" r="r" t="t"/>
            <a:pathLst>
              <a:path extrusionOk="0" h="2419793" w="2986412">
                <a:moveTo>
                  <a:pt x="1478588" y="2411478"/>
                </a:moveTo>
                <a:lnTo>
                  <a:pt x="2816" y="27947"/>
                </a:lnTo>
                <a:cubicBezTo>
                  <a:pt x="-4670" y="15898"/>
                  <a:pt x="3643" y="0"/>
                  <a:pt x="17448" y="0"/>
                </a:cubicBezTo>
                <a:lnTo>
                  <a:pt x="2968992" y="0"/>
                </a:lnTo>
                <a:cubicBezTo>
                  <a:pt x="2982749" y="0"/>
                  <a:pt x="2991061" y="15898"/>
                  <a:pt x="2983624" y="27947"/>
                </a:cubicBezTo>
                <a:lnTo>
                  <a:pt x="1507852" y="2411478"/>
                </a:lnTo>
                <a:cubicBezTo>
                  <a:pt x="1500998" y="2422566"/>
                  <a:pt x="1485442" y="2422566"/>
                  <a:pt x="1478637" y="2411478"/>
                </a:cubicBezTo>
                <a:close/>
              </a:path>
            </a:pathLst>
          </a:custGeom>
          <a:solidFill>
            <a:srgbClr val="A9C2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1" name="Google Shape;1721;p23"/>
          <p:cNvSpPr/>
          <p:nvPr/>
        </p:nvSpPr>
        <p:spPr>
          <a:xfrm>
            <a:off x="2898598" y="1944185"/>
            <a:ext cx="1380277" cy="1132478"/>
          </a:xfrm>
          <a:custGeom>
            <a:rect b="b" l="l" r="r" t="t"/>
            <a:pathLst>
              <a:path extrusionOk="0" h="735341" w="896242">
                <a:moveTo>
                  <a:pt x="441004" y="735341"/>
                </a:moveTo>
                <a:lnTo>
                  <a:pt x="2778" y="27593"/>
                </a:lnTo>
                <a:cubicBezTo>
                  <a:pt x="-4611" y="15695"/>
                  <a:pt x="3605" y="0"/>
                  <a:pt x="17216" y="0"/>
                </a:cubicBezTo>
                <a:lnTo>
                  <a:pt x="896243" y="0"/>
                </a:lnTo>
                <a:lnTo>
                  <a:pt x="440955" y="735341"/>
                </a:lnTo>
                <a:close/>
              </a:path>
            </a:pathLst>
          </a:custGeom>
          <a:solidFill>
            <a:srgbClr val="000000">
              <a:alpha val="60000"/>
            </a:srgbClr>
          </a:solidFill>
          <a:ln>
            <a:noFill/>
          </a:ln>
        </p:spPr>
        <p:txBody>
          <a:bodyPr anchorCtr="0" anchor="t" bIns="45700" lIns="365750" spcFirstLastPara="1" rIns="91425" wrap="square" tIns="91425">
            <a:noAutofit/>
          </a:bodyPr>
          <a:lstStyle/>
          <a:p>
            <a:pPr indent="0" lvl="0" marL="0" marR="0" rtl="0" algn="l">
              <a:lnSpc>
                <a:spcPct val="8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Year</a:t>
            </a:r>
            <a:endParaRPr/>
          </a:p>
          <a:p>
            <a:pPr indent="0" lvl="0" marL="0" marR="0" rtl="0" algn="l">
              <a:lnSpc>
                <a:spcPct val="80000"/>
              </a:lnSpc>
              <a:spcBef>
                <a:spcPts val="20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Quisque</a:t>
            </a:r>
            <a:br>
              <a:rPr b="0" i="0" lang="en-US" sz="800" u="none" cap="none" strike="noStrike">
                <a:solidFill>
                  <a:srgbClr val="FFFFFF"/>
                </a:solidFill>
                <a:latin typeface="Calibri"/>
                <a:ea typeface="Calibri"/>
                <a:cs typeface="Calibri"/>
                <a:sym typeface="Calibri"/>
              </a:rPr>
            </a:br>
            <a:r>
              <a:rPr b="0" i="0" lang="en-US" sz="800" u="none" cap="none" strike="noStrike">
                <a:solidFill>
                  <a:srgbClr val="FFFFFF"/>
                </a:solidFill>
                <a:latin typeface="Calibri"/>
                <a:ea typeface="Calibri"/>
                <a:cs typeface="Calibri"/>
                <a:sym typeface="Calibri"/>
              </a:rPr>
              <a:t>ex sapien vitae</a:t>
            </a:r>
            <a:br>
              <a:rPr b="0" i="0" lang="en-US" sz="800" u="none" cap="none" strike="noStrike">
                <a:solidFill>
                  <a:srgbClr val="FFFFFF"/>
                </a:solidFill>
                <a:latin typeface="Calibri"/>
                <a:ea typeface="Calibri"/>
                <a:cs typeface="Calibri"/>
                <a:sym typeface="Calibri"/>
              </a:rPr>
            </a:br>
            <a:r>
              <a:rPr b="0" i="0" lang="en-US" sz="800" u="none" cap="none" strike="noStrike">
                <a:solidFill>
                  <a:srgbClr val="FFFFFF"/>
                </a:solidFill>
                <a:latin typeface="Calibri"/>
                <a:ea typeface="Calibri"/>
                <a:cs typeface="Calibri"/>
                <a:sym typeface="Calibri"/>
              </a:rPr>
              <a:t>pellentesque</a:t>
            </a:r>
            <a:endParaRPr sz="1600">
              <a:solidFill>
                <a:schemeClr val="dk1"/>
              </a:solidFill>
              <a:latin typeface="Calibri"/>
              <a:ea typeface="Calibri"/>
              <a:cs typeface="Calibri"/>
              <a:sym typeface="Calibri"/>
            </a:endParaRPr>
          </a:p>
        </p:txBody>
      </p:sp>
      <p:grpSp>
        <p:nvGrpSpPr>
          <p:cNvPr id="1722" name="Google Shape;1722;p23"/>
          <p:cNvGrpSpPr/>
          <p:nvPr/>
        </p:nvGrpSpPr>
        <p:grpSpPr>
          <a:xfrm>
            <a:off x="8317445" y="159185"/>
            <a:ext cx="507652" cy="451747"/>
            <a:chOff x="8599610" y="2333965"/>
            <a:chExt cx="542618" cy="474759"/>
          </a:xfrm>
        </p:grpSpPr>
        <p:sp>
          <p:nvSpPr>
            <p:cNvPr id="1723" name="Google Shape;1723;p23"/>
            <p:cNvSpPr/>
            <p:nvPr/>
          </p:nvSpPr>
          <p:spPr>
            <a:xfrm>
              <a:off x="8599610" y="2673513"/>
              <a:ext cx="130657" cy="135211"/>
            </a:xfrm>
            <a:custGeom>
              <a:rect b="b" l="l" r="r" t="t"/>
              <a:pathLst>
                <a:path extrusionOk="0" h="135211" w="130657">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4" name="Google Shape;1724;p23"/>
            <p:cNvSpPr/>
            <p:nvPr/>
          </p:nvSpPr>
          <p:spPr>
            <a:xfrm>
              <a:off x="8716605" y="2673513"/>
              <a:ext cx="160563" cy="135211"/>
            </a:xfrm>
            <a:custGeom>
              <a:rect b="b" l="l" r="r" t="t"/>
              <a:pathLst>
                <a:path extrusionOk="0" h="135211" w="160563">
                  <a:moveTo>
                    <a:pt x="79801" y="54651"/>
                  </a:moveTo>
                  <a:lnTo>
                    <a:pt x="52324" y="135212"/>
                  </a:lnTo>
                  <a:lnTo>
                    <a:pt x="0" y="135212"/>
                  </a:lnTo>
                  <a:lnTo>
                    <a:pt x="51312" y="0"/>
                  </a:lnTo>
                  <a:lnTo>
                    <a:pt x="108088" y="0"/>
                  </a:lnTo>
                  <a:lnTo>
                    <a:pt x="160564" y="135212"/>
                  </a:lnTo>
                  <a:lnTo>
                    <a:pt x="107633" y="135212"/>
                  </a:lnTo>
                  <a:lnTo>
                    <a:pt x="79801"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5" name="Google Shape;1725;p23"/>
            <p:cNvSpPr/>
            <p:nvPr/>
          </p:nvSpPr>
          <p:spPr>
            <a:xfrm>
              <a:off x="8864670" y="2673513"/>
              <a:ext cx="130657" cy="135211"/>
            </a:xfrm>
            <a:custGeom>
              <a:rect b="b" l="l" r="r" t="t"/>
              <a:pathLst>
                <a:path extrusionOk="0" h="135211" w="130657">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6" name="Google Shape;1726;p23"/>
            <p:cNvSpPr/>
            <p:nvPr/>
          </p:nvSpPr>
          <p:spPr>
            <a:xfrm>
              <a:off x="8981715" y="2673513"/>
              <a:ext cx="160513" cy="135211"/>
            </a:xfrm>
            <a:custGeom>
              <a:rect b="b" l="l" r="r" t="t"/>
              <a:pathLst>
                <a:path extrusionOk="0" h="135211" w="160513">
                  <a:moveTo>
                    <a:pt x="79750" y="54651"/>
                  </a:moveTo>
                  <a:lnTo>
                    <a:pt x="52273" y="135212"/>
                  </a:lnTo>
                  <a:lnTo>
                    <a:pt x="0" y="135212"/>
                  </a:lnTo>
                  <a:lnTo>
                    <a:pt x="51261" y="0"/>
                  </a:lnTo>
                  <a:lnTo>
                    <a:pt x="108038" y="0"/>
                  </a:lnTo>
                  <a:lnTo>
                    <a:pt x="160513" y="135212"/>
                  </a:lnTo>
                  <a:lnTo>
                    <a:pt x="107633" y="135212"/>
                  </a:lnTo>
                  <a:lnTo>
                    <a:pt x="79750" y="54651"/>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7" name="Google Shape;1727;p23"/>
            <p:cNvSpPr/>
            <p:nvPr/>
          </p:nvSpPr>
          <p:spPr>
            <a:xfrm>
              <a:off x="8678855" y="2333965"/>
              <a:ext cx="384685" cy="271536"/>
            </a:xfrm>
            <a:custGeom>
              <a:rect b="b" l="l" r="r" t="t"/>
              <a:pathLst>
                <a:path extrusionOk="0" h="271536" w="384685">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8" name="Google Shape;1728;p23"/>
            <p:cNvSpPr/>
            <p:nvPr/>
          </p:nvSpPr>
          <p:spPr>
            <a:xfrm>
              <a:off x="8907519" y="2429876"/>
              <a:ext cx="166901" cy="168288"/>
            </a:xfrm>
            <a:custGeom>
              <a:rect b="b" l="l" r="r" t="t"/>
              <a:pathLst>
                <a:path extrusionOk="0" h="168288" w="166901">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9" name="Google Shape;1729;p23"/>
            <p:cNvSpPr/>
            <p:nvPr/>
          </p:nvSpPr>
          <p:spPr>
            <a:xfrm>
              <a:off x="8667823" y="2429927"/>
              <a:ext cx="166901" cy="168389"/>
            </a:xfrm>
            <a:custGeom>
              <a:rect b="b" l="l" r="r" t="t"/>
              <a:pathLst>
                <a:path extrusionOk="0" h="168389" w="166901">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30" name="Google Shape;1730;p23"/>
          <p:cNvGrpSpPr/>
          <p:nvPr/>
        </p:nvGrpSpPr>
        <p:grpSpPr>
          <a:xfrm>
            <a:off x="268664" y="1151426"/>
            <a:ext cx="1475212" cy="352265"/>
            <a:chOff x="0" y="2427986"/>
            <a:chExt cx="1581147" cy="380839"/>
          </a:xfrm>
        </p:grpSpPr>
        <p:grpSp>
          <p:nvGrpSpPr>
            <p:cNvPr id="1731" name="Google Shape;1731;p23"/>
            <p:cNvGrpSpPr/>
            <p:nvPr/>
          </p:nvGrpSpPr>
          <p:grpSpPr>
            <a:xfrm>
              <a:off x="0" y="2428340"/>
              <a:ext cx="605264" cy="380485"/>
              <a:chOff x="0" y="2428340"/>
              <a:chExt cx="605264" cy="380485"/>
            </a:xfrm>
          </p:grpSpPr>
          <p:sp>
            <p:nvSpPr>
              <p:cNvPr id="1732" name="Google Shape;1732;p23"/>
              <p:cNvSpPr/>
              <p:nvPr/>
            </p:nvSpPr>
            <p:spPr>
              <a:xfrm>
                <a:off x="0" y="2428340"/>
                <a:ext cx="605264" cy="380485"/>
              </a:xfrm>
              <a:custGeom>
                <a:rect b="b" l="l" r="r" t="t"/>
                <a:pathLst>
                  <a:path extrusionOk="0" h="380485" w="605264">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3" name="Google Shape;1733;p23"/>
              <p:cNvSpPr/>
              <p:nvPr/>
            </p:nvSpPr>
            <p:spPr>
              <a:xfrm>
                <a:off x="439539" y="2580150"/>
                <a:ext cx="5060" cy="151"/>
              </a:xfrm>
              <a:custGeom>
                <a:rect b="b" l="l" r="r" t="t"/>
                <a:pathLst>
                  <a:path extrusionOk="0" h="151" w="5060">
                    <a:moveTo>
                      <a:pt x="0" y="0"/>
                    </a:moveTo>
                    <a:cubicBezTo>
                      <a:pt x="0" y="0"/>
                      <a:pt x="0" y="0"/>
                      <a:pt x="0" y="0"/>
                    </a:cubicBezTo>
                    <a:cubicBezTo>
                      <a:pt x="0" y="51"/>
                      <a:pt x="0" y="101"/>
                      <a:pt x="0" y="152"/>
                    </a:cubicBezTo>
                    <a:cubicBezTo>
                      <a:pt x="0" y="152"/>
                      <a:pt x="0" y="51"/>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34" name="Google Shape;1734;p23"/>
            <p:cNvGrpSpPr/>
            <p:nvPr/>
          </p:nvGrpSpPr>
          <p:grpSpPr>
            <a:xfrm>
              <a:off x="684661" y="2427986"/>
              <a:ext cx="896486" cy="379271"/>
              <a:chOff x="684661" y="2427986"/>
              <a:chExt cx="896486" cy="379271"/>
            </a:xfrm>
          </p:grpSpPr>
          <p:sp>
            <p:nvSpPr>
              <p:cNvPr id="1735" name="Google Shape;1735;p23"/>
              <p:cNvSpPr/>
              <p:nvPr/>
            </p:nvSpPr>
            <p:spPr>
              <a:xfrm>
                <a:off x="684712"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6" name="Google Shape;1736;p23"/>
              <p:cNvSpPr/>
              <p:nvPr/>
            </p:nvSpPr>
            <p:spPr>
              <a:xfrm>
                <a:off x="766739" y="2427986"/>
                <a:ext cx="111934" cy="94425"/>
              </a:xfrm>
              <a:custGeom>
                <a:rect b="b" l="l" r="r" t="t"/>
                <a:pathLst>
                  <a:path extrusionOk="0" h="94425" w="111934">
                    <a:moveTo>
                      <a:pt x="36788" y="94426"/>
                    </a:moveTo>
                    <a:lnTo>
                      <a:pt x="55967" y="37952"/>
                    </a:lnTo>
                    <a:lnTo>
                      <a:pt x="75146" y="94426"/>
                    </a:lnTo>
                    <a:lnTo>
                      <a:pt x="111934"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7" name="Google Shape;1737;p23"/>
              <p:cNvSpPr/>
              <p:nvPr/>
            </p:nvSpPr>
            <p:spPr>
              <a:xfrm>
                <a:off x="869666" y="2427986"/>
                <a:ext cx="91085" cy="94425"/>
              </a:xfrm>
              <a:custGeom>
                <a:rect b="b" l="l" r="r" t="t"/>
                <a:pathLst>
                  <a:path extrusionOk="0" h="94425" w="9108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8" name="Google Shape;1738;p23"/>
              <p:cNvSpPr/>
              <p:nvPr/>
            </p:nvSpPr>
            <p:spPr>
              <a:xfrm>
                <a:off x="951694" y="2427986"/>
                <a:ext cx="111984" cy="94425"/>
              </a:xfrm>
              <a:custGeom>
                <a:rect b="b" l="l" r="r" t="t"/>
                <a:pathLst>
                  <a:path extrusionOk="0" h="94425" w="111984">
                    <a:moveTo>
                      <a:pt x="36788" y="94426"/>
                    </a:moveTo>
                    <a:lnTo>
                      <a:pt x="55967" y="37952"/>
                    </a:lnTo>
                    <a:lnTo>
                      <a:pt x="75146" y="94426"/>
                    </a:lnTo>
                    <a:lnTo>
                      <a:pt x="111985" y="94426"/>
                    </a:lnTo>
                    <a:lnTo>
                      <a:pt x="75905" y="0"/>
                    </a:lnTo>
                    <a:lnTo>
                      <a:pt x="36080" y="0"/>
                    </a:lnTo>
                    <a:lnTo>
                      <a:pt x="0" y="94426"/>
                    </a:lnTo>
                    <a:lnTo>
                      <a:pt x="36788"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9" name="Google Shape;1739;p23"/>
              <p:cNvSpPr/>
              <p:nvPr/>
            </p:nvSpPr>
            <p:spPr>
              <a:xfrm>
                <a:off x="1334356" y="2569675"/>
                <a:ext cx="74842" cy="94476"/>
              </a:xfrm>
              <a:custGeom>
                <a:rect b="b" l="l" r="r" t="t"/>
                <a:pathLst>
                  <a:path extrusionOk="0" h="94476" w="74842">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0" name="Google Shape;1740;p23"/>
              <p:cNvSpPr/>
              <p:nvPr/>
            </p:nvSpPr>
            <p:spPr>
              <a:xfrm>
                <a:off x="1238412" y="2569624"/>
                <a:ext cx="82837" cy="94425"/>
              </a:xfrm>
              <a:custGeom>
                <a:rect b="b" l="l" r="r" t="t"/>
                <a:pathLst>
                  <a:path extrusionOk="0" h="94425" w="82837">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1" name="Google Shape;1741;p23"/>
              <p:cNvSpPr/>
              <p:nvPr/>
            </p:nvSpPr>
            <p:spPr>
              <a:xfrm>
                <a:off x="956906" y="2568157"/>
                <a:ext cx="61280" cy="97411"/>
              </a:xfrm>
              <a:custGeom>
                <a:rect b="b" l="l" r="r" t="t"/>
                <a:pathLst>
                  <a:path extrusionOk="0" h="97411" w="61280">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2" name="Google Shape;1742;p23"/>
              <p:cNvSpPr/>
              <p:nvPr/>
            </p:nvSpPr>
            <p:spPr>
              <a:xfrm>
                <a:off x="684661" y="2568207"/>
                <a:ext cx="73374" cy="97411"/>
              </a:xfrm>
              <a:custGeom>
                <a:rect b="b" l="l" r="r" t="t"/>
                <a:pathLst>
                  <a:path extrusionOk="0" h="97411" w="73374">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3" name="Google Shape;1743;p23"/>
              <p:cNvSpPr/>
              <p:nvPr/>
            </p:nvSpPr>
            <p:spPr>
              <a:xfrm>
                <a:off x="1173286" y="2569675"/>
                <a:ext cx="71350" cy="94425"/>
              </a:xfrm>
              <a:custGeom>
                <a:rect b="b" l="l" r="r" t="t"/>
                <a:pathLst>
                  <a:path extrusionOk="0" h="94425" w="71350">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4" name="Google Shape;1744;p23"/>
              <p:cNvSpPr/>
              <p:nvPr/>
            </p:nvSpPr>
            <p:spPr>
              <a:xfrm>
                <a:off x="1502763" y="2569675"/>
                <a:ext cx="78384" cy="94476"/>
              </a:xfrm>
              <a:custGeom>
                <a:rect b="b" l="l" r="r" t="t"/>
                <a:pathLst>
                  <a:path extrusionOk="0" h="94476" w="78384">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5" name="Google Shape;1745;p23"/>
              <p:cNvSpPr/>
              <p:nvPr/>
            </p:nvSpPr>
            <p:spPr>
              <a:xfrm>
                <a:off x="763045" y="2568106"/>
                <a:ext cx="88656" cy="97562"/>
              </a:xfrm>
              <a:custGeom>
                <a:rect b="b" l="l" r="r" t="t"/>
                <a:pathLst>
                  <a:path extrusionOk="0" h="97562" w="88656">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6" name="Google Shape;1746;p23"/>
              <p:cNvSpPr/>
              <p:nvPr/>
            </p:nvSpPr>
            <p:spPr>
              <a:xfrm>
                <a:off x="1423923" y="2568207"/>
                <a:ext cx="73374" cy="97411"/>
              </a:xfrm>
              <a:custGeom>
                <a:rect b="b" l="l" r="r" t="t"/>
                <a:pathLst>
                  <a:path extrusionOk="0" h="97411" w="73374">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7" name="Google Shape;1747;p23"/>
              <p:cNvSpPr/>
              <p:nvPr/>
            </p:nvSpPr>
            <p:spPr>
              <a:xfrm>
                <a:off x="1126832" y="2569675"/>
                <a:ext cx="56017" cy="94425"/>
              </a:xfrm>
              <a:custGeom>
                <a:rect b="b" l="l" r="r" t="t"/>
                <a:pathLst>
                  <a:path extrusionOk="0" h="94425" w="56017">
                    <a:moveTo>
                      <a:pt x="17205" y="0"/>
                    </a:moveTo>
                    <a:lnTo>
                      <a:pt x="0" y="0"/>
                    </a:lnTo>
                    <a:lnTo>
                      <a:pt x="0" y="94426"/>
                    </a:lnTo>
                    <a:lnTo>
                      <a:pt x="56018" y="94426"/>
                    </a:lnTo>
                    <a:lnTo>
                      <a:pt x="56018" y="79953"/>
                    </a:lnTo>
                    <a:lnTo>
                      <a:pt x="17205" y="79953"/>
                    </a:lnTo>
                    <a:lnTo>
                      <a:pt x="17205"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8" name="Google Shape;1748;p23"/>
              <p:cNvSpPr/>
              <p:nvPr/>
            </p:nvSpPr>
            <p:spPr>
              <a:xfrm>
                <a:off x="1033469" y="2569675"/>
                <a:ext cx="73728" cy="95994"/>
              </a:xfrm>
              <a:custGeom>
                <a:rect b="b" l="l" r="r" t="t"/>
                <a:pathLst>
                  <a:path extrusionOk="0" h="95994" w="73728">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9" name="Google Shape;1749;p23"/>
              <p:cNvSpPr/>
              <p:nvPr/>
            </p:nvSpPr>
            <p:spPr>
              <a:xfrm>
                <a:off x="866428" y="2569675"/>
                <a:ext cx="74892" cy="94476"/>
              </a:xfrm>
              <a:custGeom>
                <a:rect b="b" l="l" r="r" t="t"/>
                <a:pathLst>
                  <a:path extrusionOk="0" h="94476" w="74892">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0" name="Google Shape;1750;p23"/>
              <p:cNvSpPr/>
              <p:nvPr/>
            </p:nvSpPr>
            <p:spPr>
              <a:xfrm>
                <a:off x="997743" y="2711313"/>
                <a:ext cx="17205" cy="94425"/>
              </a:xfrm>
              <a:custGeom>
                <a:rect b="b" l="l" r="r" t="t"/>
                <a:pathLst>
                  <a:path extrusionOk="0" h="94425" w="17205">
                    <a:moveTo>
                      <a:pt x="0" y="0"/>
                    </a:moveTo>
                    <a:lnTo>
                      <a:pt x="17205" y="0"/>
                    </a:lnTo>
                    <a:lnTo>
                      <a:pt x="17205" y="94426"/>
                    </a:lnTo>
                    <a:lnTo>
                      <a:pt x="0" y="944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1" name="Google Shape;1751;p23"/>
              <p:cNvSpPr/>
              <p:nvPr/>
            </p:nvSpPr>
            <p:spPr>
              <a:xfrm>
                <a:off x="833536" y="2711262"/>
                <a:ext cx="66239" cy="94476"/>
              </a:xfrm>
              <a:custGeom>
                <a:rect b="b" l="l" r="r" t="t"/>
                <a:pathLst>
                  <a:path extrusionOk="0" h="94476" w="66239">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2" name="Google Shape;1752;p23"/>
              <p:cNvSpPr/>
              <p:nvPr/>
            </p:nvSpPr>
            <p:spPr>
              <a:xfrm>
                <a:off x="904835" y="2711313"/>
                <a:ext cx="82837" cy="94425"/>
              </a:xfrm>
              <a:custGeom>
                <a:rect b="b" l="l" r="r" t="t"/>
                <a:pathLst>
                  <a:path extrusionOk="0" h="94425" w="82837">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3" name="Google Shape;1753;p23"/>
              <p:cNvSpPr/>
              <p:nvPr/>
            </p:nvSpPr>
            <p:spPr>
              <a:xfrm>
                <a:off x="1116964" y="2711313"/>
                <a:ext cx="56979" cy="94425"/>
              </a:xfrm>
              <a:custGeom>
                <a:rect b="b" l="l" r="r" t="t"/>
                <a:pathLst>
                  <a:path extrusionOk="0" h="94425" w="56979">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4" name="Google Shape;1754;p23"/>
              <p:cNvSpPr/>
              <p:nvPr/>
            </p:nvSpPr>
            <p:spPr>
              <a:xfrm>
                <a:off x="1029724" y="2709846"/>
                <a:ext cx="73374" cy="97411"/>
              </a:xfrm>
              <a:custGeom>
                <a:rect b="b" l="l" r="r" t="t"/>
                <a:pathLst>
                  <a:path extrusionOk="0" h="97411" w="73374">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5" name="Google Shape;1755;p23"/>
              <p:cNvSpPr/>
              <p:nvPr/>
            </p:nvSpPr>
            <p:spPr>
              <a:xfrm>
                <a:off x="684712"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6" name="Google Shape;1756;p23"/>
              <p:cNvSpPr/>
              <p:nvPr/>
            </p:nvSpPr>
            <p:spPr>
              <a:xfrm>
                <a:off x="761426" y="2711313"/>
                <a:ext cx="56979" cy="94425"/>
              </a:xfrm>
              <a:custGeom>
                <a:rect b="b" l="l" r="r" t="t"/>
                <a:pathLst>
                  <a:path extrusionOk="0" h="94425" w="56979">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7" name="Google Shape;1757;p23"/>
              <p:cNvSpPr/>
              <p:nvPr/>
            </p:nvSpPr>
            <p:spPr>
              <a:xfrm>
                <a:off x="1184874" y="2709846"/>
                <a:ext cx="61280" cy="97411"/>
              </a:xfrm>
              <a:custGeom>
                <a:rect b="b" l="l" r="r" t="t"/>
                <a:pathLst>
                  <a:path extrusionOk="0" h="97411" w="61280">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1758" name="Google Shape;1758;p23"/>
          <p:cNvSpPr/>
          <p:nvPr/>
        </p:nvSpPr>
        <p:spPr>
          <a:xfrm>
            <a:off x="0" y="-373380"/>
            <a:ext cx="9144000" cy="5143500"/>
          </a:xfrm>
          <a:prstGeom prst="rect">
            <a:avLst/>
          </a:prstGeom>
          <a:noFill/>
          <a:ln>
            <a:noFill/>
          </a:ln>
        </p:spPr>
      </p:sp>
      <p:sp>
        <p:nvSpPr>
          <p:cNvPr id="1759" name="Google Shape;1759;p23"/>
          <p:cNvSpPr txBox="1"/>
          <p:nvPr/>
        </p:nvSpPr>
        <p:spPr>
          <a:xfrm>
            <a:off x="160837" y="1929313"/>
            <a:ext cx="231832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Lorem ipsum dolor sit amet consectetur adipiscing elit. </a:t>
            </a:r>
            <a:endParaRPr/>
          </a:p>
        </p:txBody>
      </p:sp>
      <p:sp>
        <p:nvSpPr>
          <p:cNvPr id="1760" name="Google Shape;1760;p23"/>
          <p:cNvSpPr/>
          <p:nvPr/>
        </p:nvSpPr>
        <p:spPr>
          <a:xfrm>
            <a:off x="2023732" y="1147300"/>
            <a:ext cx="1900848" cy="357650"/>
          </a:xfrm>
          <a:prstGeom prst="rect">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Customer/partner logo</a:t>
            </a:r>
            <a:endParaRPr/>
          </a:p>
        </p:txBody>
      </p:sp>
      <p:sp>
        <p:nvSpPr>
          <p:cNvPr id="1761" name="Google Shape;1761;p23"/>
          <p:cNvSpPr/>
          <p:nvPr/>
        </p:nvSpPr>
        <p:spPr>
          <a:xfrm>
            <a:off x="1298004" y="1942351"/>
            <a:ext cx="2986412" cy="2419793"/>
          </a:xfrm>
          <a:custGeom>
            <a:rect b="b" l="l" r="r" t="t"/>
            <a:pathLst>
              <a:path extrusionOk="0" h="2419793" w="2986412">
                <a:moveTo>
                  <a:pt x="1478588" y="8316"/>
                </a:moveTo>
                <a:lnTo>
                  <a:pt x="2816" y="2391847"/>
                </a:lnTo>
                <a:cubicBezTo>
                  <a:pt x="-4670" y="2403896"/>
                  <a:pt x="3643" y="2419794"/>
                  <a:pt x="17448" y="2419794"/>
                </a:cubicBezTo>
                <a:lnTo>
                  <a:pt x="2968992" y="2419794"/>
                </a:lnTo>
                <a:cubicBezTo>
                  <a:pt x="2982749" y="2419794"/>
                  <a:pt x="2991061" y="2403896"/>
                  <a:pt x="2983624" y="2391847"/>
                </a:cubicBezTo>
                <a:lnTo>
                  <a:pt x="1507852" y="8316"/>
                </a:lnTo>
                <a:cubicBezTo>
                  <a:pt x="1500998" y="-2772"/>
                  <a:pt x="1485442" y="-2772"/>
                  <a:pt x="1478637" y="8316"/>
                </a:cubicBezTo>
                <a:close/>
              </a:path>
            </a:pathLst>
          </a:custGeom>
          <a:solidFill>
            <a:srgbClr val="A9C2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2" name="Google Shape;1762;p23"/>
          <p:cNvSpPr/>
          <p:nvPr/>
        </p:nvSpPr>
        <p:spPr>
          <a:xfrm>
            <a:off x="1297847" y="3229667"/>
            <a:ext cx="1380277" cy="1132478"/>
          </a:xfrm>
          <a:custGeom>
            <a:rect b="b" l="l" r="r" t="t"/>
            <a:pathLst>
              <a:path extrusionOk="0" h="735341" w="896242">
                <a:moveTo>
                  <a:pt x="441004" y="0"/>
                </a:moveTo>
                <a:lnTo>
                  <a:pt x="2778" y="707748"/>
                </a:lnTo>
                <a:cubicBezTo>
                  <a:pt x="-4611" y="719646"/>
                  <a:pt x="3605" y="735341"/>
                  <a:pt x="17216" y="735341"/>
                </a:cubicBezTo>
                <a:lnTo>
                  <a:pt x="896243" y="735341"/>
                </a:lnTo>
                <a:lnTo>
                  <a:pt x="440955" y="0"/>
                </a:lnTo>
                <a:close/>
              </a:path>
            </a:pathLst>
          </a:custGeom>
          <a:solidFill>
            <a:srgbClr val="000000">
              <a:alpha val="60000"/>
            </a:srgbClr>
          </a:solidFill>
          <a:ln>
            <a:noFill/>
          </a:ln>
        </p:spPr>
        <p:txBody>
          <a:bodyPr anchorCtr="0" anchor="t" bIns="45700" lIns="411475" spcFirstLastPara="1" rIns="45700" wrap="square" tIns="548625">
            <a:noAutofit/>
          </a:bodyPr>
          <a:lstStyle/>
          <a:p>
            <a:pPr indent="0" lvl="0" marL="0" marR="0" rtl="0" algn="l">
              <a:lnSpc>
                <a:spcPct val="80000"/>
              </a:lnSpc>
              <a:spcBef>
                <a:spcPts val="0"/>
              </a:spcBef>
              <a:spcAft>
                <a:spcPts val="0"/>
              </a:spcAft>
              <a:buNone/>
            </a:pPr>
            <a:r>
              <a:rPr b="1" lang="en-US" sz="1200">
                <a:solidFill>
                  <a:schemeClr val="lt1"/>
                </a:solidFill>
                <a:latin typeface="Calibri"/>
                <a:ea typeface="Calibri"/>
                <a:cs typeface="Calibri"/>
                <a:sym typeface="Calibri"/>
              </a:rPr>
              <a:t>Year</a:t>
            </a:r>
            <a:endParaRPr/>
          </a:p>
          <a:p>
            <a:pPr indent="0" lvl="0" marL="0" marR="0" rtl="0" algn="l">
              <a:lnSpc>
                <a:spcPct val="80000"/>
              </a:lnSpc>
              <a:spcBef>
                <a:spcPts val="200"/>
              </a:spcBef>
              <a:spcAft>
                <a:spcPts val="0"/>
              </a:spcAft>
              <a:buNone/>
            </a:pPr>
            <a:r>
              <a:rPr lang="en-US" sz="800">
                <a:solidFill>
                  <a:schemeClr val="lt1"/>
                </a:solidFill>
                <a:latin typeface="Calibri"/>
                <a:ea typeface="Calibri"/>
                <a:cs typeface="Calibri"/>
                <a:sym typeface="Calibri"/>
              </a:rPr>
              <a:t>Quisque</a:t>
            </a:r>
            <a:br>
              <a:rPr lang="en-US" sz="8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ex sapien vitae</a:t>
            </a:r>
            <a:br>
              <a:rPr lang="en-US" sz="8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pellentesque sem</a:t>
            </a:r>
            <a:endParaRPr sz="800">
              <a:solidFill>
                <a:schemeClr val="lt1"/>
              </a:solidFill>
              <a:latin typeface="Calibri"/>
              <a:ea typeface="Calibri"/>
              <a:cs typeface="Calibri"/>
              <a:sym typeface="Calibri"/>
            </a:endParaRPr>
          </a:p>
        </p:txBody>
      </p:sp>
      <p:sp>
        <p:nvSpPr>
          <p:cNvPr id="1763" name="Google Shape;1763;p23"/>
          <p:cNvSpPr/>
          <p:nvPr/>
        </p:nvSpPr>
        <p:spPr>
          <a:xfrm>
            <a:off x="4499504" y="1942351"/>
            <a:ext cx="2986412" cy="2419793"/>
          </a:xfrm>
          <a:custGeom>
            <a:rect b="b" l="l" r="r" t="t"/>
            <a:pathLst>
              <a:path extrusionOk="0" h="2419793" w="2986412">
                <a:moveTo>
                  <a:pt x="1478588" y="8316"/>
                </a:moveTo>
                <a:lnTo>
                  <a:pt x="2816" y="2391847"/>
                </a:lnTo>
                <a:cubicBezTo>
                  <a:pt x="-4670" y="2403896"/>
                  <a:pt x="3643" y="2419794"/>
                  <a:pt x="17448" y="2419794"/>
                </a:cubicBezTo>
                <a:lnTo>
                  <a:pt x="2968992" y="2419794"/>
                </a:lnTo>
                <a:cubicBezTo>
                  <a:pt x="2982749" y="2419794"/>
                  <a:pt x="2991061" y="2403896"/>
                  <a:pt x="2983624" y="2391847"/>
                </a:cubicBezTo>
                <a:lnTo>
                  <a:pt x="1507852" y="8316"/>
                </a:lnTo>
                <a:cubicBezTo>
                  <a:pt x="1500998" y="-2772"/>
                  <a:pt x="1485442" y="-2772"/>
                  <a:pt x="1478637" y="8316"/>
                </a:cubicBezTo>
                <a:close/>
              </a:path>
            </a:pathLst>
          </a:custGeom>
          <a:solidFill>
            <a:srgbClr val="A9C2E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4" name="Google Shape;1764;p23"/>
          <p:cNvSpPr/>
          <p:nvPr/>
        </p:nvSpPr>
        <p:spPr>
          <a:xfrm>
            <a:off x="4499504" y="3229667"/>
            <a:ext cx="1380277" cy="1132478"/>
          </a:xfrm>
          <a:custGeom>
            <a:rect b="b" l="l" r="r" t="t"/>
            <a:pathLst>
              <a:path extrusionOk="0" h="735341" w="896242">
                <a:moveTo>
                  <a:pt x="441004" y="0"/>
                </a:moveTo>
                <a:lnTo>
                  <a:pt x="2778" y="707748"/>
                </a:lnTo>
                <a:cubicBezTo>
                  <a:pt x="-4611" y="719646"/>
                  <a:pt x="3605" y="735341"/>
                  <a:pt x="17216" y="735341"/>
                </a:cubicBezTo>
                <a:lnTo>
                  <a:pt x="896243" y="735341"/>
                </a:lnTo>
                <a:lnTo>
                  <a:pt x="440955" y="0"/>
                </a:lnTo>
                <a:close/>
              </a:path>
            </a:pathLst>
          </a:custGeom>
          <a:solidFill>
            <a:srgbClr val="000000">
              <a:alpha val="60000"/>
            </a:srgbClr>
          </a:solidFill>
          <a:ln>
            <a:noFill/>
          </a:ln>
        </p:spPr>
        <p:txBody>
          <a:bodyPr anchorCtr="0" anchor="t" bIns="45700" lIns="411475" spcFirstLastPara="1" rIns="45700" wrap="square" tIns="548625">
            <a:noAutofit/>
          </a:bodyPr>
          <a:lstStyle/>
          <a:p>
            <a:pPr indent="0" lvl="0" marL="0" marR="0" rtl="0" algn="l">
              <a:lnSpc>
                <a:spcPct val="80000"/>
              </a:lnSpc>
              <a:spcBef>
                <a:spcPts val="0"/>
              </a:spcBef>
              <a:spcAft>
                <a:spcPts val="0"/>
              </a:spcAft>
              <a:buNone/>
            </a:pPr>
            <a:r>
              <a:rPr b="1" lang="en-US" sz="1200">
                <a:solidFill>
                  <a:schemeClr val="lt1"/>
                </a:solidFill>
                <a:latin typeface="Calibri"/>
                <a:ea typeface="Calibri"/>
                <a:cs typeface="Calibri"/>
                <a:sym typeface="Calibri"/>
              </a:rPr>
              <a:t>Year</a:t>
            </a:r>
            <a:endParaRPr/>
          </a:p>
          <a:p>
            <a:pPr indent="0" lvl="0" marL="0" marR="0" rtl="0" algn="l">
              <a:lnSpc>
                <a:spcPct val="80000"/>
              </a:lnSpc>
              <a:spcBef>
                <a:spcPts val="200"/>
              </a:spcBef>
              <a:spcAft>
                <a:spcPts val="0"/>
              </a:spcAft>
              <a:buNone/>
            </a:pPr>
            <a:r>
              <a:rPr lang="en-US" sz="800">
                <a:solidFill>
                  <a:schemeClr val="lt1"/>
                </a:solidFill>
                <a:latin typeface="Calibri"/>
                <a:ea typeface="Calibri"/>
                <a:cs typeface="Calibri"/>
                <a:sym typeface="Calibri"/>
              </a:rPr>
              <a:t>Quisque</a:t>
            </a:r>
            <a:br>
              <a:rPr lang="en-US" sz="8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ex sapien vitae</a:t>
            </a:r>
            <a:br>
              <a:rPr lang="en-US" sz="8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pellentesque sem</a:t>
            </a:r>
            <a:endParaRPr sz="800">
              <a:solidFill>
                <a:schemeClr val="lt1"/>
              </a:solidFill>
              <a:latin typeface="Calibri"/>
              <a:ea typeface="Calibri"/>
              <a:cs typeface="Calibri"/>
              <a:sym typeface="Calibri"/>
            </a:endParaRPr>
          </a:p>
        </p:txBody>
      </p:sp>
      <p:pic>
        <p:nvPicPr>
          <p:cNvPr id="1765" name="Google Shape;1765;p23"/>
          <p:cNvPicPr preferRelativeResize="0"/>
          <p:nvPr/>
        </p:nvPicPr>
        <p:blipFill rotWithShape="1">
          <a:blip r:embed="rId3">
            <a:alphaModFix/>
          </a:blip>
          <a:srcRect b="0" l="0" r="0" t="0"/>
          <a:stretch/>
        </p:blipFill>
        <p:spPr>
          <a:xfrm>
            <a:off x="3884852" y="-20673"/>
            <a:ext cx="1949986" cy="2066403"/>
          </a:xfrm>
          <a:prstGeom prst="rect">
            <a:avLst/>
          </a:prstGeom>
          <a:noFill/>
          <a:ln>
            <a:noFill/>
          </a:ln>
        </p:spPr>
      </p:pic>
      <p:pic>
        <p:nvPicPr>
          <p:cNvPr id="1766" name="Google Shape;1766;p23"/>
          <p:cNvPicPr preferRelativeResize="0"/>
          <p:nvPr/>
        </p:nvPicPr>
        <p:blipFill rotWithShape="1">
          <a:blip r:embed="rId4">
            <a:alphaModFix/>
          </a:blip>
          <a:srcRect b="0" l="0" r="0" t="0"/>
          <a:stretch/>
        </p:blipFill>
        <p:spPr>
          <a:xfrm>
            <a:off x="5477620" y="2949521"/>
            <a:ext cx="2286198" cy="2352863"/>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24"/>
          <p:cNvSpPr txBox="1"/>
          <p:nvPr>
            <p:ph type="title"/>
          </p:nvPr>
        </p:nvSpPr>
        <p:spPr>
          <a:xfrm>
            <a:off x="3810000" y="1065213"/>
            <a:ext cx="5094288" cy="1874359"/>
          </a:xfrm>
          <a:prstGeom prst="rect">
            <a:avLst/>
          </a:prstGeom>
          <a:noFill/>
          <a:ln>
            <a:noFill/>
          </a:ln>
        </p:spPr>
        <p:txBody>
          <a:bodyPr anchorCtr="0" anchor="t" bIns="45700" lIns="91425" spcFirstLastPara="1" rIns="91425" wrap="square" tIns="0">
            <a:spAutoFit/>
          </a:bodyPr>
          <a:lstStyle/>
          <a:p>
            <a:pPr indent="0" lvl="0" marL="0" rtl="0" algn="l">
              <a:lnSpc>
                <a:spcPct val="90000"/>
              </a:lnSpc>
              <a:spcBef>
                <a:spcPts val="0"/>
              </a:spcBef>
              <a:spcAft>
                <a:spcPts val="0"/>
              </a:spcAft>
              <a:buClr>
                <a:schemeClr val="lt1"/>
              </a:buClr>
              <a:buSzPts val="1100"/>
              <a:buFont typeface="Calibri"/>
              <a:buNone/>
            </a:pPr>
            <a:r>
              <a:rPr lang="en-US"/>
              <a:t>Lorem ipsum dolor sit amet consectetur adipiscing elit. Vitae pellentesque sem placerat in id cursus mi. Tempus leo eu aenean sed diam urna tempor. Nec metus bibendum egestas iaculis massa nisl malesuada. Ut hendrerit semper vel class aptent taciti sociosqu. Conubia nostra inceptos himenaeos orci varius natoque penatibus. Montes nascetur ridiculus mus donec rhoncus eros lobortis. Maximus eget fermentum odio phasellus non purus est. Vestibulum fusce dictum risus blandit quis suspendisse aliquet. Ante condimentum neque at luctus nibh finibus facilisis. Ligula congue sollicitudin erat viverra ac tincidunt nam. Euismod quam justo lectus commodo augue arcu dignissim.</a:t>
            </a:r>
            <a:br>
              <a:rPr lang="en-US"/>
            </a:br>
            <a:br>
              <a:rPr b="1" lang="en-US"/>
            </a:br>
            <a:r>
              <a:rPr b="1" lang="en-US"/>
              <a:t>Name</a:t>
            </a:r>
            <a:br>
              <a:rPr b="1" lang="en-US"/>
            </a:br>
            <a:r>
              <a:rPr lang="en-US"/>
              <a:t>Designation</a:t>
            </a:r>
            <a:endParaRPr/>
          </a:p>
        </p:txBody>
      </p:sp>
      <p:grpSp>
        <p:nvGrpSpPr>
          <p:cNvPr id="1772" name="Google Shape;1772;p24"/>
          <p:cNvGrpSpPr/>
          <p:nvPr/>
        </p:nvGrpSpPr>
        <p:grpSpPr>
          <a:xfrm>
            <a:off x="3867151" y="715582"/>
            <a:ext cx="341467" cy="265233"/>
            <a:chOff x="285750" y="1171124"/>
            <a:chExt cx="438195" cy="340366"/>
          </a:xfrm>
        </p:grpSpPr>
        <p:sp>
          <p:nvSpPr>
            <p:cNvPr id="1773" name="Google Shape;1773;p24"/>
            <p:cNvSpPr/>
            <p:nvPr/>
          </p:nvSpPr>
          <p:spPr>
            <a:xfrm>
              <a:off x="285750" y="1171124"/>
              <a:ext cx="202771" cy="340366"/>
            </a:xfrm>
            <a:prstGeom prst="rect">
              <a:avLst/>
            </a:prstGeom>
            <a:noFill/>
            <a:ln>
              <a:noFill/>
            </a:ln>
          </p:spPr>
        </p:sp>
        <p:sp>
          <p:nvSpPr>
            <p:cNvPr id="1774" name="Google Shape;1774;p24"/>
            <p:cNvSpPr/>
            <p:nvPr/>
          </p:nvSpPr>
          <p:spPr>
            <a:xfrm>
              <a:off x="521174" y="1171124"/>
              <a:ext cx="202771" cy="340366"/>
            </a:xfrm>
            <a:prstGeom prst="rect">
              <a:avLst/>
            </a:prstGeom>
            <a:noFill/>
            <a:ln>
              <a:noFill/>
            </a:ln>
          </p:spPr>
        </p:sp>
      </p:grpSp>
      <p:pic>
        <p:nvPicPr>
          <p:cNvPr id="1775" name="Google Shape;1775;p24"/>
          <p:cNvPicPr preferRelativeResize="0"/>
          <p:nvPr>
            <p:ph idx="2" type="pic"/>
          </p:nvPr>
        </p:nvPicPr>
        <p:blipFill rotWithShape="1">
          <a:blip r:embed="rId3">
            <a:alphaModFix/>
          </a:blip>
          <a:srcRect b="0" l="0" r="0" t="0"/>
          <a:stretch/>
        </p:blipFill>
        <p:spPr>
          <a:xfrm>
            <a:off x="783471" y="1421089"/>
            <a:ext cx="2811754" cy="2811754"/>
          </a:xfrm>
          <a:prstGeom prst="rect">
            <a:avLst/>
          </a:prstGeom>
          <a:solidFill>
            <a:srgbClr val="D8D8D8"/>
          </a:solidFill>
          <a:ln>
            <a:noFill/>
          </a:ln>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pic>
        <p:nvPicPr>
          <p:cNvPr id="1780" name="Google Shape;1780;p25"/>
          <p:cNvPicPr preferRelativeResize="0"/>
          <p:nvPr>
            <p:ph idx="2" type="pic"/>
          </p:nvPr>
        </p:nvPicPr>
        <p:blipFill rotWithShape="1">
          <a:blip r:embed="rId3">
            <a:alphaModFix/>
          </a:blip>
          <a:srcRect b="0" l="0" r="0" t="0"/>
          <a:stretch/>
        </p:blipFill>
        <p:spPr>
          <a:xfrm>
            <a:off x="783471" y="1421089"/>
            <a:ext cx="2811754" cy="2811754"/>
          </a:xfrm>
          <a:prstGeom prst="rect">
            <a:avLst/>
          </a:prstGeom>
          <a:solidFill>
            <a:srgbClr val="D8D8D8"/>
          </a:solidFill>
          <a:ln>
            <a:noFill/>
          </a:ln>
        </p:spPr>
      </p:pic>
      <p:sp>
        <p:nvSpPr>
          <p:cNvPr id="1781" name="Google Shape;1781;p25"/>
          <p:cNvSpPr txBox="1"/>
          <p:nvPr>
            <p:ph type="title"/>
          </p:nvPr>
        </p:nvSpPr>
        <p:spPr>
          <a:xfrm>
            <a:off x="3810000" y="1065213"/>
            <a:ext cx="5094288" cy="2122487"/>
          </a:xfrm>
          <a:prstGeom prst="rect">
            <a:avLst/>
          </a:prstGeom>
          <a:noFill/>
          <a:ln>
            <a:noFill/>
          </a:ln>
        </p:spPr>
        <p:txBody>
          <a:bodyPr anchorCtr="0" anchor="t" bIns="45700" lIns="91425" spcFirstLastPara="1" rIns="91425" wrap="square" tIns="0">
            <a:spAutoFit/>
          </a:bodyPr>
          <a:lstStyle/>
          <a:p>
            <a:pPr indent="0" lvl="0" marL="0" rtl="0" algn="l">
              <a:lnSpc>
                <a:spcPct val="90000"/>
              </a:lnSpc>
              <a:spcBef>
                <a:spcPts val="0"/>
              </a:spcBef>
              <a:spcAft>
                <a:spcPts val="0"/>
              </a:spcAft>
              <a:buClr>
                <a:schemeClr val="dk1"/>
              </a:buClr>
              <a:buSzPts val="1100"/>
              <a:buFont typeface="Calibri"/>
              <a:buNone/>
            </a:pPr>
            <a:r>
              <a:rPr lang="en-US"/>
              <a:t>Lorem ipsum dolor sit amet consectetur adipiscing elit. Vitae pellentesque sem placerat in id cursus mi. Tempus leo eu aenean sed diam urna tempor. Nec metus bibendum egestas iaculis massa nisl malesuada. Ut hendrerit semper vel class aptent taciti sociosqu. Conubia nostra inceptos himenaeos orci varius natoque penatibus. Montes nascetur ridiculus mus donec rhoncus eros lobortis. Maximus eget fermentum odio phasellus non purus est. Vestibulum fusce dictum risus blandit quis suspendisse aliquet. Ante condimentum neque at luctus nibh finibus facilisis. Ligula congue sollicitudin erat viverra ac tincidunt nam. Euismod quam justo lectus commodo augue arcu dignissim.</a:t>
            </a:r>
            <a:br>
              <a:rPr lang="en-US"/>
            </a:br>
            <a:br>
              <a:rPr b="1" lang="en-US"/>
            </a:br>
            <a:r>
              <a:rPr b="1" lang="en-US"/>
              <a:t>Name</a:t>
            </a:r>
            <a:br>
              <a:rPr b="1" lang="en-US"/>
            </a:br>
            <a:r>
              <a:rPr lang="en-US"/>
              <a:t>Designation</a:t>
            </a:r>
            <a:endParaRPr/>
          </a:p>
        </p:txBody>
      </p:sp>
      <p:grpSp>
        <p:nvGrpSpPr>
          <p:cNvPr id="1782" name="Google Shape;1782;p25"/>
          <p:cNvGrpSpPr/>
          <p:nvPr/>
        </p:nvGrpSpPr>
        <p:grpSpPr>
          <a:xfrm>
            <a:off x="3867151" y="715582"/>
            <a:ext cx="341467" cy="265233"/>
            <a:chOff x="285750" y="1171124"/>
            <a:chExt cx="438195" cy="340366"/>
          </a:xfrm>
        </p:grpSpPr>
        <p:sp>
          <p:nvSpPr>
            <p:cNvPr id="1783" name="Google Shape;1783;p25"/>
            <p:cNvSpPr/>
            <p:nvPr/>
          </p:nvSpPr>
          <p:spPr>
            <a:xfrm>
              <a:off x="285750" y="1171124"/>
              <a:ext cx="202771" cy="340366"/>
            </a:xfrm>
            <a:prstGeom prst="rect">
              <a:avLst/>
            </a:prstGeom>
            <a:noFill/>
            <a:ln>
              <a:noFill/>
            </a:ln>
          </p:spPr>
        </p:sp>
        <p:sp>
          <p:nvSpPr>
            <p:cNvPr id="1784" name="Google Shape;1784;p25"/>
            <p:cNvSpPr/>
            <p:nvPr/>
          </p:nvSpPr>
          <p:spPr>
            <a:xfrm>
              <a:off x="521174" y="1171124"/>
              <a:ext cx="202771" cy="340366"/>
            </a:xfrm>
            <a:prstGeom prst="rect">
              <a:avLst/>
            </a:prstGeom>
            <a:noFill/>
            <a:ln>
              <a:noFill/>
            </a:ln>
          </p:spPr>
        </p:sp>
      </p:gr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2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fld id="{00000000-1234-1234-1234-123412341234}" type="slidenum">
              <a:rPr lang="en-US"/>
              <a:t>‹#›</a:t>
            </a:fld>
            <a:endParaRPr/>
          </a:p>
        </p:txBody>
      </p:sp>
      <p:sp>
        <p:nvSpPr>
          <p:cNvPr id="1790" name="Google Shape;1790;p26"/>
          <p:cNvSpPr txBox="1"/>
          <p:nvPr/>
        </p:nvSpPr>
        <p:spPr>
          <a:xfrm>
            <a:off x="274638" y="1635722"/>
            <a:ext cx="4297362" cy="5060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Add title here</a:t>
            </a:r>
            <a:br>
              <a:rPr lang="en-US" sz="3200">
                <a:solidFill>
                  <a:schemeClr val="lt1"/>
                </a:solidFill>
                <a:latin typeface="Calibri"/>
                <a:ea typeface="Calibri"/>
                <a:cs typeface="Calibri"/>
                <a:sym typeface="Calibri"/>
              </a:rPr>
            </a:br>
            <a:r>
              <a:rPr lang="en-US" sz="3200">
                <a:solidFill>
                  <a:schemeClr val="lt1"/>
                </a:solidFill>
                <a:latin typeface="Calibri"/>
                <a:ea typeface="Calibri"/>
                <a:cs typeface="Calibri"/>
                <a:sym typeface="Calibri"/>
              </a:rPr>
              <a:t>Add title here</a:t>
            </a:r>
            <a:endParaRPr b="1" sz="3200">
              <a:solidFill>
                <a:schemeClr val="lt1"/>
              </a:solidFill>
              <a:latin typeface="Calibri"/>
              <a:ea typeface="Calibri"/>
              <a:cs typeface="Calibri"/>
              <a:sym typeface="Calibri"/>
            </a:endParaRPr>
          </a:p>
        </p:txBody>
      </p:sp>
      <p:sp>
        <p:nvSpPr>
          <p:cNvPr id="1791" name="Google Shape;1791;p26"/>
          <p:cNvSpPr txBox="1"/>
          <p:nvPr/>
        </p:nvSpPr>
        <p:spPr>
          <a:xfrm>
            <a:off x="274638" y="1081057"/>
            <a:ext cx="4297362" cy="2829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Panel discussion</a:t>
            </a:r>
            <a:endParaRPr b="1" sz="1600">
              <a:solidFill>
                <a:schemeClr val="lt1"/>
              </a:solidFill>
              <a:latin typeface="Calibri"/>
              <a:ea typeface="Calibri"/>
              <a:cs typeface="Calibri"/>
              <a:sym typeface="Calibri"/>
            </a:endParaRPr>
          </a:p>
        </p:txBody>
      </p:sp>
      <p:sp>
        <p:nvSpPr>
          <p:cNvPr id="1792" name="Google Shape;1792;p26"/>
          <p:cNvSpPr txBox="1"/>
          <p:nvPr/>
        </p:nvSpPr>
        <p:spPr>
          <a:xfrm>
            <a:off x="274638" y="2860866"/>
            <a:ext cx="4297362" cy="2829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Supporting by:</a:t>
            </a:r>
            <a:endParaRPr b="1" sz="1600">
              <a:solidFill>
                <a:schemeClr val="lt1"/>
              </a:solidFill>
              <a:latin typeface="Calibri"/>
              <a:ea typeface="Calibri"/>
              <a:cs typeface="Calibri"/>
              <a:sym typeface="Calibri"/>
            </a:endParaRPr>
          </a:p>
        </p:txBody>
      </p:sp>
      <p:grpSp>
        <p:nvGrpSpPr>
          <p:cNvPr id="1793" name="Google Shape;1793;p26"/>
          <p:cNvGrpSpPr/>
          <p:nvPr/>
        </p:nvGrpSpPr>
        <p:grpSpPr>
          <a:xfrm>
            <a:off x="274638" y="3238990"/>
            <a:ext cx="3394392" cy="357650"/>
            <a:chOff x="274638" y="3238990"/>
            <a:chExt cx="4003968" cy="357650"/>
          </a:xfrm>
        </p:grpSpPr>
        <p:sp>
          <p:nvSpPr>
            <p:cNvPr id="1794" name="Google Shape;1794;p26"/>
            <p:cNvSpPr/>
            <p:nvPr/>
          </p:nvSpPr>
          <p:spPr>
            <a:xfrm>
              <a:off x="274638" y="323899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Customer/partner logo</a:t>
              </a:r>
              <a:endParaRPr/>
            </a:p>
          </p:txBody>
        </p:sp>
        <p:sp>
          <p:nvSpPr>
            <p:cNvPr id="1795" name="Google Shape;1795;p26"/>
            <p:cNvSpPr/>
            <p:nvPr/>
          </p:nvSpPr>
          <p:spPr>
            <a:xfrm>
              <a:off x="2377758" y="323899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Customer/partner logo</a:t>
              </a:r>
              <a:endParaRPr/>
            </a:p>
          </p:txBody>
        </p:sp>
      </p:grpSp>
      <p:sp>
        <p:nvSpPr>
          <p:cNvPr id="1796" name="Google Shape;1796;p26"/>
          <p:cNvSpPr txBox="1"/>
          <p:nvPr/>
        </p:nvSpPr>
        <p:spPr>
          <a:xfrm>
            <a:off x="4112011"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797" name="Google Shape;1797;p26"/>
          <p:cNvPicPr preferRelativeResize="0"/>
          <p:nvPr/>
        </p:nvPicPr>
        <p:blipFill rotWithShape="1">
          <a:blip r:embed="rId3">
            <a:alphaModFix/>
          </a:blip>
          <a:srcRect b="55496" l="33613" r="21883" t="0"/>
          <a:stretch/>
        </p:blipFill>
        <p:spPr>
          <a:xfrm>
            <a:off x="4286910" y="1439371"/>
            <a:ext cx="886118" cy="886118"/>
          </a:xfrm>
          <a:prstGeom prst="ellipse">
            <a:avLst/>
          </a:prstGeom>
          <a:noFill/>
          <a:ln>
            <a:noFill/>
          </a:ln>
        </p:spPr>
      </p:pic>
      <p:sp>
        <p:nvSpPr>
          <p:cNvPr id="1798" name="Google Shape;1798;p26"/>
          <p:cNvSpPr txBox="1"/>
          <p:nvPr/>
        </p:nvSpPr>
        <p:spPr>
          <a:xfrm>
            <a:off x="5648466"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799" name="Google Shape;1799;p26"/>
          <p:cNvPicPr preferRelativeResize="0"/>
          <p:nvPr/>
        </p:nvPicPr>
        <p:blipFill rotWithShape="1">
          <a:blip r:embed="rId4">
            <a:alphaModFix/>
          </a:blip>
          <a:srcRect b="54763" l="54144" r="16918" t="1824"/>
          <a:stretch/>
        </p:blipFill>
        <p:spPr>
          <a:xfrm>
            <a:off x="5823365" y="1439371"/>
            <a:ext cx="886118" cy="886118"/>
          </a:xfrm>
          <a:prstGeom prst="ellipse">
            <a:avLst/>
          </a:prstGeom>
          <a:noFill/>
          <a:ln>
            <a:noFill/>
          </a:ln>
        </p:spPr>
      </p:pic>
      <p:sp>
        <p:nvSpPr>
          <p:cNvPr id="1800" name="Google Shape;1800;p26"/>
          <p:cNvSpPr txBox="1"/>
          <p:nvPr/>
        </p:nvSpPr>
        <p:spPr>
          <a:xfrm>
            <a:off x="7184922"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801" name="Google Shape;1801;p26"/>
          <p:cNvPicPr preferRelativeResize="0"/>
          <p:nvPr/>
        </p:nvPicPr>
        <p:blipFill rotWithShape="1">
          <a:blip r:embed="rId5">
            <a:alphaModFix/>
          </a:blip>
          <a:srcRect b="48767" l="33775" r="33775" t="2551"/>
          <a:stretch/>
        </p:blipFill>
        <p:spPr>
          <a:xfrm>
            <a:off x="7359821" y="1439371"/>
            <a:ext cx="886118" cy="886118"/>
          </a:xfrm>
          <a:prstGeom prst="ellipse">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27"/>
          <p:cNvSpPr txBox="1"/>
          <p:nvPr/>
        </p:nvSpPr>
        <p:spPr>
          <a:xfrm>
            <a:off x="274638" y="1635722"/>
            <a:ext cx="4297362" cy="5060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Add title here</a:t>
            </a:r>
            <a:br>
              <a:rPr lang="en-US" sz="3200">
                <a:solidFill>
                  <a:schemeClr val="lt1"/>
                </a:solidFill>
                <a:latin typeface="Calibri"/>
                <a:ea typeface="Calibri"/>
                <a:cs typeface="Calibri"/>
                <a:sym typeface="Calibri"/>
              </a:rPr>
            </a:br>
            <a:r>
              <a:rPr lang="en-US" sz="3200">
                <a:solidFill>
                  <a:schemeClr val="lt1"/>
                </a:solidFill>
                <a:latin typeface="Calibri"/>
                <a:ea typeface="Calibri"/>
                <a:cs typeface="Calibri"/>
                <a:sym typeface="Calibri"/>
              </a:rPr>
              <a:t>Add title here</a:t>
            </a:r>
            <a:endParaRPr b="1" sz="3200">
              <a:solidFill>
                <a:schemeClr val="lt1"/>
              </a:solidFill>
              <a:latin typeface="Calibri"/>
              <a:ea typeface="Calibri"/>
              <a:cs typeface="Calibri"/>
              <a:sym typeface="Calibri"/>
            </a:endParaRPr>
          </a:p>
        </p:txBody>
      </p:sp>
      <p:sp>
        <p:nvSpPr>
          <p:cNvPr id="1808" name="Google Shape;1808;p27"/>
          <p:cNvSpPr txBox="1"/>
          <p:nvPr/>
        </p:nvSpPr>
        <p:spPr>
          <a:xfrm>
            <a:off x="274638" y="1081057"/>
            <a:ext cx="4297362" cy="2829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Panel discussion</a:t>
            </a:r>
            <a:endParaRPr b="1" sz="1600">
              <a:solidFill>
                <a:schemeClr val="lt1"/>
              </a:solidFill>
              <a:latin typeface="Calibri"/>
              <a:ea typeface="Calibri"/>
              <a:cs typeface="Calibri"/>
              <a:sym typeface="Calibri"/>
            </a:endParaRPr>
          </a:p>
        </p:txBody>
      </p:sp>
      <p:sp>
        <p:nvSpPr>
          <p:cNvPr id="1809" name="Google Shape;1809;p27"/>
          <p:cNvSpPr txBox="1"/>
          <p:nvPr/>
        </p:nvSpPr>
        <p:spPr>
          <a:xfrm>
            <a:off x="274638" y="2860866"/>
            <a:ext cx="4297362" cy="2829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Supporting by:</a:t>
            </a:r>
            <a:endParaRPr b="1" sz="1600">
              <a:solidFill>
                <a:schemeClr val="lt1"/>
              </a:solidFill>
              <a:latin typeface="Calibri"/>
              <a:ea typeface="Calibri"/>
              <a:cs typeface="Calibri"/>
              <a:sym typeface="Calibri"/>
            </a:endParaRPr>
          </a:p>
        </p:txBody>
      </p:sp>
      <p:grpSp>
        <p:nvGrpSpPr>
          <p:cNvPr id="1810" name="Google Shape;1810;p27"/>
          <p:cNvGrpSpPr/>
          <p:nvPr/>
        </p:nvGrpSpPr>
        <p:grpSpPr>
          <a:xfrm>
            <a:off x="274638" y="3238990"/>
            <a:ext cx="3394392" cy="357650"/>
            <a:chOff x="274638" y="3238990"/>
            <a:chExt cx="4003968" cy="357650"/>
          </a:xfrm>
        </p:grpSpPr>
        <p:sp>
          <p:nvSpPr>
            <p:cNvPr id="1811" name="Google Shape;1811;p27"/>
            <p:cNvSpPr/>
            <p:nvPr/>
          </p:nvSpPr>
          <p:spPr>
            <a:xfrm>
              <a:off x="274638" y="323899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Customer/partner logo</a:t>
              </a:r>
              <a:endParaRPr/>
            </a:p>
          </p:txBody>
        </p:sp>
        <p:sp>
          <p:nvSpPr>
            <p:cNvPr id="1812" name="Google Shape;1812;p27"/>
            <p:cNvSpPr/>
            <p:nvPr/>
          </p:nvSpPr>
          <p:spPr>
            <a:xfrm>
              <a:off x="2377758" y="3238990"/>
              <a:ext cx="1900848" cy="357650"/>
            </a:xfrm>
            <a:prstGeom prst="rect">
              <a:avLst/>
            </a:pr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Customer/partner logo</a:t>
              </a:r>
              <a:endParaRPr/>
            </a:p>
          </p:txBody>
        </p:sp>
      </p:grpSp>
      <p:grpSp>
        <p:nvGrpSpPr>
          <p:cNvPr id="1813" name="Google Shape;1813;p27"/>
          <p:cNvGrpSpPr/>
          <p:nvPr/>
        </p:nvGrpSpPr>
        <p:grpSpPr>
          <a:xfrm>
            <a:off x="4572000" y="1685632"/>
            <a:ext cx="4308827" cy="1181008"/>
            <a:chOff x="4112011" y="1426376"/>
            <a:chExt cx="4308827" cy="1181008"/>
          </a:xfrm>
        </p:grpSpPr>
        <p:sp>
          <p:nvSpPr>
            <p:cNvPr id="1814" name="Google Shape;1814;p27"/>
            <p:cNvSpPr txBox="1"/>
            <p:nvPr/>
          </p:nvSpPr>
          <p:spPr>
            <a:xfrm>
              <a:off x="4112011"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815" name="Google Shape;1815;p27"/>
            <p:cNvPicPr preferRelativeResize="0"/>
            <p:nvPr/>
          </p:nvPicPr>
          <p:blipFill rotWithShape="1">
            <a:blip r:embed="rId3">
              <a:alphaModFix/>
            </a:blip>
            <a:srcRect b="55496" l="33613" r="21883" t="0"/>
            <a:stretch/>
          </p:blipFill>
          <p:spPr>
            <a:xfrm>
              <a:off x="4286910" y="1426376"/>
              <a:ext cx="886118" cy="886118"/>
            </a:xfrm>
            <a:prstGeom prst="ellipse">
              <a:avLst/>
            </a:prstGeom>
            <a:noFill/>
            <a:ln>
              <a:noFill/>
            </a:ln>
          </p:spPr>
        </p:pic>
        <p:sp>
          <p:nvSpPr>
            <p:cNvPr id="1816" name="Google Shape;1816;p27"/>
            <p:cNvSpPr txBox="1"/>
            <p:nvPr/>
          </p:nvSpPr>
          <p:spPr>
            <a:xfrm>
              <a:off x="5648466"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817" name="Google Shape;1817;p27"/>
            <p:cNvPicPr preferRelativeResize="0"/>
            <p:nvPr/>
          </p:nvPicPr>
          <p:blipFill rotWithShape="1">
            <a:blip r:embed="rId4">
              <a:alphaModFix/>
            </a:blip>
            <a:srcRect b="54763" l="54144" r="16918" t="1824"/>
            <a:stretch/>
          </p:blipFill>
          <p:spPr>
            <a:xfrm>
              <a:off x="5823365" y="1439371"/>
              <a:ext cx="886118" cy="886118"/>
            </a:xfrm>
            <a:prstGeom prst="ellipse">
              <a:avLst/>
            </a:prstGeom>
            <a:noFill/>
            <a:ln>
              <a:noFill/>
            </a:ln>
          </p:spPr>
        </p:pic>
        <p:sp>
          <p:nvSpPr>
            <p:cNvPr id="1818" name="Google Shape;1818;p27"/>
            <p:cNvSpPr txBox="1"/>
            <p:nvPr/>
          </p:nvSpPr>
          <p:spPr>
            <a:xfrm>
              <a:off x="7184922" y="2422718"/>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pic>
          <p:nvPicPr>
            <p:cNvPr id="1819" name="Google Shape;1819;p27"/>
            <p:cNvPicPr preferRelativeResize="0"/>
            <p:nvPr/>
          </p:nvPicPr>
          <p:blipFill rotWithShape="1">
            <a:blip r:embed="rId5">
              <a:alphaModFix/>
            </a:blip>
            <a:srcRect b="48767" l="33775" r="33775" t="2551"/>
            <a:stretch/>
          </p:blipFill>
          <p:spPr>
            <a:xfrm>
              <a:off x="7359821" y="1439371"/>
              <a:ext cx="886118" cy="886118"/>
            </a:xfrm>
            <a:prstGeom prst="ellipse">
              <a:avLst/>
            </a:prstGeom>
            <a:noFill/>
            <a:ln>
              <a:noFill/>
            </a:ln>
          </p:spPr>
        </p:pic>
      </p:grpSp>
      <p:pic>
        <p:nvPicPr>
          <p:cNvPr id="1820" name="Google Shape;1820;p27"/>
          <p:cNvPicPr preferRelativeResize="0"/>
          <p:nvPr/>
        </p:nvPicPr>
        <p:blipFill rotWithShape="1">
          <a:blip r:embed="rId6">
            <a:alphaModFix/>
          </a:blip>
          <a:srcRect b="43083" l="42094" r="22817" t="9787"/>
          <a:stretch/>
        </p:blipFill>
        <p:spPr>
          <a:xfrm>
            <a:off x="5515127" y="3060067"/>
            <a:ext cx="886118" cy="886118"/>
          </a:xfrm>
          <a:prstGeom prst="ellipse">
            <a:avLst/>
          </a:prstGeom>
          <a:noFill/>
          <a:ln>
            <a:noFill/>
          </a:ln>
        </p:spPr>
      </p:pic>
      <p:pic>
        <p:nvPicPr>
          <p:cNvPr descr="A collage of a group of people&#10;&#10;AI-generated content may be incorrect." id="1821" name="Google Shape;1821;p27"/>
          <p:cNvPicPr preferRelativeResize="0"/>
          <p:nvPr/>
        </p:nvPicPr>
        <p:blipFill rotWithShape="1">
          <a:blip r:embed="rId7">
            <a:alphaModFix/>
          </a:blip>
          <a:srcRect b="53918" l="81725" r="12962" t="24832"/>
          <a:stretch/>
        </p:blipFill>
        <p:spPr>
          <a:xfrm>
            <a:off x="7051582" y="3060067"/>
            <a:ext cx="886118" cy="886118"/>
          </a:xfrm>
          <a:prstGeom prst="ellipse">
            <a:avLst/>
          </a:prstGeom>
          <a:noFill/>
          <a:ln>
            <a:noFill/>
          </a:ln>
        </p:spPr>
      </p:pic>
      <p:sp>
        <p:nvSpPr>
          <p:cNvPr id="1822" name="Google Shape;1822;p27"/>
          <p:cNvSpPr txBox="1"/>
          <p:nvPr/>
        </p:nvSpPr>
        <p:spPr>
          <a:xfrm>
            <a:off x="5340228" y="4043414"/>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sp>
        <p:nvSpPr>
          <p:cNvPr id="1823" name="Google Shape;1823;p27"/>
          <p:cNvSpPr txBox="1"/>
          <p:nvPr/>
        </p:nvSpPr>
        <p:spPr>
          <a:xfrm>
            <a:off x="6876683" y="4043414"/>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lt1"/>
                </a:solidFill>
                <a:latin typeface="Calibri"/>
                <a:ea typeface="Calibri"/>
                <a:cs typeface="Calibri"/>
                <a:sym typeface="Calibri"/>
              </a:rPr>
              <a:t>Lorem ipsum dolor</a:t>
            </a:r>
            <a:endParaRPr b="1" sz="12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2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1830" name="Google Shape;1830;p2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1831" name="Google Shape;1831;p2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1832" name="Google Shape;1832;p28"/>
          <p:cNvSpPr txBox="1"/>
          <p:nvPr/>
        </p:nvSpPr>
        <p:spPr>
          <a:xfrm>
            <a:off x="1196651" y="754071"/>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1833" name="Google Shape;1833;p28"/>
          <p:cNvSpPr txBox="1"/>
          <p:nvPr/>
        </p:nvSpPr>
        <p:spPr>
          <a:xfrm>
            <a:off x="6415157" y="754071"/>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1834" name="Google Shape;1834;p28"/>
          <p:cNvSpPr txBox="1"/>
          <p:nvPr/>
        </p:nvSpPr>
        <p:spPr>
          <a:xfrm>
            <a:off x="652770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1835" name="Google Shape;1835;p28"/>
          <p:cNvSpPr txBox="1"/>
          <p:nvPr/>
        </p:nvSpPr>
        <p:spPr>
          <a:xfrm>
            <a:off x="111475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1836" name="Google Shape;1836;p28"/>
          <p:cNvSpPr txBox="1"/>
          <p:nvPr/>
        </p:nvSpPr>
        <p:spPr>
          <a:xfrm>
            <a:off x="385058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1837" name="Google Shape;1837;p28"/>
          <p:cNvSpPr/>
          <p:nvPr/>
        </p:nvSpPr>
        <p:spPr>
          <a:xfrm>
            <a:off x="1555944" y="2695563"/>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8" name="Google Shape;1838;p28"/>
          <p:cNvSpPr/>
          <p:nvPr/>
        </p:nvSpPr>
        <p:spPr>
          <a:xfrm>
            <a:off x="2838331" y="1393026"/>
            <a:ext cx="929990" cy="929991"/>
          </a:xfrm>
          <a:prstGeom prst="ellipse">
            <a:avLst/>
          </a:pr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9" name="Google Shape;1839;p28"/>
          <p:cNvSpPr/>
          <p:nvPr/>
        </p:nvSpPr>
        <p:spPr>
          <a:xfrm>
            <a:off x="5406214" y="1393043"/>
            <a:ext cx="929990" cy="929991"/>
          </a:xfrm>
          <a:prstGeom prst="ellipse">
            <a:avLst/>
          </a:pr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0" name="Google Shape;1840;p28"/>
          <p:cNvSpPr/>
          <p:nvPr/>
        </p:nvSpPr>
        <p:spPr>
          <a:xfrm>
            <a:off x="4118921" y="2695566"/>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1" name="Google Shape;1841;p28"/>
          <p:cNvSpPr/>
          <p:nvPr/>
        </p:nvSpPr>
        <p:spPr>
          <a:xfrm>
            <a:off x="1570606" y="2465050"/>
            <a:ext cx="875262" cy="248188"/>
          </a:xfrm>
          <a:custGeom>
            <a:rect b="b" l="l" r="r" t="t"/>
            <a:pathLst>
              <a:path extrusionOk="0" h="277137" w="977356">
                <a:moveTo>
                  <a:pt x="84166" y="277138"/>
                </a:moveTo>
                <a:lnTo>
                  <a:pt x="0" y="175004"/>
                </a:lnTo>
                <a:cubicBezTo>
                  <a:pt x="68575" y="118492"/>
                  <a:pt x="145457" y="74761"/>
                  <a:pt x="228524" y="44984"/>
                </a:cubicBezTo>
                <a:cubicBezTo>
                  <a:pt x="311822" y="15131"/>
                  <a:pt x="399490" y="0"/>
                  <a:pt x="489100" y="0"/>
                </a:cubicBezTo>
                <a:cubicBezTo>
                  <a:pt x="578710" y="0"/>
                  <a:pt x="665995" y="15080"/>
                  <a:pt x="749164" y="44805"/>
                </a:cubicBezTo>
                <a:cubicBezTo>
                  <a:pt x="832078" y="74454"/>
                  <a:pt x="908858" y="118032"/>
                  <a:pt x="977356" y="174288"/>
                </a:cubicBezTo>
                <a:lnTo>
                  <a:pt x="893343" y="276550"/>
                </a:lnTo>
                <a:cubicBezTo>
                  <a:pt x="778506" y="182211"/>
                  <a:pt x="638723" y="132320"/>
                  <a:pt x="489100" y="132320"/>
                </a:cubicBezTo>
                <a:cubicBezTo>
                  <a:pt x="339477"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2" name="Google Shape;1842;p28"/>
          <p:cNvSpPr/>
          <p:nvPr/>
        </p:nvSpPr>
        <p:spPr>
          <a:xfrm>
            <a:off x="1360597" y="1204584"/>
            <a:ext cx="6422040" cy="2598618"/>
          </a:xfrm>
          <a:custGeom>
            <a:rect b="b" l="l" r="r" t="t"/>
            <a:pathLst>
              <a:path extrusionOk="0" h="2901730" w="7171131">
                <a:moveTo>
                  <a:pt x="6447501" y="2901705"/>
                </a:moveTo>
                <a:cubicBezTo>
                  <a:pt x="6254222" y="2901705"/>
                  <a:pt x="6072497" y="2826434"/>
                  <a:pt x="5935832" y="2689769"/>
                </a:cubicBezTo>
                <a:cubicBezTo>
                  <a:pt x="5799167" y="2553104"/>
                  <a:pt x="5723896" y="2371378"/>
                  <a:pt x="5723896" y="2178100"/>
                </a:cubicBezTo>
                <a:cubicBezTo>
                  <a:pt x="5723896" y="2091378"/>
                  <a:pt x="5738950" y="2006700"/>
                  <a:pt x="5768675" y="1926445"/>
                </a:cubicBezTo>
                <a:cubicBezTo>
                  <a:pt x="5796637" y="1850866"/>
                  <a:pt x="5836944" y="1780987"/>
                  <a:pt x="5888547" y="1718444"/>
                </a:cubicBezTo>
                <a:lnTo>
                  <a:pt x="5534707" y="1179734"/>
                </a:lnTo>
                <a:lnTo>
                  <a:pt x="5544087" y="1168795"/>
                </a:lnTo>
                <a:cubicBezTo>
                  <a:pt x="5649979" y="1045242"/>
                  <a:pt x="5708305" y="887158"/>
                  <a:pt x="5708305" y="723631"/>
                </a:cubicBezTo>
                <a:cubicBezTo>
                  <a:pt x="5708305" y="540576"/>
                  <a:pt x="5637020" y="368486"/>
                  <a:pt x="5507589" y="239055"/>
                </a:cubicBezTo>
                <a:cubicBezTo>
                  <a:pt x="5378157" y="109623"/>
                  <a:pt x="5206067" y="38339"/>
                  <a:pt x="5023013" y="38339"/>
                </a:cubicBezTo>
                <a:cubicBezTo>
                  <a:pt x="4839958" y="38339"/>
                  <a:pt x="4667868" y="109623"/>
                  <a:pt x="4538437" y="239055"/>
                </a:cubicBezTo>
                <a:cubicBezTo>
                  <a:pt x="4409005" y="368486"/>
                  <a:pt x="4337721" y="540576"/>
                  <a:pt x="4337721" y="723631"/>
                </a:cubicBezTo>
                <a:cubicBezTo>
                  <a:pt x="4337721" y="887414"/>
                  <a:pt x="4396226" y="1045727"/>
                  <a:pt x="4502424" y="1169357"/>
                </a:cubicBezTo>
                <a:lnTo>
                  <a:pt x="4511983" y="1180501"/>
                </a:lnTo>
                <a:lnTo>
                  <a:pt x="4145183" y="1719237"/>
                </a:lnTo>
                <a:cubicBezTo>
                  <a:pt x="4196557" y="1781652"/>
                  <a:pt x="4236685" y="1851429"/>
                  <a:pt x="4264545" y="1926802"/>
                </a:cubicBezTo>
                <a:cubicBezTo>
                  <a:pt x="4294168" y="2006956"/>
                  <a:pt x="4309171" y="2091506"/>
                  <a:pt x="4309171" y="2178100"/>
                </a:cubicBezTo>
                <a:cubicBezTo>
                  <a:pt x="4309171" y="2371378"/>
                  <a:pt x="4233899" y="2553104"/>
                  <a:pt x="4097234" y="2689769"/>
                </a:cubicBezTo>
                <a:cubicBezTo>
                  <a:pt x="3960569" y="2826434"/>
                  <a:pt x="3778844" y="2901705"/>
                  <a:pt x="3585566" y="2901705"/>
                </a:cubicBezTo>
                <a:cubicBezTo>
                  <a:pt x="3392287" y="2901705"/>
                  <a:pt x="3210562" y="2826434"/>
                  <a:pt x="3073897" y="2689769"/>
                </a:cubicBezTo>
                <a:cubicBezTo>
                  <a:pt x="2937232" y="2553104"/>
                  <a:pt x="2861961" y="2371378"/>
                  <a:pt x="2861961" y="2178100"/>
                </a:cubicBezTo>
                <a:cubicBezTo>
                  <a:pt x="2861961" y="2091378"/>
                  <a:pt x="2877015" y="2006700"/>
                  <a:pt x="2906740" y="1926445"/>
                </a:cubicBezTo>
                <a:cubicBezTo>
                  <a:pt x="2934702" y="1850917"/>
                  <a:pt x="2974957" y="1781039"/>
                  <a:pt x="3026536" y="1718546"/>
                </a:cubicBezTo>
                <a:lnTo>
                  <a:pt x="2667226" y="1179836"/>
                </a:lnTo>
                <a:lnTo>
                  <a:pt x="2676682" y="1168820"/>
                </a:lnTo>
                <a:cubicBezTo>
                  <a:pt x="2782574" y="1045267"/>
                  <a:pt x="2840900" y="887184"/>
                  <a:pt x="2840900" y="723656"/>
                </a:cubicBezTo>
                <a:cubicBezTo>
                  <a:pt x="2840900" y="540602"/>
                  <a:pt x="2769615" y="368512"/>
                  <a:pt x="2640184" y="239080"/>
                </a:cubicBezTo>
                <a:cubicBezTo>
                  <a:pt x="2510752" y="109649"/>
                  <a:pt x="2338663" y="38364"/>
                  <a:pt x="2155608" y="38364"/>
                </a:cubicBezTo>
                <a:cubicBezTo>
                  <a:pt x="1972553" y="38364"/>
                  <a:pt x="1800463" y="109649"/>
                  <a:pt x="1671032" y="239080"/>
                </a:cubicBezTo>
                <a:cubicBezTo>
                  <a:pt x="1541600" y="368512"/>
                  <a:pt x="1470316" y="540602"/>
                  <a:pt x="1470316" y="723656"/>
                </a:cubicBezTo>
                <a:cubicBezTo>
                  <a:pt x="1470316" y="887439"/>
                  <a:pt x="1528821" y="1045753"/>
                  <a:pt x="1635019" y="1169382"/>
                </a:cubicBezTo>
                <a:lnTo>
                  <a:pt x="1644527" y="1180450"/>
                </a:lnTo>
                <a:lnTo>
                  <a:pt x="1283197" y="1719185"/>
                </a:lnTo>
                <a:cubicBezTo>
                  <a:pt x="1334597" y="1781626"/>
                  <a:pt x="1374750" y="1851429"/>
                  <a:pt x="1402610" y="1926828"/>
                </a:cubicBezTo>
                <a:cubicBezTo>
                  <a:pt x="1432233" y="2006981"/>
                  <a:pt x="1447236" y="2091531"/>
                  <a:pt x="1447236" y="2178126"/>
                </a:cubicBezTo>
                <a:cubicBezTo>
                  <a:pt x="1447236" y="2371404"/>
                  <a:pt x="1371964" y="2553130"/>
                  <a:pt x="1235299" y="2689794"/>
                </a:cubicBezTo>
                <a:cubicBezTo>
                  <a:pt x="1098635" y="2826459"/>
                  <a:pt x="916909" y="2901731"/>
                  <a:pt x="723631" y="2901731"/>
                </a:cubicBezTo>
                <a:cubicBezTo>
                  <a:pt x="530352" y="2901731"/>
                  <a:pt x="348627" y="2826459"/>
                  <a:pt x="211962" y="2689794"/>
                </a:cubicBezTo>
                <a:cubicBezTo>
                  <a:pt x="75272" y="2553104"/>
                  <a:pt x="0" y="2371378"/>
                  <a:pt x="0" y="2178100"/>
                </a:cubicBezTo>
                <a:cubicBezTo>
                  <a:pt x="0" y="2091378"/>
                  <a:pt x="15054" y="2006700"/>
                  <a:pt x="44780" y="1926445"/>
                </a:cubicBezTo>
                <a:cubicBezTo>
                  <a:pt x="74403" y="1846393"/>
                  <a:pt x="117879" y="1772681"/>
                  <a:pt x="173981" y="1707377"/>
                </a:cubicBezTo>
                <a:lnTo>
                  <a:pt x="203067" y="1732348"/>
                </a:lnTo>
                <a:cubicBezTo>
                  <a:pt x="96844" y="1856004"/>
                  <a:pt x="38364" y="2014292"/>
                  <a:pt x="38364" y="2178075"/>
                </a:cubicBezTo>
                <a:cubicBezTo>
                  <a:pt x="38364" y="2361129"/>
                  <a:pt x="109649" y="2533219"/>
                  <a:pt x="239080" y="2662651"/>
                </a:cubicBezTo>
                <a:cubicBezTo>
                  <a:pt x="368512" y="2792082"/>
                  <a:pt x="540602" y="2863367"/>
                  <a:pt x="723656" y="2863367"/>
                </a:cubicBezTo>
                <a:cubicBezTo>
                  <a:pt x="906711" y="2863367"/>
                  <a:pt x="1078801" y="2792082"/>
                  <a:pt x="1208232" y="2662651"/>
                </a:cubicBezTo>
                <a:cubicBezTo>
                  <a:pt x="1337664" y="2533219"/>
                  <a:pt x="1408948" y="2361129"/>
                  <a:pt x="1408948" y="2178075"/>
                </a:cubicBezTo>
                <a:cubicBezTo>
                  <a:pt x="1408948" y="2014547"/>
                  <a:pt x="1350622" y="1856464"/>
                  <a:pt x="1244731" y="1732911"/>
                </a:cubicBezTo>
                <a:lnTo>
                  <a:pt x="1235248" y="1721844"/>
                </a:lnTo>
                <a:lnTo>
                  <a:pt x="1596553" y="1183133"/>
                </a:lnTo>
                <a:cubicBezTo>
                  <a:pt x="1545000" y="1120641"/>
                  <a:pt x="1504718" y="1050762"/>
                  <a:pt x="1476782" y="975261"/>
                </a:cubicBezTo>
                <a:cubicBezTo>
                  <a:pt x="1447083" y="895005"/>
                  <a:pt x="1432003" y="810327"/>
                  <a:pt x="1432003" y="723605"/>
                </a:cubicBezTo>
                <a:cubicBezTo>
                  <a:pt x="1432003" y="530327"/>
                  <a:pt x="1507274" y="348601"/>
                  <a:pt x="1643939" y="211937"/>
                </a:cubicBezTo>
                <a:cubicBezTo>
                  <a:pt x="1780604" y="75272"/>
                  <a:pt x="1962304" y="0"/>
                  <a:pt x="2155582" y="0"/>
                </a:cubicBezTo>
                <a:cubicBezTo>
                  <a:pt x="2348861" y="0"/>
                  <a:pt x="2530586" y="75272"/>
                  <a:pt x="2667251" y="211937"/>
                </a:cubicBezTo>
                <a:cubicBezTo>
                  <a:pt x="2803916" y="348601"/>
                  <a:pt x="2879187" y="530327"/>
                  <a:pt x="2879187" y="723605"/>
                </a:cubicBezTo>
                <a:cubicBezTo>
                  <a:pt x="2879187" y="810200"/>
                  <a:pt x="2864159" y="894749"/>
                  <a:pt x="2834561" y="974903"/>
                </a:cubicBezTo>
                <a:cubicBezTo>
                  <a:pt x="2806702" y="1050328"/>
                  <a:pt x="2766548" y="1120130"/>
                  <a:pt x="2715123" y="1182571"/>
                </a:cubicBezTo>
                <a:lnTo>
                  <a:pt x="3074459" y="1721307"/>
                </a:lnTo>
                <a:lnTo>
                  <a:pt x="3064977" y="1732348"/>
                </a:lnTo>
                <a:cubicBezTo>
                  <a:pt x="2958753" y="1856004"/>
                  <a:pt x="2900274" y="2014292"/>
                  <a:pt x="2900274" y="2178075"/>
                </a:cubicBezTo>
                <a:cubicBezTo>
                  <a:pt x="2900274" y="2361129"/>
                  <a:pt x="2971558" y="2533219"/>
                  <a:pt x="3100990" y="2662651"/>
                </a:cubicBezTo>
                <a:cubicBezTo>
                  <a:pt x="3230421" y="2792082"/>
                  <a:pt x="3402511" y="2863367"/>
                  <a:pt x="3585566" y="2863367"/>
                </a:cubicBezTo>
                <a:cubicBezTo>
                  <a:pt x="3768620" y="2863367"/>
                  <a:pt x="3940710" y="2792082"/>
                  <a:pt x="4070142" y="2662651"/>
                </a:cubicBezTo>
                <a:cubicBezTo>
                  <a:pt x="4199573" y="2533219"/>
                  <a:pt x="4270858" y="2361129"/>
                  <a:pt x="4270858" y="2178075"/>
                </a:cubicBezTo>
                <a:cubicBezTo>
                  <a:pt x="4270858" y="2014547"/>
                  <a:pt x="4212532" y="1856464"/>
                  <a:pt x="4106640" y="1732911"/>
                </a:cubicBezTo>
                <a:lnTo>
                  <a:pt x="4097081" y="1721767"/>
                </a:lnTo>
                <a:lnTo>
                  <a:pt x="4463855" y="1183057"/>
                </a:lnTo>
                <a:cubicBezTo>
                  <a:pt x="4412328" y="1120590"/>
                  <a:pt x="4372072" y="1050737"/>
                  <a:pt x="4344136" y="975261"/>
                </a:cubicBezTo>
                <a:cubicBezTo>
                  <a:pt x="4314436" y="895005"/>
                  <a:pt x="4299356" y="810327"/>
                  <a:pt x="4299356" y="723605"/>
                </a:cubicBezTo>
                <a:cubicBezTo>
                  <a:pt x="4299356" y="530327"/>
                  <a:pt x="4374628" y="348601"/>
                  <a:pt x="4511293" y="211937"/>
                </a:cubicBezTo>
                <a:cubicBezTo>
                  <a:pt x="4648009" y="75272"/>
                  <a:pt x="4829734" y="0"/>
                  <a:pt x="5023013" y="0"/>
                </a:cubicBezTo>
                <a:cubicBezTo>
                  <a:pt x="5216291" y="0"/>
                  <a:pt x="5398016" y="75272"/>
                  <a:pt x="5534681" y="211937"/>
                </a:cubicBezTo>
                <a:cubicBezTo>
                  <a:pt x="5671346" y="348601"/>
                  <a:pt x="5746618" y="530327"/>
                  <a:pt x="5746618" y="723605"/>
                </a:cubicBezTo>
                <a:cubicBezTo>
                  <a:pt x="5746618" y="810200"/>
                  <a:pt x="5731589" y="894749"/>
                  <a:pt x="5701991" y="974903"/>
                </a:cubicBezTo>
                <a:cubicBezTo>
                  <a:pt x="5674106" y="1050354"/>
                  <a:pt x="5633927" y="1120181"/>
                  <a:pt x="5582477" y="1182648"/>
                </a:cubicBezTo>
                <a:lnTo>
                  <a:pt x="5936318" y="1721384"/>
                </a:lnTo>
                <a:lnTo>
                  <a:pt x="5926912" y="1732348"/>
                </a:lnTo>
                <a:cubicBezTo>
                  <a:pt x="5820688" y="1856004"/>
                  <a:pt x="5762209" y="2014292"/>
                  <a:pt x="5762209" y="2178075"/>
                </a:cubicBezTo>
                <a:cubicBezTo>
                  <a:pt x="5762209" y="2361129"/>
                  <a:pt x="5833494" y="2533219"/>
                  <a:pt x="5962925" y="2662651"/>
                </a:cubicBezTo>
                <a:cubicBezTo>
                  <a:pt x="6092356" y="2792082"/>
                  <a:pt x="6264446" y="2863367"/>
                  <a:pt x="6447501" y="2863367"/>
                </a:cubicBezTo>
                <a:cubicBezTo>
                  <a:pt x="6630555" y="2863367"/>
                  <a:pt x="6802645" y="2792082"/>
                  <a:pt x="6932077" y="2662651"/>
                </a:cubicBezTo>
                <a:cubicBezTo>
                  <a:pt x="7061508" y="2533219"/>
                  <a:pt x="7132793" y="2361129"/>
                  <a:pt x="7132793" y="2178075"/>
                </a:cubicBezTo>
                <a:cubicBezTo>
                  <a:pt x="7132793" y="2014547"/>
                  <a:pt x="7074466" y="1856464"/>
                  <a:pt x="6968575" y="1732911"/>
                </a:cubicBezTo>
                <a:lnTo>
                  <a:pt x="6997687" y="1707965"/>
                </a:lnTo>
                <a:cubicBezTo>
                  <a:pt x="7053610" y="1773218"/>
                  <a:pt x="7096959" y="1846853"/>
                  <a:pt x="7126505" y="1926777"/>
                </a:cubicBezTo>
                <a:cubicBezTo>
                  <a:pt x="7156128" y="2006930"/>
                  <a:pt x="7171131" y="2091480"/>
                  <a:pt x="7171131" y="2178075"/>
                </a:cubicBezTo>
                <a:cubicBezTo>
                  <a:pt x="7171131" y="2371353"/>
                  <a:pt x="7095860" y="2553079"/>
                  <a:pt x="6959195" y="2689743"/>
                </a:cubicBezTo>
                <a:cubicBezTo>
                  <a:pt x="6822505" y="2826408"/>
                  <a:pt x="6640805" y="2901680"/>
                  <a:pt x="6447527" y="2901680"/>
                </a:cubicBez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3" name="Google Shape;1843;p28"/>
          <p:cNvSpPr/>
          <p:nvPr/>
        </p:nvSpPr>
        <p:spPr>
          <a:xfrm>
            <a:off x="2853000" y="2294548"/>
            <a:ext cx="875285" cy="248188"/>
          </a:xfrm>
          <a:custGeom>
            <a:rect b="b" l="l" r="r" t="t"/>
            <a:pathLst>
              <a:path extrusionOk="0" h="277137" w="977382">
                <a:moveTo>
                  <a:pt x="489100" y="277138"/>
                </a:moveTo>
                <a:cubicBezTo>
                  <a:pt x="399490"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51" y="277138"/>
                </a:cubicBezTo>
                <a:close/>
              </a:path>
            </a:pathLst>
          </a:cu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4" name="Google Shape;1844;p28"/>
          <p:cNvSpPr/>
          <p:nvPr/>
        </p:nvSpPr>
        <p:spPr>
          <a:xfrm>
            <a:off x="5420900" y="2294548"/>
            <a:ext cx="875285" cy="248188"/>
          </a:xfrm>
          <a:custGeom>
            <a:rect b="b" l="l" r="r" t="t"/>
            <a:pathLst>
              <a:path extrusionOk="0" h="277137" w="977382">
                <a:moveTo>
                  <a:pt x="489100" y="277138"/>
                </a:moveTo>
                <a:cubicBezTo>
                  <a:pt x="399489"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25" y="277138"/>
                </a:cubicBezTo>
                <a:close/>
              </a:path>
            </a:pathLst>
          </a:cu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5" name="Google Shape;1845;p28"/>
          <p:cNvSpPr/>
          <p:nvPr/>
        </p:nvSpPr>
        <p:spPr>
          <a:xfrm>
            <a:off x="4133585" y="2465050"/>
            <a:ext cx="875239" cy="248188"/>
          </a:xfrm>
          <a:custGeom>
            <a:rect b="b" l="l" r="r" t="t"/>
            <a:pathLst>
              <a:path extrusionOk="0" h="277137" w="977330">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6" name="Google Shape;1846;p28"/>
          <p:cNvSpPr/>
          <p:nvPr/>
        </p:nvSpPr>
        <p:spPr>
          <a:xfrm>
            <a:off x="6696587" y="2465050"/>
            <a:ext cx="875240" cy="248188"/>
          </a:xfrm>
          <a:custGeom>
            <a:rect b="b" l="l" r="r" t="t"/>
            <a:pathLst>
              <a:path extrusionOk="0" h="277137" w="977331">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7" name="Google Shape;1847;p28"/>
          <p:cNvSpPr/>
          <p:nvPr/>
        </p:nvSpPr>
        <p:spPr>
          <a:xfrm>
            <a:off x="6681914" y="2695575"/>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8" name="Google Shape;1848;p28"/>
          <p:cNvSpPr/>
          <p:nvPr/>
        </p:nvSpPr>
        <p:spPr>
          <a:xfrm>
            <a:off x="1755005" y="2917749"/>
            <a:ext cx="531868" cy="485620"/>
          </a:xfrm>
          <a:prstGeom prst="rect">
            <a:avLst/>
          </a:prstGeom>
          <a:noFill/>
          <a:ln>
            <a:noFill/>
          </a:ln>
        </p:spPr>
      </p:sp>
      <p:sp>
        <p:nvSpPr>
          <p:cNvPr id="1849" name="Google Shape;1849;p28"/>
          <p:cNvSpPr/>
          <p:nvPr/>
        </p:nvSpPr>
        <p:spPr>
          <a:xfrm>
            <a:off x="4353226" y="2901542"/>
            <a:ext cx="461380" cy="518038"/>
          </a:xfrm>
          <a:prstGeom prst="rect">
            <a:avLst/>
          </a:prstGeom>
          <a:noFill/>
          <a:ln>
            <a:noFill/>
          </a:ln>
        </p:spPr>
      </p:sp>
      <p:sp>
        <p:nvSpPr>
          <p:cNvPr id="1850" name="Google Shape;1850;p28"/>
          <p:cNvSpPr/>
          <p:nvPr/>
        </p:nvSpPr>
        <p:spPr>
          <a:xfrm>
            <a:off x="6887650" y="2914065"/>
            <a:ext cx="518518" cy="493010"/>
          </a:xfrm>
          <a:prstGeom prst="rect">
            <a:avLst/>
          </a:prstGeom>
          <a:noFill/>
          <a:ln>
            <a:noFill/>
          </a:ln>
        </p:spPr>
      </p:sp>
      <p:sp>
        <p:nvSpPr>
          <p:cNvPr id="1851" name="Google Shape;1851;p28"/>
          <p:cNvSpPr/>
          <p:nvPr/>
        </p:nvSpPr>
        <p:spPr>
          <a:xfrm>
            <a:off x="3059153" y="1613847"/>
            <a:ext cx="488348" cy="488348"/>
          </a:xfrm>
          <a:prstGeom prst="rect">
            <a:avLst/>
          </a:prstGeom>
          <a:noFill/>
          <a:ln>
            <a:noFill/>
          </a:ln>
        </p:spPr>
      </p:sp>
      <p:sp>
        <p:nvSpPr>
          <p:cNvPr id="1852" name="Google Shape;1852;p28"/>
          <p:cNvSpPr/>
          <p:nvPr/>
        </p:nvSpPr>
        <p:spPr>
          <a:xfrm>
            <a:off x="5624459" y="1611289"/>
            <a:ext cx="493502" cy="493500"/>
          </a:xfrm>
          <a:prstGeom prst="rect">
            <a:avLst/>
          </a:prstGeom>
          <a:noFill/>
          <a:ln>
            <a:noFill/>
          </a:ln>
        </p:spPr>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2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1859" name="Google Shape;1859;p29"/>
          <p:cNvSpPr txBox="1"/>
          <p:nvPr/>
        </p:nvSpPr>
        <p:spPr>
          <a:xfrm>
            <a:off x="1196651" y="754071"/>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1860" name="Google Shape;1860;p29"/>
          <p:cNvSpPr txBox="1"/>
          <p:nvPr/>
        </p:nvSpPr>
        <p:spPr>
          <a:xfrm>
            <a:off x="6415157" y="754071"/>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1861" name="Google Shape;1861;p29"/>
          <p:cNvSpPr txBox="1"/>
          <p:nvPr/>
        </p:nvSpPr>
        <p:spPr>
          <a:xfrm>
            <a:off x="652770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1862" name="Google Shape;1862;p29"/>
          <p:cNvSpPr txBox="1"/>
          <p:nvPr/>
        </p:nvSpPr>
        <p:spPr>
          <a:xfrm>
            <a:off x="111475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1863" name="Google Shape;1863;p29"/>
          <p:cNvSpPr txBox="1"/>
          <p:nvPr/>
        </p:nvSpPr>
        <p:spPr>
          <a:xfrm>
            <a:off x="3850588" y="3854290"/>
            <a:ext cx="1677958" cy="635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1864" name="Google Shape;1864;p29"/>
          <p:cNvSpPr/>
          <p:nvPr/>
        </p:nvSpPr>
        <p:spPr>
          <a:xfrm>
            <a:off x="1555944" y="2695563"/>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5" name="Google Shape;1865;p29"/>
          <p:cNvSpPr/>
          <p:nvPr/>
        </p:nvSpPr>
        <p:spPr>
          <a:xfrm>
            <a:off x="2838331" y="1393026"/>
            <a:ext cx="929990" cy="929991"/>
          </a:xfrm>
          <a:prstGeom prst="ellipse">
            <a:avLst/>
          </a:pr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6" name="Google Shape;1866;p29"/>
          <p:cNvSpPr/>
          <p:nvPr/>
        </p:nvSpPr>
        <p:spPr>
          <a:xfrm>
            <a:off x="5406214" y="1393043"/>
            <a:ext cx="929990" cy="929991"/>
          </a:xfrm>
          <a:prstGeom prst="ellipse">
            <a:avLst/>
          </a:pr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7" name="Google Shape;1867;p29"/>
          <p:cNvSpPr/>
          <p:nvPr/>
        </p:nvSpPr>
        <p:spPr>
          <a:xfrm>
            <a:off x="4118921" y="2695566"/>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29"/>
          <p:cNvSpPr/>
          <p:nvPr/>
        </p:nvSpPr>
        <p:spPr>
          <a:xfrm>
            <a:off x="1570606" y="2465050"/>
            <a:ext cx="875262" cy="248188"/>
          </a:xfrm>
          <a:custGeom>
            <a:rect b="b" l="l" r="r" t="t"/>
            <a:pathLst>
              <a:path extrusionOk="0" h="277137" w="977356">
                <a:moveTo>
                  <a:pt x="84166" y="277138"/>
                </a:moveTo>
                <a:lnTo>
                  <a:pt x="0" y="175004"/>
                </a:lnTo>
                <a:cubicBezTo>
                  <a:pt x="68575" y="118492"/>
                  <a:pt x="145457" y="74761"/>
                  <a:pt x="228524" y="44984"/>
                </a:cubicBezTo>
                <a:cubicBezTo>
                  <a:pt x="311822" y="15131"/>
                  <a:pt x="399490" y="0"/>
                  <a:pt x="489100" y="0"/>
                </a:cubicBezTo>
                <a:cubicBezTo>
                  <a:pt x="578710" y="0"/>
                  <a:pt x="665995" y="15080"/>
                  <a:pt x="749164" y="44805"/>
                </a:cubicBezTo>
                <a:cubicBezTo>
                  <a:pt x="832078" y="74454"/>
                  <a:pt x="908858" y="118032"/>
                  <a:pt x="977356" y="174288"/>
                </a:cubicBezTo>
                <a:lnTo>
                  <a:pt x="893343" y="276550"/>
                </a:lnTo>
                <a:cubicBezTo>
                  <a:pt x="778506" y="182211"/>
                  <a:pt x="638723" y="132320"/>
                  <a:pt x="489100" y="132320"/>
                </a:cubicBezTo>
                <a:cubicBezTo>
                  <a:pt x="339477"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9" name="Google Shape;1869;p29"/>
          <p:cNvSpPr/>
          <p:nvPr/>
        </p:nvSpPr>
        <p:spPr>
          <a:xfrm>
            <a:off x="1360597" y="1204584"/>
            <a:ext cx="6422040" cy="2598618"/>
          </a:xfrm>
          <a:custGeom>
            <a:rect b="b" l="l" r="r" t="t"/>
            <a:pathLst>
              <a:path extrusionOk="0" h="2901730" w="7171131">
                <a:moveTo>
                  <a:pt x="6447501" y="2901705"/>
                </a:moveTo>
                <a:cubicBezTo>
                  <a:pt x="6254222" y="2901705"/>
                  <a:pt x="6072497" y="2826434"/>
                  <a:pt x="5935832" y="2689769"/>
                </a:cubicBezTo>
                <a:cubicBezTo>
                  <a:pt x="5799167" y="2553104"/>
                  <a:pt x="5723896" y="2371378"/>
                  <a:pt x="5723896" y="2178100"/>
                </a:cubicBezTo>
                <a:cubicBezTo>
                  <a:pt x="5723896" y="2091378"/>
                  <a:pt x="5738950" y="2006700"/>
                  <a:pt x="5768675" y="1926445"/>
                </a:cubicBezTo>
                <a:cubicBezTo>
                  <a:pt x="5796637" y="1850866"/>
                  <a:pt x="5836944" y="1780987"/>
                  <a:pt x="5888547" y="1718444"/>
                </a:cubicBezTo>
                <a:lnTo>
                  <a:pt x="5534707" y="1179734"/>
                </a:lnTo>
                <a:lnTo>
                  <a:pt x="5544087" y="1168795"/>
                </a:lnTo>
                <a:cubicBezTo>
                  <a:pt x="5649979" y="1045242"/>
                  <a:pt x="5708305" y="887158"/>
                  <a:pt x="5708305" y="723631"/>
                </a:cubicBezTo>
                <a:cubicBezTo>
                  <a:pt x="5708305" y="540576"/>
                  <a:pt x="5637020" y="368486"/>
                  <a:pt x="5507589" y="239055"/>
                </a:cubicBezTo>
                <a:cubicBezTo>
                  <a:pt x="5378157" y="109623"/>
                  <a:pt x="5206067" y="38339"/>
                  <a:pt x="5023013" y="38339"/>
                </a:cubicBezTo>
                <a:cubicBezTo>
                  <a:pt x="4839958" y="38339"/>
                  <a:pt x="4667868" y="109623"/>
                  <a:pt x="4538437" y="239055"/>
                </a:cubicBezTo>
                <a:cubicBezTo>
                  <a:pt x="4409005" y="368486"/>
                  <a:pt x="4337721" y="540576"/>
                  <a:pt x="4337721" y="723631"/>
                </a:cubicBezTo>
                <a:cubicBezTo>
                  <a:pt x="4337721" y="887414"/>
                  <a:pt x="4396226" y="1045727"/>
                  <a:pt x="4502424" y="1169357"/>
                </a:cubicBezTo>
                <a:lnTo>
                  <a:pt x="4511983" y="1180501"/>
                </a:lnTo>
                <a:lnTo>
                  <a:pt x="4145183" y="1719237"/>
                </a:lnTo>
                <a:cubicBezTo>
                  <a:pt x="4196557" y="1781652"/>
                  <a:pt x="4236685" y="1851429"/>
                  <a:pt x="4264545" y="1926802"/>
                </a:cubicBezTo>
                <a:cubicBezTo>
                  <a:pt x="4294168" y="2006956"/>
                  <a:pt x="4309171" y="2091506"/>
                  <a:pt x="4309171" y="2178100"/>
                </a:cubicBezTo>
                <a:cubicBezTo>
                  <a:pt x="4309171" y="2371378"/>
                  <a:pt x="4233899" y="2553104"/>
                  <a:pt x="4097234" y="2689769"/>
                </a:cubicBezTo>
                <a:cubicBezTo>
                  <a:pt x="3960569" y="2826434"/>
                  <a:pt x="3778844" y="2901705"/>
                  <a:pt x="3585566" y="2901705"/>
                </a:cubicBezTo>
                <a:cubicBezTo>
                  <a:pt x="3392287" y="2901705"/>
                  <a:pt x="3210562" y="2826434"/>
                  <a:pt x="3073897" y="2689769"/>
                </a:cubicBezTo>
                <a:cubicBezTo>
                  <a:pt x="2937232" y="2553104"/>
                  <a:pt x="2861961" y="2371378"/>
                  <a:pt x="2861961" y="2178100"/>
                </a:cubicBezTo>
                <a:cubicBezTo>
                  <a:pt x="2861961" y="2091378"/>
                  <a:pt x="2877015" y="2006700"/>
                  <a:pt x="2906740" y="1926445"/>
                </a:cubicBezTo>
                <a:cubicBezTo>
                  <a:pt x="2934702" y="1850917"/>
                  <a:pt x="2974957" y="1781039"/>
                  <a:pt x="3026536" y="1718546"/>
                </a:cubicBezTo>
                <a:lnTo>
                  <a:pt x="2667226" y="1179836"/>
                </a:lnTo>
                <a:lnTo>
                  <a:pt x="2676682" y="1168820"/>
                </a:lnTo>
                <a:cubicBezTo>
                  <a:pt x="2782574" y="1045267"/>
                  <a:pt x="2840900" y="887184"/>
                  <a:pt x="2840900" y="723656"/>
                </a:cubicBezTo>
                <a:cubicBezTo>
                  <a:pt x="2840900" y="540602"/>
                  <a:pt x="2769615" y="368512"/>
                  <a:pt x="2640184" y="239080"/>
                </a:cubicBezTo>
                <a:cubicBezTo>
                  <a:pt x="2510752" y="109649"/>
                  <a:pt x="2338663" y="38364"/>
                  <a:pt x="2155608" y="38364"/>
                </a:cubicBezTo>
                <a:cubicBezTo>
                  <a:pt x="1972553" y="38364"/>
                  <a:pt x="1800463" y="109649"/>
                  <a:pt x="1671032" y="239080"/>
                </a:cubicBezTo>
                <a:cubicBezTo>
                  <a:pt x="1541600" y="368512"/>
                  <a:pt x="1470316" y="540602"/>
                  <a:pt x="1470316" y="723656"/>
                </a:cubicBezTo>
                <a:cubicBezTo>
                  <a:pt x="1470316" y="887439"/>
                  <a:pt x="1528821" y="1045753"/>
                  <a:pt x="1635019" y="1169382"/>
                </a:cubicBezTo>
                <a:lnTo>
                  <a:pt x="1644527" y="1180450"/>
                </a:lnTo>
                <a:lnTo>
                  <a:pt x="1283197" y="1719185"/>
                </a:lnTo>
                <a:cubicBezTo>
                  <a:pt x="1334597" y="1781626"/>
                  <a:pt x="1374750" y="1851429"/>
                  <a:pt x="1402610" y="1926828"/>
                </a:cubicBezTo>
                <a:cubicBezTo>
                  <a:pt x="1432233" y="2006981"/>
                  <a:pt x="1447236" y="2091531"/>
                  <a:pt x="1447236" y="2178126"/>
                </a:cubicBezTo>
                <a:cubicBezTo>
                  <a:pt x="1447236" y="2371404"/>
                  <a:pt x="1371964" y="2553130"/>
                  <a:pt x="1235299" y="2689794"/>
                </a:cubicBezTo>
                <a:cubicBezTo>
                  <a:pt x="1098635" y="2826459"/>
                  <a:pt x="916909" y="2901731"/>
                  <a:pt x="723631" y="2901731"/>
                </a:cubicBezTo>
                <a:cubicBezTo>
                  <a:pt x="530352" y="2901731"/>
                  <a:pt x="348627" y="2826459"/>
                  <a:pt x="211962" y="2689794"/>
                </a:cubicBezTo>
                <a:cubicBezTo>
                  <a:pt x="75272" y="2553104"/>
                  <a:pt x="0" y="2371378"/>
                  <a:pt x="0" y="2178100"/>
                </a:cubicBezTo>
                <a:cubicBezTo>
                  <a:pt x="0" y="2091378"/>
                  <a:pt x="15054" y="2006700"/>
                  <a:pt x="44780" y="1926445"/>
                </a:cubicBezTo>
                <a:cubicBezTo>
                  <a:pt x="74403" y="1846393"/>
                  <a:pt x="117879" y="1772681"/>
                  <a:pt x="173981" y="1707377"/>
                </a:cubicBezTo>
                <a:lnTo>
                  <a:pt x="203067" y="1732348"/>
                </a:lnTo>
                <a:cubicBezTo>
                  <a:pt x="96844" y="1856004"/>
                  <a:pt x="38364" y="2014292"/>
                  <a:pt x="38364" y="2178075"/>
                </a:cubicBezTo>
                <a:cubicBezTo>
                  <a:pt x="38364" y="2361129"/>
                  <a:pt x="109649" y="2533219"/>
                  <a:pt x="239080" y="2662651"/>
                </a:cubicBezTo>
                <a:cubicBezTo>
                  <a:pt x="368512" y="2792082"/>
                  <a:pt x="540602" y="2863367"/>
                  <a:pt x="723656" y="2863367"/>
                </a:cubicBezTo>
                <a:cubicBezTo>
                  <a:pt x="906711" y="2863367"/>
                  <a:pt x="1078801" y="2792082"/>
                  <a:pt x="1208232" y="2662651"/>
                </a:cubicBezTo>
                <a:cubicBezTo>
                  <a:pt x="1337664" y="2533219"/>
                  <a:pt x="1408948" y="2361129"/>
                  <a:pt x="1408948" y="2178075"/>
                </a:cubicBezTo>
                <a:cubicBezTo>
                  <a:pt x="1408948" y="2014547"/>
                  <a:pt x="1350622" y="1856464"/>
                  <a:pt x="1244731" y="1732911"/>
                </a:cubicBezTo>
                <a:lnTo>
                  <a:pt x="1235248" y="1721844"/>
                </a:lnTo>
                <a:lnTo>
                  <a:pt x="1596553" y="1183133"/>
                </a:lnTo>
                <a:cubicBezTo>
                  <a:pt x="1545000" y="1120641"/>
                  <a:pt x="1504718" y="1050762"/>
                  <a:pt x="1476782" y="975261"/>
                </a:cubicBezTo>
                <a:cubicBezTo>
                  <a:pt x="1447083" y="895005"/>
                  <a:pt x="1432003" y="810327"/>
                  <a:pt x="1432003" y="723605"/>
                </a:cubicBezTo>
                <a:cubicBezTo>
                  <a:pt x="1432003" y="530327"/>
                  <a:pt x="1507274" y="348601"/>
                  <a:pt x="1643939" y="211937"/>
                </a:cubicBezTo>
                <a:cubicBezTo>
                  <a:pt x="1780604" y="75272"/>
                  <a:pt x="1962304" y="0"/>
                  <a:pt x="2155582" y="0"/>
                </a:cubicBezTo>
                <a:cubicBezTo>
                  <a:pt x="2348861" y="0"/>
                  <a:pt x="2530586" y="75272"/>
                  <a:pt x="2667251" y="211937"/>
                </a:cubicBezTo>
                <a:cubicBezTo>
                  <a:pt x="2803916" y="348601"/>
                  <a:pt x="2879187" y="530327"/>
                  <a:pt x="2879187" y="723605"/>
                </a:cubicBezTo>
                <a:cubicBezTo>
                  <a:pt x="2879187" y="810200"/>
                  <a:pt x="2864159" y="894749"/>
                  <a:pt x="2834561" y="974903"/>
                </a:cubicBezTo>
                <a:cubicBezTo>
                  <a:pt x="2806702" y="1050328"/>
                  <a:pt x="2766548" y="1120130"/>
                  <a:pt x="2715123" y="1182571"/>
                </a:cubicBezTo>
                <a:lnTo>
                  <a:pt x="3074459" y="1721307"/>
                </a:lnTo>
                <a:lnTo>
                  <a:pt x="3064977" y="1732348"/>
                </a:lnTo>
                <a:cubicBezTo>
                  <a:pt x="2958753" y="1856004"/>
                  <a:pt x="2900274" y="2014292"/>
                  <a:pt x="2900274" y="2178075"/>
                </a:cubicBezTo>
                <a:cubicBezTo>
                  <a:pt x="2900274" y="2361129"/>
                  <a:pt x="2971558" y="2533219"/>
                  <a:pt x="3100990" y="2662651"/>
                </a:cubicBezTo>
                <a:cubicBezTo>
                  <a:pt x="3230421" y="2792082"/>
                  <a:pt x="3402511" y="2863367"/>
                  <a:pt x="3585566" y="2863367"/>
                </a:cubicBezTo>
                <a:cubicBezTo>
                  <a:pt x="3768620" y="2863367"/>
                  <a:pt x="3940710" y="2792082"/>
                  <a:pt x="4070142" y="2662651"/>
                </a:cubicBezTo>
                <a:cubicBezTo>
                  <a:pt x="4199573" y="2533219"/>
                  <a:pt x="4270858" y="2361129"/>
                  <a:pt x="4270858" y="2178075"/>
                </a:cubicBezTo>
                <a:cubicBezTo>
                  <a:pt x="4270858" y="2014547"/>
                  <a:pt x="4212532" y="1856464"/>
                  <a:pt x="4106640" y="1732911"/>
                </a:cubicBezTo>
                <a:lnTo>
                  <a:pt x="4097081" y="1721767"/>
                </a:lnTo>
                <a:lnTo>
                  <a:pt x="4463855" y="1183057"/>
                </a:lnTo>
                <a:cubicBezTo>
                  <a:pt x="4412328" y="1120590"/>
                  <a:pt x="4372072" y="1050737"/>
                  <a:pt x="4344136" y="975261"/>
                </a:cubicBezTo>
                <a:cubicBezTo>
                  <a:pt x="4314436" y="895005"/>
                  <a:pt x="4299356" y="810327"/>
                  <a:pt x="4299356" y="723605"/>
                </a:cubicBezTo>
                <a:cubicBezTo>
                  <a:pt x="4299356" y="530327"/>
                  <a:pt x="4374628" y="348601"/>
                  <a:pt x="4511293" y="211937"/>
                </a:cubicBezTo>
                <a:cubicBezTo>
                  <a:pt x="4648009" y="75272"/>
                  <a:pt x="4829734" y="0"/>
                  <a:pt x="5023013" y="0"/>
                </a:cubicBezTo>
                <a:cubicBezTo>
                  <a:pt x="5216291" y="0"/>
                  <a:pt x="5398016" y="75272"/>
                  <a:pt x="5534681" y="211937"/>
                </a:cubicBezTo>
                <a:cubicBezTo>
                  <a:pt x="5671346" y="348601"/>
                  <a:pt x="5746618" y="530327"/>
                  <a:pt x="5746618" y="723605"/>
                </a:cubicBezTo>
                <a:cubicBezTo>
                  <a:pt x="5746618" y="810200"/>
                  <a:pt x="5731589" y="894749"/>
                  <a:pt x="5701991" y="974903"/>
                </a:cubicBezTo>
                <a:cubicBezTo>
                  <a:pt x="5674106" y="1050354"/>
                  <a:pt x="5633927" y="1120181"/>
                  <a:pt x="5582477" y="1182648"/>
                </a:cubicBezTo>
                <a:lnTo>
                  <a:pt x="5936318" y="1721384"/>
                </a:lnTo>
                <a:lnTo>
                  <a:pt x="5926912" y="1732348"/>
                </a:lnTo>
                <a:cubicBezTo>
                  <a:pt x="5820688" y="1856004"/>
                  <a:pt x="5762209" y="2014292"/>
                  <a:pt x="5762209" y="2178075"/>
                </a:cubicBezTo>
                <a:cubicBezTo>
                  <a:pt x="5762209" y="2361129"/>
                  <a:pt x="5833494" y="2533219"/>
                  <a:pt x="5962925" y="2662651"/>
                </a:cubicBezTo>
                <a:cubicBezTo>
                  <a:pt x="6092356" y="2792082"/>
                  <a:pt x="6264446" y="2863367"/>
                  <a:pt x="6447501" y="2863367"/>
                </a:cubicBezTo>
                <a:cubicBezTo>
                  <a:pt x="6630555" y="2863367"/>
                  <a:pt x="6802645" y="2792082"/>
                  <a:pt x="6932077" y="2662651"/>
                </a:cubicBezTo>
                <a:cubicBezTo>
                  <a:pt x="7061508" y="2533219"/>
                  <a:pt x="7132793" y="2361129"/>
                  <a:pt x="7132793" y="2178075"/>
                </a:cubicBezTo>
                <a:cubicBezTo>
                  <a:pt x="7132793" y="2014547"/>
                  <a:pt x="7074466" y="1856464"/>
                  <a:pt x="6968575" y="1732911"/>
                </a:cubicBezTo>
                <a:lnTo>
                  <a:pt x="6997687" y="1707965"/>
                </a:lnTo>
                <a:cubicBezTo>
                  <a:pt x="7053610" y="1773218"/>
                  <a:pt x="7096959" y="1846853"/>
                  <a:pt x="7126505" y="1926777"/>
                </a:cubicBezTo>
                <a:cubicBezTo>
                  <a:pt x="7156128" y="2006930"/>
                  <a:pt x="7171131" y="2091480"/>
                  <a:pt x="7171131" y="2178075"/>
                </a:cubicBezTo>
                <a:cubicBezTo>
                  <a:pt x="7171131" y="2371353"/>
                  <a:pt x="7095860" y="2553079"/>
                  <a:pt x="6959195" y="2689743"/>
                </a:cubicBezTo>
                <a:cubicBezTo>
                  <a:pt x="6822505" y="2826408"/>
                  <a:pt x="6640805" y="2901680"/>
                  <a:pt x="6447527" y="2901680"/>
                </a:cubicBezTo>
                <a:close/>
              </a:path>
            </a:pathLst>
          </a:custGeom>
          <a:solidFill>
            <a:srgbClr val="D8D8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0" name="Google Shape;1870;p29"/>
          <p:cNvSpPr/>
          <p:nvPr/>
        </p:nvSpPr>
        <p:spPr>
          <a:xfrm>
            <a:off x="2853000" y="2294548"/>
            <a:ext cx="875285" cy="248188"/>
          </a:xfrm>
          <a:custGeom>
            <a:rect b="b" l="l" r="r" t="t"/>
            <a:pathLst>
              <a:path extrusionOk="0" h="277137" w="977382">
                <a:moveTo>
                  <a:pt x="489100" y="277138"/>
                </a:moveTo>
                <a:cubicBezTo>
                  <a:pt x="399490"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51" y="277138"/>
                </a:cubicBezTo>
                <a:close/>
              </a:path>
            </a:pathLst>
          </a:cu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1" name="Google Shape;1871;p29"/>
          <p:cNvSpPr/>
          <p:nvPr/>
        </p:nvSpPr>
        <p:spPr>
          <a:xfrm>
            <a:off x="5420900" y="2294548"/>
            <a:ext cx="875285" cy="248188"/>
          </a:xfrm>
          <a:custGeom>
            <a:rect b="b" l="l" r="r" t="t"/>
            <a:pathLst>
              <a:path extrusionOk="0" h="277137" w="977382">
                <a:moveTo>
                  <a:pt x="489100" y="277138"/>
                </a:moveTo>
                <a:cubicBezTo>
                  <a:pt x="399489"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25" y="277138"/>
                </a:cubicBezTo>
                <a:close/>
              </a:path>
            </a:pathLst>
          </a:custGeom>
          <a:solidFill>
            <a:srgbClr val="FBB0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2" name="Google Shape;1872;p29"/>
          <p:cNvSpPr/>
          <p:nvPr/>
        </p:nvSpPr>
        <p:spPr>
          <a:xfrm>
            <a:off x="4133585" y="2465050"/>
            <a:ext cx="875239" cy="248188"/>
          </a:xfrm>
          <a:custGeom>
            <a:rect b="b" l="l" r="r" t="t"/>
            <a:pathLst>
              <a:path extrusionOk="0" h="277137" w="977330">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3" name="Google Shape;1873;p29"/>
          <p:cNvSpPr/>
          <p:nvPr/>
        </p:nvSpPr>
        <p:spPr>
          <a:xfrm>
            <a:off x="6696587" y="2465050"/>
            <a:ext cx="875240" cy="248188"/>
          </a:xfrm>
          <a:custGeom>
            <a:rect b="b" l="l" r="r" t="t"/>
            <a:pathLst>
              <a:path extrusionOk="0" h="277137" w="977331">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4" name="Google Shape;1874;p29"/>
          <p:cNvSpPr/>
          <p:nvPr/>
        </p:nvSpPr>
        <p:spPr>
          <a:xfrm>
            <a:off x="6681914" y="2695575"/>
            <a:ext cx="929990" cy="929991"/>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5" name="Google Shape;1875;p29"/>
          <p:cNvSpPr/>
          <p:nvPr/>
        </p:nvSpPr>
        <p:spPr>
          <a:xfrm>
            <a:off x="1755005" y="2917749"/>
            <a:ext cx="531868" cy="485620"/>
          </a:xfrm>
          <a:prstGeom prst="rect">
            <a:avLst/>
          </a:prstGeom>
          <a:noFill/>
          <a:ln>
            <a:noFill/>
          </a:ln>
        </p:spPr>
      </p:sp>
      <p:sp>
        <p:nvSpPr>
          <p:cNvPr id="1876" name="Google Shape;1876;p29"/>
          <p:cNvSpPr/>
          <p:nvPr/>
        </p:nvSpPr>
        <p:spPr>
          <a:xfrm>
            <a:off x="4353226" y="2901542"/>
            <a:ext cx="461380" cy="518038"/>
          </a:xfrm>
          <a:prstGeom prst="rect">
            <a:avLst/>
          </a:prstGeom>
          <a:noFill/>
          <a:ln>
            <a:noFill/>
          </a:ln>
        </p:spPr>
      </p:sp>
      <p:sp>
        <p:nvSpPr>
          <p:cNvPr id="1877" name="Google Shape;1877;p29"/>
          <p:cNvSpPr/>
          <p:nvPr/>
        </p:nvSpPr>
        <p:spPr>
          <a:xfrm>
            <a:off x="6887650" y="2914065"/>
            <a:ext cx="518518" cy="493010"/>
          </a:xfrm>
          <a:prstGeom prst="rect">
            <a:avLst/>
          </a:prstGeom>
          <a:noFill/>
          <a:ln>
            <a:noFill/>
          </a:ln>
        </p:spPr>
      </p:sp>
      <p:sp>
        <p:nvSpPr>
          <p:cNvPr id="1878" name="Google Shape;1878;p29"/>
          <p:cNvSpPr/>
          <p:nvPr/>
        </p:nvSpPr>
        <p:spPr>
          <a:xfrm>
            <a:off x="3059153" y="1613847"/>
            <a:ext cx="488348" cy="488348"/>
          </a:xfrm>
          <a:prstGeom prst="rect">
            <a:avLst/>
          </a:prstGeom>
          <a:noFill/>
          <a:ln>
            <a:noFill/>
          </a:ln>
        </p:spPr>
      </p:sp>
      <p:sp>
        <p:nvSpPr>
          <p:cNvPr id="1879" name="Google Shape;1879;p29"/>
          <p:cNvSpPr/>
          <p:nvPr/>
        </p:nvSpPr>
        <p:spPr>
          <a:xfrm>
            <a:off x="5624459" y="1611289"/>
            <a:ext cx="493502" cy="493500"/>
          </a:xfrm>
          <a:prstGeom prst="rect">
            <a:avLst/>
          </a:prstGeom>
          <a:noFill/>
          <a:ln>
            <a:noFill/>
          </a:ln>
        </p:spPr>
      </p:sp>
      <p:sp>
        <p:nvSpPr>
          <p:cNvPr id="1880" name="Google Shape;1880;p29"/>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1881" name="Google Shape;1881;p29"/>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30"/>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1888" name="Google Shape;1888;p30"/>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1889" name="Google Shape;1889;p3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1890" name="Google Shape;1890;p30"/>
          <p:cNvSpPr/>
          <p:nvPr/>
        </p:nvSpPr>
        <p:spPr>
          <a:xfrm>
            <a:off x="3326490" y="2116124"/>
            <a:ext cx="2491896" cy="1064353"/>
          </a:xfrm>
          <a:custGeom>
            <a:rect b="b" l="l" r="r" t="t"/>
            <a:pathLst>
              <a:path extrusionOk="0" h="1064353" w="2491896">
                <a:moveTo>
                  <a:pt x="2491897" y="532177"/>
                </a:moveTo>
                <a:lnTo>
                  <a:pt x="2491897" y="532177"/>
                </a:lnTo>
                <a:cubicBezTo>
                  <a:pt x="2491897" y="826088"/>
                  <a:pt x="2244679" y="1064353"/>
                  <a:pt x="1939650" y="1064353"/>
                </a:cubicBezTo>
                <a:lnTo>
                  <a:pt x="552247" y="1064353"/>
                </a:lnTo>
                <a:cubicBezTo>
                  <a:pt x="247276" y="1064353"/>
                  <a:pt x="0" y="826088"/>
                  <a:pt x="0" y="532177"/>
                </a:cubicBezTo>
                <a:lnTo>
                  <a:pt x="0" y="532177"/>
                </a:lnTo>
                <a:cubicBezTo>
                  <a:pt x="0" y="238265"/>
                  <a:pt x="247218" y="0"/>
                  <a:pt x="552247" y="0"/>
                </a:cubicBezTo>
                <a:lnTo>
                  <a:pt x="1939650" y="0"/>
                </a:lnTo>
                <a:cubicBezTo>
                  <a:pt x="2244620" y="0"/>
                  <a:pt x="2491897" y="238265"/>
                  <a:pt x="2491897" y="532177"/>
                </a:cubicBezTo>
                <a:lnTo>
                  <a:pt x="2491897" y="532177"/>
                </a:lnTo>
                <a:close/>
              </a:path>
            </a:pathLst>
          </a:custGeom>
          <a:solidFill>
            <a:srgbClr val="F6F6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1" name="Google Shape;1891;p30"/>
          <p:cNvSpPr/>
          <p:nvPr/>
        </p:nvSpPr>
        <p:spPr>
          <a:xfrm>
            <a:off x="3430234" y="2243390"/>
            <a:ext cx="2284409" cy="864413"/>
          </a:xfrm>
          <a:custGeom>
            <a:rect b="b" l="l" r="r" t="t"/>
            <a:pathLst>
              <a:path extrusionOk="0" h="864413" w="2284409">
                <a:moveTo>
                  <a:pt x="2284410" y="432178"/>
                </a:moveTo>
                <a:lnTo>
                  <a:pt x="2284410" y="432178"/>
                </a:lnTo>
                <a:cubicBezTo>
                  <a:pt x="2284410" y="670853"/>
                  <a:pt x="2083593" y="864414"/>
                  <a:pt x="1835907" y="864414"/>
                </a:cubicBezTo>
                <a:lnTo>
                  <a:pt x="448503" y="864414"/>
                </a:lnTo>
                <a:cubicBezTo>
                  <a:pt x="200817" y="864414"/>
                  <a:pt x="0" y="670911"/>
                  <a:pt x="0" y="432236"/>
                </a:cubicBezTo>
                <a:lnTo>
                  <a:pt x="0" y="432236"/>
                </a:lnTo>
                <a:cubicBezTo>
                  <a:pt x="0" y="193561"/>
                  <a:pt x="200817" y="0"/>
                  <a:pt x="448503" y="0"/>
                </a:cubicBezTo>
                <a:lnTo>
                  <a:pt x="1835907" y="0"/>
                </a:lnTo>
                <a:cubicBezTo>
                  <a:pt x="2083593" y="0"/>
                  <a:pt x="2284410" y="193503"/>
                  <a:pt x="2284410" y="432178"/>
                </a:cubicBezTo>
                <a:lnTo>
                  <a:pt x="2284410" y="43217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2" name="Google Shape;1892;p30"/>
          <p:cNvSpPr/>
          <p:nvPr/>
        </p:nvSpPr>
        <p:spPr>
          <a:xfrm>
            <a:off x="3430234" y="2216064"/>
            <a:ext cx="2284409" cy="864472"/>
          </a:xfrm>
          <a:custGeom>
            <a:rect b="b" l="l" r="r" t="t"/>
            <a:pathLst>
              <a:path extrusionOk="0" h="864472" w="2284409">
                <a:moveTo>
                  <a:pt x="2284410" y="432236"/>
                </a:moveTo>
                <a:lnTo>
                  <a:pt x="2284410" y="432236"/>
                </a:lnTo>
                <a:cubicBezTo>
                  <a:pt x="2284410" y="670911"/>
                  <a:pt x="2083593" y="864472"/>
                  <a:pt x="1835907" y="864472"/>
                </a:cubicBezTo>
                <a:lnTo>
                  <a:pt x="448503" y="864472"/>
                </a:lnTo>
                <a:cubicBezTo>
                  <a:pt x="200817" y="864472"/>
                  <a:pt x="0" y="670970"/>
                  <a:pt x="0" y="432236"/>
                </a:cubicBezTo>
                <a:lnTo>
                  <a:pt x="0" y="432236"/>
                </a:lnTo>
                <a:cubicBezTo>
                  <a:pt x="0" y="193561"/>
                  <a:pt x="200817" y="0"/>
                  <a:pt x="448503" y="0"/>
                </a:cubicBezTo>
                <a:lnTo>
                  <a:pt x="1835907" y="0"/>
                </a:lnTo>
                <a:cubicBezTo>
                  <a:pt x="2083593" y="0"/>
                  <a:pt x="2284410" y="193503"/>
                  <a:pt x="2284410" y="432236"/>
                </a:cubicBezTo>
                <a:lnTo>
                  <a:pt x="2284410" y="432236"/>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1893" name="Google Shape;1893;p30"/>
          <p:cNvSpPr/>
          <p:nvPr/>
        </p:nvSpPr>
        <p:spPr>
          <a:xfrm>
            <a:off x="2292330" y="971374"/>
            <a:ext cx="2078852" cy="3353619"/>
          </a:xfrm>
          <a:custGeom>
            <a:rect b="b" l="l" r="r" t="t"/>
            <a:pathLst>
              <a:path extrusionOk="0" h="3353619" w="2078852">
                <a:moveTo>
                  <a:pt x="1559491" y="1002622"/>
                </a:moveTo>
                <a:lnTo>
                  <a:pt x="1558672" y="1002622"/>
                </a:lnTo>
                <a:cubicBezTo>
                  <a:pt x="1548198" y="1002680"/>
                  <a:pt x="1537724" y="1002973"/>
                  <a:pt x="1527250" y="1003500"/>
                </a:cubicBezTo>
                <a:cubicBezTo>
                  <a:pt x="1507648" y="1004494"/>
                  <a:pt x="1488105" y="1006308"/>
                  <a:pt x="1468679" y="1009000"/>
                </a:cubicBezTo>
                <a:cubicBezTo>
                  <a:pt x="1425496" y="1014968"/>
                  <a:pt x="1382957" y="1025149"/>
                  <a:pt x="1341764" y="1039368"/>
                </a:cubicBezTo>
                <a:cubicBezTo>
                  <a:pt x="1296943" y="1054874"/>
                  <a:pt x="1253760" y="1075120"/>
                  <a:pt x="1213152" y="1099695"/>
                </a:cubicBezTo>
                <a:cubicBezTo>
                  <a:pt x="1171257" y="1125090"/>
                  <a:pt x="1132170" y="1154990"/>
                  <a:pt x="1096711" y="1188810"/>
                </a:cubicBezTo>
                <a:cubicBezTo>
                  <a:pt x="1058092" y="1225615"/>
                  <a:pt x="1023862" y="1266984"/>
                  <a:pt x="994957" y="1311746"/>
                </a:cubicBezTo>
                <a:cubicBezTo>
                  <a:pt x="967221" y="1354695"/>
                  <a:pt x="944401" y="1400803"/>
                  <a:pt x="927140" y="1448960"/>
                </a:cubicBezTo>
                <a:cubicBezTo>
                  <a:pt x="912804" y="1488924"/>
                  <a:pt x="902272" y="1530234"/>
                  <a:pt x="895718" y="1572130"/>
                </a:cubicBezTo>
                <a:cubicBezTo>
                  <a:pt x="892734" y="1591088"/>
                  <a:pt x="890628" y="1610163"/>
                  <a:pt x="889282" y="1629297"/>
                </a:cubicBezTo>
                <a:cubicBezTo>
                  <a:pt x="888580" y="1639010"/>
                  <a:pt x="888170" y="1648723"/>
                  <a:pt x="887878" y="1658378"/>
                </a:cubicBezTo>
                <a:lnTo>
                  <a:pt x="887878" y="1659080"/>
                </a:lnTo>
                <a:lnTo>
                  <a:pt x="536507" y="1659080"/>
                </a:lnTo>
                <a:lnTo>
                  <a:pt x="536799" y="1676868"/>
                </a:lnTo>
                <a:cubicBezTo>
                  <a:pt x="536799" y="1390213"/>
                  <a:pt x="304444" y="1157857"/>
                  <a:pt x="17788" y="1157857"/>
                </a:cubicBezTo>
                <a:cubicBezTo>
                  <a:pt x="7958" y="1157857"/>
                  <a:pt x="0" y="1165815"/>
                  <a:pt x="0" y="1175645"/>
                </a:cubicBezTo>
                <a:cubicBezTo>
                  <a:pt x="0" y="1185475"/>
                  <a:pt x="7958" y="1193433"/>
                  <a:pt x="17788" y="1193433"/>
                </a:cubicBezTo>
                <a:cubicBezTo>
                  <a:pt x="284783" y="1193433"/>
                  <a:pt x="501223" y="1409873"/>
                  <a:pt x="501223" y="1676868"/>
                </a:cubicBezTo>
                <a:lnTo>
                  <a:pt x="501223" y="1676868"/>
                </a:lnTo>
                <a:cubicBezTo>
                  <a:pt x="501223" y="1943863"/>
                  <a:pt x="284783" y="2160303"/>
                  <a:pt x="17788" y="2160303"/>
                </a:cubicBezTo>
                <a:cubicBezTo>
                  <a:pt x="7958" y="2160303"/>
                  <a:pt x="0" y="2168261"/>
                  <a:pt x="0" y="2178091"/>
                </a:cubicBezTo>
                <a:cubicBezTo>
                  <a:pt x="0" y="2187922"/>
                  <a:pt x="7958" y="2195879"/>
                  <a:pt x="17788" y="2195879"/>
                </a:cubicBezTo>
                <a:cubicBezTo>
                  <a:pt x="304444" y="2195879"/>
                  <a:pt x="536799" y="1963524"/>
                  <a:pt x="536799" y="1676868"/>
                </a:cubicBezTo>
                <a:lnTo>
                  <a:pt x="536507" y="1694656"/>
                </a:lnTo>
                <a:lnTo>
                  <a:pt x="887819" y="1694656"/>
                </a:lnTo>
                <a:cubicBezTo>
                  <a:pt x="897240" y="2058022"/>
                  <a:pt x="1194135" y="2349886"/>
                  <a:pt x="1559432" y="2351173"/>
                </a:cubicBezTo>
                <a:cubicBezTo>
                  <a:pt x="1559549" y="2351173"/>
                  <a:pt x="1559725" y="2351173"/>
                  <a:pt x="1559842" y="2351173"/>
                </a:cubicBezTo>
                <a:cubicBezTo>
                  <a:pt x="1826837" y="2351173"/>
                  <a:pt x="2043277" y="2567613"/>
                  <a:pt x="2043277" y="2834608"/>
                </a:cubicBezTo>
                <a:lnTo>
                  <a:pt x="2043277" y="2834608"/>
                </a:lnTo>
                <a:cubicBezTo>
                  <a:pt x="2043277" y="3101603"/>
                  <a:pt x="1826837" y="3318044"/>
                  <a:pt x="1559842" y="3318044"/>
                </a:cubicBezTo>
                <a:cubicBezTo>
                  <a:pt x="1550012" y="3318044"/>
                  <a:pt x="1542054" y="3326001"/>
                  <a:pt x="1542054" y="3335831"/>
                </a:cubicBezTo>
                <a:cubicBezTo>
                  <a:pt x="1542054" y="3345662"/>
                  <a:pt x="1550012" y="3353619"/>
                  <a:pt x="1559842" y="3353619"/>
                </a:cubicBezTo>
                <a:cubicBezTo>
                  <a:pt x="1846497" y="3353619"/>
                  <a:pt x="2078853" y="3121264"/>
                  <a:pt x="2078853" y="2834608"/>
                </a:cubicBezTo>
                <a:lnTo>
                  <a:pt x="2078853" y="2834608"/>
                </a:lnTo>
                <a:cubicBezTo>
                  <a:pt x="2078853" y="2547953"/>
                  <a:pt x="1846497" y="2315597"/>
                  <a:pt x="1559842" y="2315597"/>
                </a:cubicBezTo>
                <a:lnTo>
                  <a:pt x="1562358" y="2315597"/>
                </a:lnTo>
                <a:cubicBezTo>
                  <a:pt x="1562358" y="2315597"/>
                  <a:pt x="1562065" y="2315597"/>
                  <a:pt x="1561890" y="2315597"/>
                </a:cubicBezTo>
                <a:cubicBezTo>
                  <a:pt x="1209114" y="2315597"/>
                  <a:pt x="923103" y="2029585"/>
                  <a:pt x="923103" y="1676810"/>
                </a:cubicBezTo>
                <a:lnTo>
                  <a:pt x="923103" y="1676810"/>
                </a:lnTo>
                <a:cubicBezTo>
                  <a:pt x="923103" y="1324034"/>
                  <a:pt x="1209114" y="1038022"/>
                  <a:pt x="1561890" y="1038022"/>
                </a:cubicBezTo>
                <a:cubicBezTo>
                  <a:pt x="1562065" y="1038022"/>
                  <a:pt x="1562182" y="1038022"/>
                  <a:pt x="1562358" y="1038022"/>
                </a:cubicBezTo>
                <a:lnTo>
                  <a:pt x="1559842" y="1038022"/>
                </a:lnTo>
                <a:cubicBezTo>
                  <a:pt x="1846497" y="1038022"/>
                  <a:pt x="2078853" y="805667"/>
                  <a:pt x="2078853" y="519011"/>
                </a:cubicBezTo>
                <a:lnTo>
                  <a:pt x="2078853" y="519011"/>
                </a:lnTo>
                <a:cubicBezTo>
                  <a:pt x="2078853" y="232355"/>
                  <a:pt x="1846497" y="0"/>
                  <a:pt x="1559842" y="0"/>
                </a:cubicBezTo>
                <a:cubicBezTo>
                  <a:pt x="1550012" y="0"/>
                  <a:pt x="1542054" y="7958"/>
                  <a:pt x="1542054" y="17788"/>
                </a:cubicBezTo>
                <a:cubicBezTo>
                  <a:pt x="1542054" y="27618"/>
                  <a:pt x="1550012" y="35576"/>
                  <a:pt x="1559842" y="35576"/>
                </a:cubicBezTo>
                <a:cubicBezTo>
                  <a:pt x="1826837" y="35576"/>
                  <a:pt x="2043277" y="252016"/>
                  <a:pt x="2043277" y="519011"/>
                </a:cubicBezTo>
                <a:lnTo>
                  <a:pt x="2043277" y="519011"/>
                </a:lnTo>
                <a:cubicBezTo>
                  <a:pt x="2043277" y="786006"/>
                  <a:pt x="1826837" y="1002446"/>
                  <a:pt x="1559842" y="1002446"/>
                </a:cubicBezTo>
                <a:cubicBezTo>
                  <a:pt x="1559725" y="1002446"/>
                  <a:pt x="1559549" y="1002446"/>
                  <a:pt x="1559432" y="1002446"/>
                </a:cubicBezTo>
                <a:lnTo>
                  <a:pt x="1559432" y="1002446"/>
                </a:lnTo>
                <a:close/>
              </a:path>
            </a:pathLst>
          </a:cu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30"/>
          <p:cNvSpPr/>
          <p:nvPr/>
        </p:nvSpPr>
        <p:spPr>
          <a:xfrm>
            <a:off x="4764624" y="971374"/>
            <a:ext cx="2078852" cy="3353619"/>
          </a:xfrm>
          <a:custGeom>
            <a:rect b="b" l="l" r="r" t="t"/>
            <a:pathLst>
              <a:path extrusionOk="0" h="3353619" w="2078852">
                <a:moveTo>
                  <a:pt x="519362" y="1002622"/>
                </a:moveTo>
                <a:lnTo>
                  <a:pt x="520181" y="1002622"/>
                </a:lnTo>
                <a:cubicBezTo>
                  <a:pt x="530655" y="1002680"/>
                  <a:pt x="541129" y="1002973"/>
                  <a:pt x="551603" y="1003500"/>
                </a:cubicBezTo>
                <a:cubicBezTo>
                  <a:pt x="571205" y="1004494"/>
                  <a:pt x="590748" y="1006308"/>
                  <a:pt x="610175" y="1009000"/>
                </a:cubicBezTo>
                <a:cubicBezTo>
                  <a:pt x="653357" y="1014968"/>
                  <a:pt x="695896" y="1025149"/>
                  <a:pt x="737090" y="1039368"/>
                </a:cubicBezTo>
                <a:cubicBezTo>
                  <a:pt x="781910" y="1054874"/>
                  <a:pt x="825093" y="1075120"/>
                  <a:pt x="865701" y="1099695"/>
                </a:cubicBezTo>
                <a:cubicBezTo>
                  <a:pt x="907597" y="1125090"/>
                  <a:pt x="946683" y="1154990"/>
                  <a:pt x="982142" y="1188810"/>
                </a:cubicBezTo>
                <a:cubicBezTo>
                  <a:pt x="1020761" y="1225615"/>
                  <a:pt x="1054991" y="1266984"/>
                  <a:pt x="1083896" y="1311746"/>
                </a:cubicBezTo>
                <a:cubicBezTo>
                  <a:pt x="1111632" y="1354695"/>
                  <a:pt x="1134452" y="1400803"/>
                  <a:pt x="1151713" y="1448960"/>
                </a:cubicBezTo>
                <a:cubicBezTo>
                  <a:pt x="1166049" y="1488924"/>
                  <a:pt x="1176581" y="1530234"/>
                  <a:pt x="1183135" y="1572130"/>
                </a:cubicBezTo>
                <a:cubicBezTo>
                  <a:pt x="1186119" y="1591088"/>
                  <a:pt x="1188225" y="1610163"/>
                  <a:pt x="1189571" y="1629297"/>
                </a:cubicBezTo>
                <a:cubicBezTo>
                  <a:pt x="1190273" y="1639010"/>
                  <a:pt x="1190683" y="1648723"/>
                  <a:pt x="1190976" y="1658378"/>
                </a:cubicBezTo>
                <a:lnTo>
                  <a:pt x="1190976" y="1659080"/>
                </a:lnTo>
                <a:lnTo>
                  <a:pt x="1542347" y="1659080"/>
                </a:lnTo>
                <a:lnTo>
                  <a:pt x="1542054" y="1676868"/>
                </a:lnTo>
                <a:cubicBezTo>
                  <a:pt x="1542054" y="1390213"/>
                  <a:pt x="1774410" y="1157857"/>
                  <a:pt x="2061065" y="1157857"/>
                </a:cubicBezTo>
                <a:cubicBezTo>
                  <a:pt x="2070895" y="1157857"/>
                  <a:pt x="2078853" y="1165815"/>
                  <a:pt x="2078853" y="1175645"/>
                </a:cubicBezTo>
                <a:cubicBezTo>
                  <a:pt x="2078853" y="1185475"/>
                  <a:pt x="2070895" y="1193433"/>
                  <a:pt x="2061065" y="1193433"/>
                </a:cubicBezTo>
                <a:cubicBezTo>
                  <a:pt x="1794070" y="1193433"/>
                  <a:pt x="1577630" y="1409873"/>
                  <a:pt x="1577630" y="1676868"/>
                </a:cubicBezTo>
                <a:lnTo>
                  <a:pt x="1577630" y="1676868"/>
                </a:lnTo>
                <a:cubicBezTo>
                  <a:pt x="1577630" y="1943863"/>
                  <a:pt x="1794070" y="2160303"/>
                  <a:pt x="2061065" y="2160303"/>
                </a:cubicBezTo>
                <a:cubicBezTo>
                  <a:pt x="2070895" y="2160303"/>
                  <a:pt x="2078853" y="2168261"/>
                  <a:pt x="2078853" y="2178091"/>
                </a:cubicBezTo>
                <a:cubicBezTo>
                  <a:pt x="2078853" y="2187922"/>
                  <a:pt x="2070895" y="2195879"/>
                  <a:pt x="2061065" y="2195879"/>
                </a:cubicBezTo>
                <a:cubicBezTo>
                  <a:pt x="1774410" y="2195879"/>
                  <a:pt x="1542054" y="1963524"/>
                  <a:pt x="1542054" y="1676868"/>
                </a:cubicBezTo>
                <a:lnTo>
                  <a:pt x="1542347" y="1694656"/>
                </a:lnTo>
                <a:lnTo>
                  <a:pt x="1191034" y="1694656"/>
                </a:lnTo>
                <a:cubicBezTo>
                  <a:pt x="1181613" y="2058022"/>
                  <a:pt x="884718" y="2349886"/>
                  <a:pt x="519421" y="2351173"/>
                </a:cubicBezTo>
                <a:cubicBezTo>
                  <a:pt x="519304" y="2351173"/>
                  <a:pt x="519128" y="2351173"/>
                  <a:pt x="519011" y="2351173"/>
                </a:cubicBezTo>
                <a:cubicBezTo>
                  <a:pt x="252016" y="2351173"/>
                  <a:pt x="35576" y="2567613"/>
                  <a:pt x="35576" y="2834608"/>
                </a:cubicBezTo>
                <a:lnTo>
                  <a:pt x="35576" y="2834608"/>
                </a:lnTo>
                <a:cubicBezTo>
                  <a:pt x="35576" y="3101603"/>
                  <a:pt x="252016" y="3318044"/>
                  <a:pt x="519011" y="3318044"/>
                </a:cubicBezTo>
                <a:cubicBezTo>
                  <a:pt x="528841" y="3318044"/>
                  <a:pt x="536799" y="3326001"/>
                  <a:pt x="536799" y="3335831"/>
                </a:cubicBezTo>
                <a:cubicBezTo>
                  <a:pt x="536799" y="3345662"/>
                  <a:pt x="528841" y="3353619"/>
                  <a:pt x="519011" y="3353619"/>
                </a:cubicBezTo>
                <a:cubicBezTo>
                  <a:pt x="232356" y="3353619"/>
                  <a:pt x="0" y="3121264"/>
                  <a:pt x="0" y="2834608"/>
                </a:cubicBezTo>
                <a:lnTo>
                  <a:pt x="0" y="2834608"/>
                </a:lnTo>
                <a:cubicBezTo>
                  <a:pt x="0" y="2547953"/>
                  <a:pt x="232356" y="2315597"/>
                  <a:pt x="519011" y="2315597"/>
                </a:cubicBezTo>
                <a:lnTo>
                  <a:pt x="516495" y="2315597"/>
                </a:lnTo>
                <a:cubicBezTo>
                  <a:pt x="516495" y="2315597"/>
                  <a:pt x="516788" y="2315597"/>
                  <a:pt x="516963" y="2315597"/>
                </a:cubicBezTo>
                <a:cubicBezTo>
                  <a:pt x="869739" y="2315597"/>
                  <a:pt x="1155751" y="2029585"/>
                  <a:pt x="1155751" y="1676810"/>
                </a:cubicBezTo>
                <a:lnTo>
                  <a:pt x="1155751" y="1676810"/>
                </a:lnTo>
                <a:cubicBezTo>
                  <a:pt x="1155751" y="1324034"/>
                  <a:pt x="869739" y="1038022"/>
                  <a:pt x="516963" y="1038022"/>
                </a:cubicBezTo>
                <a:cubicBezTo>
                  <a:pt x="516788" y="1038022"/>
                  <a:pt x="516670" y="1038022"/>
                  <a:pt x="516495" y="1038022"/>
                </a:cubicBezTo>
                <a:lnTo>
                  <a:pt x="519011" y="1038022"/>
                </a:lnTo>
                <a:cubicBezTo>
                  <a:pt x="232356" y="1038022"/>
                  <a:pt x="0" y="805667"/>
                  <a:pt x="0" y="519011"/>
                </a:cubicBezTo>
                <a:lnTo>
                  <a:pt x="0" y="519011"/>
                </a:lnTo>
                <a:cubicBezTo>
                  <a:pt x="0" y="232355"/>
                  <a:pt x="232356" y="0"/>
                  <a:pt x="519011" y="0"/>
                </a:cubicBezTo>
                <a:cubicBezTo>
                  <a:pt x="528841" y="0"/>
                  <a:pt x="536799" y="7958"/>
                  <a:pt x="536799" y="17788"/>
                </a:cubicBezTo>
                <a:cubicBezTo>
                  <a:pt x="536799" y="27618"/>
                  <a:pt x="528841" y="35576"/>
                  <a:pt x="519011" y="35576"/>
                </a:cubicBezTo>
                <a:cubicBezTo>
                  <a:pt x="252016" y="35576"/>
                  <a:pt x="35576" y="252016"/>
                  <a:pt x="35576" y="519011"/>
                </a:cubicBezTo>
                <a:lnTo>
                  <a:pt x="35576" y="519011"/>
                </a:lnTo>
                <a:cubicBezTo>
                  <a:pt x="35576" y="786006"/>
                  <a:pt x="252016" y="1002446"/>
                  <a:pt x="519011" y="1002446"/>
                </a:cubicBezTo>
                <a:cubicBezTo>
                  <a:pt x="519128" y="1002446"/>
                  <a:pt x="519304" y="1002446"/>
                  <a:pt x="519421" y="1002446"/>
                </a:cubicBezTo>
                <a:lnTo>
                  <a:pt x="519421" y="1002446"/>
                </a:lnTo>
                <a:close/>
              </a:path>
            </a:pathLst>
          </a:cu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5" name="Google Shape;1895;p30"/>
          <p:cNvSpPr/>
          <p:nvPr/>
        </p:nvSpPr>
        <p:spPr>
          <a:xfrm>
            <a:off x="4867842" y="1061250"/>
            <a:ext cx="2393068" cy="839077"/>
          </a:xfrm>
          <a:custGeom>
            <a:rect b="b" l="l" r="r" t="t"/>
            <a:pathLst>
              <a:path extrusionOk="0" h="839077" w="2393068">
                <a:moveTo>
                  <a:pt x="2393068" y="419539"/>
                </a:moveTo>
                <a:cubicBezTo>
                  <a:pt x="2393068" y="308247"/>
                  <a:pt x="2348891" y="201578"/>
                  <a:pt x="2270191" y="122878"/>
                </a:cubicBezTo>
                <a:cubicBezTo>
                  <a:pt x="2191490" y="44177"/>
                  <a:pt x="2084821" y="0"/>
                  <a:pt x="1973529" y="0"/>
                </a:cubicBezTo>
                <a:lnTo>
                  <a:pt x="419539" y="0"/>
                </a:lnTo>
                <a:cubicBezTo>
                  <a:pt x="187827" y="0"/>
                  <a:pt x="0" y="187827"/>
                  <a:pt x="0" y="419539"/>
                </a:cubicBezTo>
                <a:lnTo>
                  <a:pt x="0" y="419539"/>
                </a:lnTo>
                <a:cubicBezTo>
                  <a:pt x="0" y="530772"/>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6" name="Google Shape;1896;p30"/>
          <p:cNvSpPr/>
          <p:nvPr/>
        </p:nvSpPr>
        <p:spPr>
          <a:xfrm>
            <a:off x="6410305" y="2228762"/>
            <a:ext cx="2393068" cy="839077"/>
          </a:xfrm>
          <a:custGeom>
            <a:rect b="b" l="l" r="r" t="t"/>
            <a:pathLst>
              <a:path extrusionOk="0" h="839077" w="2393068">
                <a:moveTo>
                  <a:pt x="2393068" y="419539"/>
                </a:moveTo>
                <a:cubicBezTo>
                  <a:pt x="2393068" y="308247"/>
                  <a:pt x="2348890"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7" y="794900"/>
                  <a:pt x="308247" y="839078"/>
                  <a:pt x="419539" y="839078"/>
                </a:cubicBezTo>
                <a:lnTo>
                  <a:pt x="1973529" y="839078"/>
                </a:lnTo>
                <a:cubicBezTo>
                  <a:pt x="2084762" y="839078"/>
                  <a:pt x="2191490" y="794900"/>
                  <a:pt x="2270191" y="716200"/>
                </a:cubicBezTo>
                <a:cubicBezTo>
                  <a:pt x="2348890"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7"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7" name="Google Shape;1897;p30"/>
          <p:cNvSpPr/>
          <p:nvPr/>
        </p:nvSpPr>
        <p:spPr>
          <a:xfrm>
            <a:off x="4867842" y="3386853"/>
            <a:ext cx="2393068" cy="839077"/>
          </a:xfrm>
          <a:custGeom>
            <a:rect b="b" l="l" r="r" t="t"/>
            <a:pathLst>
              <a:path extrusionOk="0" h="839077" w="2393068">
                <a:moveTo>
                  <a:pt x="2393068" y="419539"/>
                </a:moveTo>
                <a:cubicBezTo>
                  <a:pt x="2393068" y="308247"/>
                  <a:pt x="2348891"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8"/>
                  <a:pt x="2245030" y="148038"/>
                </a:cubicBezTo>
                <a:cubicBezTo>
                  <a:pt x="2317060" y="220068"/>
                  <a:pt x="2357492" y="317726"/>
                  <a:pt x="2357492" y="419539"/>
                </a:cubicBezTo>
                <a:lnTo>
                  <a:pt x="2357492"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8" name="Google Shape;1898;p30"/>
          <p:cNvSpPr/>
          <p:nvPr/>
        </p:nvSpPr>
        <p:spPr>
          <a:xfrm>
            <a:off x="1883967" y="1061250"/>
            <a:ext cx="2393068" cy="839077"/>
          </a:xfrm>
          <a:custGeom>
            <a:rect b="b" l="l" r="r" t="t"/>
            <a:pathLst>
              <a:path extrusionOk="0" h="839077" w="2393068">
                <a:moveTo>
                  <a:pt x="0" y="419539"/>
                </a:moveTo>
                <a:lnTo>
                  <a:pt x="0" y="419539"/>
                </a:lnTo>
                <a:cubicBezTo>
                  <a:pt x="0" y="530772"/>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8"/>
                </a:cubicBezTo>
                <a:cubicBezTo>
                  <a:pt x="44177" y="201578"/>
                  <a:pt x="0" y="308247"/>
                  <a:pt x="0" y="419539"/>
                </a:cubicBezTo>
                <a:lnTo>
                  <a:pt x="0" y="419539"/>
                </a:lnTo>
                <a:close/>
                <a:moveTo>
                  <a:pt x="35576" y="419539"/>
                </a:moveTo>
                <a:cubicBezTo>
                  <a:pt x="35576" y="317726"/>
                  <a:pt x="76009" y="220068"/>
                  <a:pt x="148038" y="148038"/>
                </a:cubicBezTo>
                <a:cubicBezTo>
                  <a:pt x="220068" y="76009"/>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9" name="Google Shape;1899;p30"/>
          <p:cNvSpPr/>
          <p:nvPr/>
        </p:nvSpPr>
        <p:spPr>
          <a:xfrm>
            <a:off x="341504" y="2228762"/>
            <a:ext cx="2393068" cy="839077"/>
          </a:xfrm>
          <a:custGeom>
            <a:rect b="b" l="l" r="r" t="t"/>
            <a:pathLst>
              <a:path extrusionOk="0" h="839077" w="2393068">
                <a:moveTo>
                  <a:pt x="0" y="419539"/>
                </a:moveTo>
                <a:lnTo>
                  <a:pt x="0" y="419539"/>
                </a:lnTo>
                <a:cubicBezTo>
                  <a:pt x="0" y="530831"/>
                  <a:pt x="44177" y="637500"/>
                  <a:pt x="122877" y="716200"/>
                </a:cubicBezTo>
                <a:cubicBezTo>
                  <a:pt x="201578" y="794900"/>
                  <a:pt x="308247" y="839078"/>
                  <a:pt x="419539" y="839078"/>
                </a:cubicBezTo>
                <a:lnTo>
                  <a:pt x="1973529"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29"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8" y="220068"/>
                  <a:pt x="148038" y="148038"/>
                </a:cubicBezTo>
                <a:cubicBezTo>
                  <a:pt x="220068" y="76009"/>
                  <a:pt x="317726" y="35576"/>
                  <a:pt x="419539" y="35576"/>
                </a:cubicBezTo>
                <a:lnTo>
                  <a:pt x="1973529"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0" name="Google Shape;1900;p30"/>
          <p:cNvSpPr/>
          <p:nvPr/>
        </p:nvSpPr>
        <p:spPr>
          <a:xfrm>
            <a:off x="1883967" y="3386853"/>
            <a:ext cx="2393068" cy="839077"/>
          </a:xfrm>
          <a:custGeom>
            <a:rect b="b" l="l" r="r" t="t"/>
            <a:pathLst>
              <a:path extrusionOk="0" h="839077" w="2393068">
                <a:moveTo>
                  <a:pt x="0" y="419539"/>
                </a:moveTo>
                <a:lnTo>
                  <a:pt x="0" y="419539"/>
                </a:lnTo>
                <a:cubicBezTo>
                  <a:pt x="0" y="530831"/>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9" y="220068"/>
                  <a:pt x="148038" y="148038"/>
                </a:cubicBezTo>
                <a:cubicBezTo>
                  <a:pt x="220068" y="76008"/>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1" name="Google Shape;1901;p30"/>
          <p:cNvSpPr txBox="1"/>
          <p:nvPr/>
        </p:nvSpPr>
        <p:spPr>
          <a:xfrm>
            <a:off x="2151977" y="1203789"/>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sp>
        <p:nvSpPr>
          <p:cNvPr id="1902" name="Google Shape;1902;p30"/>
          <p:cNvSpPr txBox="1"/>
          <p:nvPr/>
        </p:nvSpPr>
        <p:spPr>
          <a:xfrm>
            <a:off x="607344" y="236113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sp>
        <p:nvSpPr>
          <p:cNvPr id="1903" name="Google Shape;1903;p30"/>
          <p:cNvSpPr txBox="1"/>
          <p:nvPr/>
        </p:nvSpPr>
        <p:spPr>
          <a:xfrm>
            <a:off x="2151977" y="351847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sp>
        <p:nvSpPr>
          <p:cNvPr id="1904" name="Google Shape;1904;p30"/>
          <p:cNvSpPr txBox="1"/>
          <p:nvPr/>
        </p:nvSpPr>
        <p:spPr>
          <a:xfrm>
            <a:off x="5721849" y="1203789"/>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sp>
        <p:nvSpPr>
          <p:cNvPr id="1905" name="Google Shape;1905;p30"/>
          <p:cNvSpPr txBox="1"/>
          <p:nvPr/>
        </p:nvSpPr>
        <p:spPr>
          <a:xfrm>
            <a:off x="7391400" y="236113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sp>
        <p:nvSpPr>
          <p:cNvPr id="1906" name="Google Shape;1906;p30"/>
          <p:cNvSpPr txBox="1"/>
          <p:nvPr/>
        </p:nvSpPr>
        <p:spPr>
          <a:xfrm>
            <a:off x="5721849" y="351847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a:t>
            </a:r>
            <a:endParaRPr/>
          </a:p>
        </p:txBody>
      </p:sp>
      <p:grpSp>
        <p:nvGrpSpPr>
          <p:cNvPr id="1907" name="Google Shape;1907;p30"/>
          <p:cNvGrpSpPr/>
          <p:nvPr/>
        </p:nvGrpSpPr>
        <p:grpSpPr>
          <a:xfrm>
            <a:off x="5069745" y="1228382"/>
            <a:ext cx="497644" cy="497644"/>
            <a:chOff x="5069745" y="1228382"/>
            <a:chExt cx="497644" cy="497644"/>
          </a:xfrm>
        </p:grpSpPr>
        <p:sp>
          <p:nvSpPr>
            <p:cNvPr id="1908" name="Google Shape;1908;p30"/>
            <p:cNvSpPr/>
            <p:nvPr/>
          </p:nvSpPr>
          <p:spPr>
            <a:xfrm>
              <a:off x="5069745" y="1228382"/>
              <a:ext cx="497644" cy="497644"/>
            </a:xfrm>
            <a:custGeom>
              <a:rect b="b" l="l" r="r" t="t"/>
              <a:pathLst>
                <a:path extrusionOk="0" h="497644" w="497644">
                  <a:moveTo>
                    <a:pt x="248822" y="0"/>
                  </a:moveTo>
                  <a:cubicBezTo>
                    <a:pt x="386217" y="0"/>
                    <a:pt x="497644" y="111367"/>
                    <a:pt x="497644" y="248822"/>
                  </a:cubicBezTo>
                  <a:cubicBezTo>
                    <a:pt x="497644" y="386278"/>
                    <a:pt x="386217" y="497644"/>
                    <a:pt x="248822" y="497644"/>
                  </a:cubicBezTo>
                  <a:cubicBezTo>
                    <a:pt x="111427" y="497644"/>
                    <a:pt x="0" y="386217"/>
                    <a:pt x="0" y="248822"/>
                  </a:cubicBezTo>
                  <a:cubicBezTo>
                    <a:pt x="0" y="111427"/>
                    <a:pt x="111367" y="0"/>
                    <a:pt x="248822" y="0"/>
                  </a:cubicBezTo>
                  <a:lnTo>
                    <a:pt x="248822" y="0"/>
                  </a:ln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9" name="Google Shape;1909;p30"/>
            <p:cNvSpPr/>
            <p:nvPr/>
          </p:nvSpPr>
          <p:spPr>
            <a:xfrm>
              <a:off x="5078218" y="1236855"/>
              <a:ext cx="480698" cy="480698"/>
            </a:xfrm>
            <a:custGeom>
              <a:rect b="b" l="l" r="r" t="t"/>
              <a:pathLst>
                <a:path extrusionOk="0" h="480698" w="480698">
                  <a:moveTo>
                    <a:pt x="240349" y="0"/>
                  </a:moveTo>
                  <a:lnTo>
                    <a:pt x="240349" y="175370"/>
                  </a:lnTo>
                  <a:moveTo>
                    <a:pt x="0" y="240349"/>
                  </a:moveTo>
                  <a:lnTo>
                    <a:pt x="175370" y="240349"/>
                  </a:lnTo>
                  <a:moveTo>
                    <a:pt x="240349" y="480699"/>
                  </a:moveTo>
                  <a:lnTo>
                    <a:pt x="240349" y="305328"/>
                  </a:lnTo>
                  <a:moveTo>
                    <a:pt x="480699" y="240349"/>
                  </a:moveTo>
                  <a:lnTo>
                    <a:pt x="305328" y="24034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0" name="Google Shape;1910;p30"/>
            <p:cNvSpPr/>
            <p:nvPr/>
          </p:nvSpPr>
          <p:spPr>
            <a:xfrm>
              <a:off x="5163678" y="1322254"/>
              <a:ext cx="309778" cy="309778"/>
            </a:xfrm>
            <a:custGeom>
              <a:rect b="b" l="l" r="r" t="t"/>
              <a:pathLst>
                <a:path extrusionOk="0" h="309778" w="309778">
                  <a:moveTo>
                    <a:pt x="154889" y="0"/>
                  </a:moveTo>
                  <a:cubicBezTo>
                    <a:pt x="240471" y="0"/>
                    <a:pt x="309778" y="69368"/>
                    <a:pt x="309778" y="154889"/>
                  </a:cubicBezTo>
                  <a:cubicBezTo>
                    <a:pt x="309778" y="240410"/>
                    <a:pt x="240410" y="309778"/>
                    <a:pt x="154889" y="309778"/>
                  </a:cubicBezTo>
                  <a:cubicBezTo>
                    <a:pt x="69368" y="309778"/>
                    <a:pt x="0" y="240410"/>
                    <a:pt x="0" y="154889"/>
                  </a:cubicBezTo>
                  <a:cubicBezTo>
                    <a:pt x="0" y="69368"/>
                    <a:pt x="69368" y="0"/>
                    <a:pt x="154889" y="0"/>
                  </a:cubicBezTo>
                  <a:lnTo>
                    <a:pt x="154889" y="0"/>
                  </a:lnTo>
                  <a:close/>
                  <a:moveTo>
                    <a:pt x="154889" y="93933"/>
                  </a:moveTo>
                  <a:cubicBezTo>
                    <a:pt x="188598" y="93933"/>
                    <a:pt x="215906" y="121241"/>
                    <a:pt x="215906" y="154950"/>
                  </a:cubicBezTo>
                  <a:cubicBezTo>
                    <a:pt x="215906" y="188659"/>
                    <a:pt x="188598" y="215967"/>
                    <a:pt x="154889" y="215967"/>
                  </a:cubicBezTo>
                  <a:cubicBezTo>
                    <a:pt x="121180" y="215967"/>
                    <a:pt x="93872" y="188659"/>
                    <a:pt x="93872" y="154950"/>
                  </a:cubicBezTo>
                  <a:cubicBezTo>
                    <a:pt x="93872" y="121241"/>
                    <a:pt x="121180" y="93933"/>
                    <a:pt x="154889" y="93933"/>
                  </a:cubicBezTo>
                  <a:lnTo>
                    <a:pt x="154889" y="93933"/>
                  </a:ln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11" name="Google Shape;1911;p30"/>
          <p:cNvGrpSpPr/>
          <p:nvPr/>
        </p:nvGrpSpPr>
        <p:grpSpPr>
          <a:xfrm>
            <a:off x="3526674" y="1229775"/>
            <a:ext cx="545555" cy="474142"/>
            <a:chOff x="3526674" y="1229775"/>
            <a:chExt cx="545555" cy="474142"/>
          </a:xfrm>
        </p:grpSpPr>
        <p:sp>
          <p:nvSpPr>
            <p:cNvPr id="1912" name="Google Shape;1912;p30"/>
            <p:cNvSpPr/>
            <p:nvPr/>
          </p:nvSpPr>
          <p:spPr>
            <a:xfrm>
              <a:off x="3526674" y="1697181"/>
              <a:ext cx="545555" cy="6736"/>
            </a:xfrm>
            <a:custGeom>
              <a:rect b="b" l="l" r="r" t="t"/>
              <a:pathLst>
                <a:path extrusionOk="0" h="6736" w="545555">
                  <a:moveTo>
                    <a:pt x="0" y="0"/>
                  </a:moveTo>
                  <a:lnTo>
                    <a:pt x="545555"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13" name="Google Shape;1913;p30"/>
            <p:cNvGrpSpPr/>
            <p:nvPr/>
          </p:nvGrpSpPr>
          <p:grpSpPr>
            <a:xfrm>
              <a:off x="3550725" y="1229775"/>
              <a:ext cx="497386" cy="466328"/>
              <a:chOff x="3550725" y="1229775"/>
              <a:chExt cx="497386" cy="466328"/>
            </a:xfrm>
          </p:grpSpPr>
          <p:grpSp>
            <p:nvGrpSpPr>
              <p:cNvPr id="1914" name="Google Shape;1914;p30"/>
              <p:cNvGrpSpPr/>
              <p:nvPr/>
            </p:nvGrpSpPr>
            <p:grpSpPr>
              <a:xfrm>
                <a:off x="3550725" y="1229775"/>
                <a:ext cx="497386" cy="466328"/>
                <a:chOff x="3550725" y="1229775"/>
                <a:chExt cx="497386" cy="466328"/>
              </a:xfrm>
            </p:grpSpPr>
            <p:sp>
              <p:nvSpPr>
                <p:cNvPr id="1915" name="Google Shape;1915;p30"/>
                <p:cNvSpPr/>
                <p:nvPr/>
              </p:nvSpPr>
              <p:spPr>
                <a:xfrm>
                  <a:off x="3556316" y="1542030"/>
                  <a:ext cx="72893" cy="154072"/>
                </a:xfrm>
                <a:custGeom>
                  <a:rect b="b" l="l" r="r" t="t"/>
                  <a:pathLst>
                    <a:path extrusionOk="0" h="154072" w="72893">
                      <a:moveTo>
                        <a:pt x="0" y="0"/>
                      </a:moveTo>
                      <a:lnTo>
                        <a:pt x="72893" y="0"/>
                      </a:lnTo>
                      <a:lnTo>
                        <a:pt x="72893" y="154073"/>
                      </a:lnTo>
                      <a:lnTo>
                        <a:pt x="0" y="154073"/>
                      </a:lnTo>
                      <a:lnTo>
                        <a:pt x="0" y="0"/>
                      </a:lnTo>
                      <a:lnTo>
                        <a:pt x="0"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6" name="Google Shape;1916;p30"/>
                <p:cNvSpPr/>
                <p:nvPr/>
              </p:nvSpPr>
              <p:spPr>
                <a:xfrm>
                  <a:off x="3694086" y="1404395"/>
                  <a:ext cx="72960" cy="291707"/>
                </a:xfrm>
                <a:custGeom>
                  <a:rect b="b" l="l" r="r" t="t"/>
                  <a:pathLst>
                    <a:path extrusionOk="0" h="291707" w="72960">
                      <a:moveTo>
                        <a:pt x="0" y="0"/>
                      </a:moveTo>
                      <a:lnTo>
                        <a:pt x="72961" y="0"/>
                      </a:lnTo>
                      <a:lnTo>
                        <a:pt x="72961" y="291708"/>
                      </a:lnTo>
                      <a:lnTo>
                        <a:pt x="0" y="291708"/>
                      </a:lnTo>
                      <a:lnTo>
                        <a:pt x="0" y="0"/>
                      </a:lnTo>
                      <a:lnTo>
                        <a:pt x="0"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7" name="Google Shape;1917;p30"/>
                <p:cNvSpPr/>
                <p:nvPr/>
              </p:nvSpPr>
              <p:spPr>
                <a:xfrm>
                  <a:off x="3831856" y="1527276"/>
                  <a:ext cx="72960" cy="168826"/>
                </a:xfrm>
                <a:custGeom>
                  <a:rect b="b" l="l" r="r" t="t"/>
                  <a:pathLst>
                    <a:path extrusionOk="0" h="168826" w="72960">
                      <a:moveTo>
                        <a:pt x="0" y="0"/>
                      </a:moveTo>
                      <a:lnTo>
                        <a:pt x="72961" y="0"/>
                      </a:lnTo>
                      <a:lnTo>
                        <a:pt x="72961" y="168827"/>
                      </a:lnTo>
                      <a:lnTo>
                        <a:pt x="0" y="168827"/>
                      </a:lnTo>
                      <a:lnTo>
                        <a:pt x="0" y="0"/>
                      </a:lnTo>
                      <a:lnTo>
                        <a:pt x="0"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8" name="Google Shape;1918;p30"/>
                <p:cNvSpPr/>
                <p:nvPr/>
              </p:nvSpPr>
              <p:spPr>
                <a:xfrm>
                  <a:off x="3969694" y="1463411"/>
                  <a:ext cx="72893" cy="232692"/>
                </a:xfrm>
                <a:custGeom>
                  <a:rect b="b" l="l" r="r" t="t"/>
                  <a:pathLst>
                    <a:path extrusionOk="0" h="232692" w="72893">
                      <a:moveTo>
                        <a:pt x="0" y="0"/>
                      </a:moveTo>
                      <a:lnTo>
                        <a:pt x="72893" y="0"/>
                      </a:lnTo>
                      <a:lnTo>
                        <a:pt x="72893" y="232693"/>
                      </a:lnTo>
                      <a:lnTo>
                        <a:pt x="0" y="232693"/>
                      </a:lnTo>
                      <a:lnTo>
                        <a:pt x="0" y="0"/>
                      </a:lnTo>
                      <a:lnTo>
                        <a:pt x="0"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9" name="Google Shape;1919;p30"/>
                <p:cNvSpPr/>
                <p:nvPr/>
              </p:nvSpPr>
              <p:spPr>
                <a:xfrm>
                  <a:off x="3550725" y="1229775"/>
                  <a:ext cx="497386" cy="224001"/>
                </a:xfrm>
                <a:custGeom>
                  <a:rect b="b" l="l" r="r" t="t"/>
                  <a:pathLst>
                    <a:path extrusionOk="0" h="224001" w="497386">
                      <a:moveTo>
                        <a:pt x="42038" y="139925"/>
                      </a:moveTo>
                      <a:cubicBezTo>
                        <a:pt x="18796" y="139925"/>
                        <a:pt x="0" y="158789"/>
                        <a:pt x="0" y="181964"/>
                      </a:cubicBezTo>
                      <a:cubicBezTo>
                        <a:pt x="0" y="205139"/>
                        <a:pt x="18863" y="224002"/>
                        <a:pt x="42038" y="224002"/>
                      </a:cubicBezTo>
                      <a:cubicBezTo>
                        <a:pt x="65213" y="224002"/>
                        <a:pt x="84077" y="205139"/>
                        <a:pt x="84077" y="181964"/>
                      </a:cubicBezTo>
                      <a:cubicBezTo>
                        <a:pt x="84077" y="158789"/>
                        <a:pt x="65213" y="139925"/>
                        <a:pt x="42038" y="139925"/>
                      </a:cubicBezTo>
                      <a:lnTo>
                        <a:pt x="42038" y="139925"/>
                      </a:lnTo>
                      <a:close/>
                      <a:moveTo>
                        <a:pt x="179808" y="0"/>
                      </a:moveTo>
                      <a:cubicBezTo>
                        <a:pt x="156566" y="0"/>
                        <a:pt x="137770" y="18863"/>
                        <a:pt x="137770" y="42038"/>
                      </a:cubicBezTo>
                      <a:cubicBezTo>
                        <a:pt x="137770" y="65213"/>
                        <a:pt x="156633" y="84077"/>
                        <a:pt x="179808" y="84077"/>
                      </a:cubicBezTo>
                      <a:cubicBezTo>
                        <a:pt x="202983" y="84077"/>
                        <a:pt x="221847" y="65213"/>
                        <a:pt x="221847" y="42038"/>
                      </a:cubicBezTo>
                      <a:cubicBezTo>
                        <a:pt x="221847" y="18863"/>
                        <a:pt x="202983" y="0"/>
                        <a:pt x="179808" y="0"/>
                      </a:cubicBezTo>
                      <a:lnTo>
                        <a:pt x="179808" y="0"/>
                      </a:lnTo>
                      <a:close/>
                      <a:moveTo>
                        <a:pt x="317578" y="125172"/>
                      </a:moveTo>
                      <a:cubicBezTo>
                        <a:pt x="294336" y="125172"/>
                        <a:pt x="275540" y="144035"/>
                        <a:pt x="275540" y="167210"/>
                      </a:cubicBezTo>
                      <a:cubicBezTo>
                        <a:pt x="275540" y="190385"/>
                        <a:pt x="294403" y="209248"/>
                        <a:pt x="317578" y="209248"/>
                      </a:cubicBezTo>
                      <a:cubicBezTo>
                        <a:pt x="340753" y="209248"/>
                        <a:pt x="359617" y="190385"/>
                        <a:pt x="359617" y="167210"/>
                      </a:cubicBezTo>
                      <a:cubicBezTo>
                        <a:pt x="359617" y="144035"/>
                        <a:pt x="340753" y="125172"/>
                        <a:pt x="317578" y="125172"/>
                      </a:cubicBezTo>
                      <a:lnTo>
                        <a:pt x="317578" y="125172"/>
                      </a:lnTo>
                      <a:close/>
                      <a:moveTo>
                        <a:pt x="455348" y="61508"/>
                      </a:moveTo>
                      <a:cubicBezTo>
                        <a:pt x="432106" y="61508"/>
                        <a:pt x="413310" y="80371"/>
                        <a:pt x="413310" y="103546"/>
                      </a:cubicBezTo>
                      <a:cubicBezTo>
                        <a:pt x="413310" y="126721"/>
                        <a:pt x="432173" y="145584"/>
                        <a:pt x="455348" y="145584"/>
                      </a:cubicBezTo>
                      <a:cubicBezTo>
                        <a:pt x="478523" y="145584"/>
                        <a:pt x="497387" y="126721"/>
                        <a:pt x="497387" y="103546"/>
                      </a:cubicBezTo>
                      <a:cubicBezTo>
                        <a:pt x="497387" y="80371"/>
                        <a:pt x="478523" y="61508"/>
                        <a:pt x="455348" y="61508"/>
                      </a:cubicBezTo>
                      <a:lnTo>
                        <a:pt x="455348" y="61508"/>
                      </a:ln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20" name="Google Shape;1920;p30"/>
              <p:cNvSpPr/>
              <p:nvPr/>
            </p:nvSpPr>
            <p:spPr>
              <a:xfrm>
                <a:off x="3630422" y="1309405"/>
                <a:ext cx="65011" cy="64135"/>
              </a:xfrm>
              <a:custGeom>
                <a:rect b="b" l="l" r="r" t="t"/>
                <a:pathLst>
                  <a:path extrusionOk="0" h="64135" w="65011">
                    <a:moveTo>
                      <a:pt x="0" y="64135"/>
                    </a:moveTo>
                    <a:lnTo>
                      <a:pt x="6501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1" name="Google Shape;1921;p30"/>
              <p:cNvSpPr/>
              <p:nvPr/>
            </p:nvSpPr>
            <p:spPr>
              <a:xfrm>
                <a:off x="3768529" y="1306239"/>
                <a:ext cx="65617" cy="60025"/>
              </a:xfrm>
              <a:custGeom>
                <a:rect b="b" l="l" r="r" t="t"/>
                <a:pathLst>
                  <a:path extrusionOk="0" h="60025" w="65617">
                    <a:moveTo>
                      <a:pt x="0" y="0"/>
                    </a:moveTo>
                    <a:lnTo>
                      <a:pt x="65618" y="6002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2" name="Google Shape;1922;p30"/>
              <p:cNvSpPr/>
              <p:nvPr/>
            </p:nvSpPr>
            <p:spPr>
              <a:xfrm>
                <a:off x="3909735" y="1355014"/>
                <a:ext cx="49516" cy="24050"/>
              </a:xfrm>
              <a:custGeom>
                <a:rect b="b" l="l" r="r" t="t"/>
                <a:pathLst>
                  <a:path extrusionOk="0" h="24050" w="49516">
                    <a:moveTo>
                      <a:pt x="0" y="24051"/>
                    </a:moveTo>
                    <a:lnTo>
                      <a:pt x="4951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923" name="Google Shape;1923;p30"/>
          <p:cNvGrpSpPr/>
          <p:nvPr/>
        </p:nvGrpSpPr>
        <p:grpSpPr>
          <a:xfrm>
            <a:off x="1961660" y="2411644"/>
            <a:ext cx="476193" cy="476020"/>
            <a:chOff x="1961660" y="2411644"/>
            <a:chExt cx="476193" cy="476020"/>
          </a:xfrm>
        </p:grpSpPr>
        <p:sp>
          <p:nvSpPr>
            <p:cNvPr id="1924" name="Google Shape;1924;p30"/>
            <p:cNvSpPr/>
            <p:nvPr/>
          </p:nvSpPr>
          <p:spPr>
            <a:xfrm>
              <a:off x="2273740" y="2724301"/>
              <a:ext cx="164113" cy="163363"/>
            </a:xfrm>
            <a:custGeom>
              <a:rect b="b" l="l" r="r" t="t"/>
              <a:pathLst>
                <a:path extrusionOk="0" h="163363" w="164113">
                  <a:moveTo>
                    <a:pt x="164113" y="117347"/>
                  </a:moveTo>
                  <a:lnTo>
                    <a:pt x="118097" y="163364"/>
                  </a:lnTo>
                  <a:lnTo>
                    <a:pt x="0" y="45267"/>
                  </a:lnTo>
                  <a:lnTo>
                    <a:pt x="46766" y="0"/>
                  </a:lnTo>
                  <a:lnTo>
                    <a:pt x="164113" y="117347"/>
                  </a:lnTo>
                  <a:lnTo>
                    <a:pt x="164113" y="117347"/>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5" name="Google Shape;1925;p30"/>
            <p:cNvSpPr/>
            <p:nvPr/>
          </p:nvSpPr>
          <p:spPr>
            <a:xfrm>
              <a:off x="1961660" y="2411644"/>
              <a:ext cx="391426" cy="391426"/>
            </a:xfrm>
            <a:custGeom>
              <a:rect b="b" l="l" r="r" t="t"/>
              <a:pathLst>
                <a:path extrusionOk="0" h="391426" w="391426">
                  <a:moveTo>
                    <a:pt x="195713" y="0"/>
                  </a:moveTo>
                  <a:cubicBezTo>
                    <a:pt x="303776" y="0"/>
                    <a:pt x="391426" y="87592"/>
                    <a:pt x="391426" y="195713"/>
                  </a:cubicBezTo>
                  <a:cubicBezTo>
                    <a:pt x="391426" y="303834"/>
                    <a:pt x="303834" y="391427"/>
                    <a:pt x="195713" y="391427"/>
                  </a:cubicBezTo>
                  <a:cubicBezTo>
                    <a:pt x="87592" y="391427"/>
                    <a:pt x="0" y="303777"/>
                    <a:pt x="0" y="195713"/>
                  </a:cubicBezTo>
                  <a:cubicBezTo>
                    <a:pt x="0" y="87650"/>
                    <a:pt x="87592" y="0"/>
                    <a:pt x="195713" y="0"/>
                  </a:cubicBezTo>
                  <a:lnTo>
                    <a:pt x="195713"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6" name="Google Shape;1926;p30"/>
            <p:cNvSpPr/>
            <p:nvPr/>
          </p:nvSpPr>
          <p:spPr>
            <a:xfrm>
              <a:off x="2155528" y="2467118"/>
              <a:ext cx="141623" cy="141624"/>
            </a:xfrm>
            <a:custGeom>
              <a:rect b="b" l="l" r="r" t="t"/>
              <a:pathLst>
                <a:path extrusionOk="0" h="141624" w="141623">
                  <a:moveTo>
                    <a:pt x="0" y="0"/>
                  </a:moveTo>
                  <a:cubicBezTo>
                    <a:pt x="78193" y="0"/>
                    <a:pt x="141624" y="63373"/>
                    <a:pt x="141624" y="141624"/>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27" name="Google Shape;1927;p30"/>
          <p:cNvGrpSpPr/>
          <p:nvPr/>
        </p:nvGrpSpPr>
        <p:grpSpPr>
          <a:xfrm>
            <a:off x="6656086" y="2444810"/>
            <a:ext cx="461352" cy="406527"/>
            <a:chOff x="6683966" y="2444810"/>
            <a:chExt cx="461352" cy="406527"/>
          </a:xfrm>
        </p:grpSpPr>
        <p:sp>
          <p:nvSpPr>
            <p:cNvPr id="1928" name="Google Shape;1928;p30"/>
            <p:cNvSpPr/>
            <p:nvPr/>
          </p:nvSpPr>
          <p:spPr>
            <a:xfrm>
              <a:off x="6683966" y="2444810"/>
              <a:ext cx="461352" cy="406527"/>
            </a:xfrm>
            <a:custGeom>
              <a:rect b="b" l="l" r="r" t="t"/>
              <a:pathLst>
                <a:path extrusionOk="0" h="406527" w="461352">
                  <a:moveTo>
                    <a:pt x="461352" y="0"/>
                  </a:moveTo>
                  <a:lnTo>
                    <a:pt x="0" y="0"/>
                  </a:lnTo>
                  <a:lnTo>
                    <a:pt x="0" y="406528"/>
                  </a:lnTo>
                  <a:lnTo>
                    <a:pt x="461352" y="406528"/>
                  </a:lnTo>
                  <a:lnTo>
                    <a:pt x="461352" y="0"/>
                  </a:lnTo>
                  <a:lnTo>
                    <a:pt x="461352" y="0"/>
                  </a:lnTo>
                  <a:close/>
                  <a:moveTo>
                    <a:pt x="461352" y="96155"/>
                  </a:moveTo>
                  <a:lnTo>
                    <a:pt x="0" y="9615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9" name="Google Shape;1929;p30"/>
            <p:cNvSpPr/>
            <p:nvPr/>
          </p:nvSpPr>
          <p:spPr>
            <a:xfrm>
              <a:off x="7070732" y="2476993"/>
              <a:ext cx="32860" cy="35571"/>
            </a:xfrm>
            <a:custGeom>
              <a:rect b="b" l="l" r="r" t="t"/>
              <a:pathLst>
                <a:path extrusionOk="0" h="35571" w="32860">
                  <a:moveTo>
                    <a:pt x="16431" y="0"/>
                  </a:moveTo>
                  <a:cubicBezTo>
                    <a:pt x="7340" y="0"/>
                    <a:pt x="0" y="7961"/>
                    <a:pt x="0" y="17786"/>
                  </a:cubicBezTo>
                  <a:cubicBezTo>
                    <a:pt x="0" y="27610"/>
                    <a:pt x="7340" y="35571"/>
                    <a:pt x="16431" y="35571"/>
                  </a:cubicBezTo>
                  <a:cubicBezTo>
                    <a:pt x="25521" y="35571"/>
                    <a:pt x="32861" y="27610"/>
                    <a:pt x="32861" y="17786"/>
                  </a:cubicBezTo>
                  <a:cubicBezTo>
                    <a:pt x="32861" y="7961"/>
                    <a:pt x="25521" y="0"/>
                    <a:pt x="16431" y="0"/>
                  </a:cubicBezTo>
                  <a:lnTo>
                    <a:pt x="16431" y="0"/>
                  </a:lnTo>
                  <a:close/>
                </a:path>
              </a:pathLst>
            </a:custGeom>
            <a:solidFill>
              <a:schemeClr val="dk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0" name="Google Shape;1930;p30"/>
            <p:cNvSpPr/>
            <p:nvPr/>
          </p:nvSpPr>
          <p:spPr>
            <a:xfrm>
              <a:off x="7017262" y="2476993"/>
              <a:ext cx="32860" cy="35571"/>
            </a:xfrm>
            <a:custGeom>
              <a:rect b="b" l="l" r="r" t="t"/>
              <a:pathLst>
                <a:path extrusionOk="0" h="35571" w="32860">
                  <a:moveTo>
                    <a:pt x="16430" y="0"/>
                  </a:moveTo>
                  <a:cubicBezTo>
                    <a:pt x="7340" y="0"/>
                    <a:pt x="0" y="7961"/>
                    <a:pt x="0" y="17786"/>
                  </a:cubicBezTo>
                  <a:cubicBezTo>
                    <a:pt x="0" y="27610"/>
                    <a:pt x="7340" y="35571"/>
                    <a:pt x="16430" y="35571"/>
                  </a:cubicBezTo>
                  <a:cubicBezTo>
                    <a:pt x="25521" y="35571"/>
                    <a:pt x="32861" y="27610"/>
                    <a:pt x="32861" y="17786"/>
                  </a:cubicBezTo>
                  <a:cubicBezTo>
                    <a:pt x="32861" y="7961"/>
                    <a:pt x="25521" y="0"/>
                    <a:pt x="16430" y="0"/>
                  </a:cubicBezTo>
                  <a:lnTo>
                    <a:pt x="16430" y="0"/>
                  </a:lnTo>
                  <a:close/>
                </a:path>
              </a:pathLst>
            </a:custGeom>
            <a:solidFill>
              <a:schemeClr val="dk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1" name="Google Shape;1931;p30"/>
            <p:cNvSpPr/>
            <p:nvPr/>
          </p:nvSpPr>
          <p:spPr>
            <a:xfrm>
              <a:off x="6749857" y="2650276"/>
              <a:ext cx="329513" cy="201061"/>
            </a:xfrm>
            <a:custGeom>
              <a:rect b="b" l="l" r="r" t="t"/>
              <a:pathLst>
                <a:path extrusionOk="0" h="201061" w="329513">
                  <a:moveTo>
                    <a:pt x="164757" y="0"/>
                  </a:moveTo>
                  <a:cubicBezTo>
                    <a:pt x="175767" y="0"/>
                    <a:pt x="186494" y="1242"/>
                    <a:pt x="196883" y="3670"/>
                  </a:cubicBezTo>
                  <a:lnTo>
                    <a:pt x="200723" y="44492"/>
                  </a:lnTo>
                  <a:cubicBezTo>
                    <a:pt x="209023" y="46977"/>
                    <a:pt x="216928" y="50251"/>
                    <a:pt x="224381" y="54260"/>
                  </a:cubicBezTo>
                  <a:lnTo>
                    <a:pt x="255999" y="28118"/>
                  </a:lnTo>
                  <a:cubicBezTo>
                    <a:pt x="265033" y="33764"/>
                    <a:pt x="273503" y="40427"/>
                    <a:pt x="281294" y="48219"/>
                  </a:cubicBezTo>
                  <a:cubicBezTo>
                    <a:pt x="289086" y="56010"/>
                    <a:pt x="295805" y="64480"/>
                    <a:pt x="301395" y="73514"/>
                  </a:cubicBezTo>
                  <a:lnTo>
                    <a:pt x="275253" y="105133"/>
                  </a:lnTo>
                  <a:cubicBezTo>
                    <a:pt x="279262" y="112586"/>
                    <a:pt x="282593" y="120490"/>
                    <a:pt x="285021" y="128790"/>
                  </a:cubicBezTo>
                  <a:lnTo>
                    <a:pt x="325843" y="132630"/>
                  </a:lnTo>
                  <a:cubicBezTo>
                    <a:pt x="328214" y="143019"/>
                    <a:pt x="329513" y="153746"/>
                    <a:pt x="329513" y="164757"/>
                  </a:cubicBezTo>
                  <a:cubicBezTo>
                    <a:pt x="329513" y="175767"/>
                    <a:pt x="328214" y="186495"/>
                    <a:pt x="325843" y="196884"/>
                  </a:cubicBezTo>
                  <a:lnTo>
                    <a:pt x="285021" y="200723"/>
                  </a:lnTo>
                  <a:lnTo>
                    <a:pt x="284908" y="201062"/>
                  </a:lnTo>
                  <a:lnTo>
                    <a:pt x="44605" y="201062"/>
                  </a:lnTo>
                  <a:lnTo>
                    <a:pt x="44492" y="200723"/>
                  </a:lnTo>
                  <a:lnTo>
                    <a:pt x="3670" y="196884"/>
                  </a:lnTo>
                  <a:cubicBezTo>
                    <a:pt x="1299" y="186551"/>
                    <a:pt x="0" y="175767"/>
                    <a:pt x="0" y="164757"/>
                  </a:cubicBezTo>
                  <a:cubicBezTo>
                    <a:pt x="0" y="153746"/>
                    <a:pt x="1242" y="143019"/>
                    <a:pt x="3670" y="132630"/>
                  </a:cubicBezTo>
                  <a:lnTo>
                    <a:pt x="44492" y="128790"/>
                  </a:lnTo>
                  <a:cubicBezTo>
                    <a:pt x="46977" y="120490"/>
                    <a:pt x="50251" y="112586"/>
                    <a:pt x="54260" y="105133"/>
                  </a:cubicBezTo>
                  <a:lnTo>
                    <a:pt x="28118" y="73514"/>
                  </a:lnTo>
                  <a:cubicBezTo>
                    <a:pt x="33764" y="64480"/>
                    <a:pt x="40427" y="56010"/>
                    <a:pt x="48219" y="48219"/>
                  </a:cubicBezTo>
                  <a:cubicBezTo>
                    <a:pt x="56010" y="40427"/>
                    <a:pt x="64480" y="33708"/>
                    <a:pt x="73514" y="28118"/>
                  </a:cubicBezTo>
                  <a:lnTo>
                    <a:pt x="105133" y="54260"/>
                  </a:lnTo>
                  <a:cubicBezTo>
                    <a:pt x="112586" y="50251"/>
                    <a:pt x="120490" y="46920"/>
                    <a:pt x="128790" y="44492"/>
                  </a:cubicBezTo>
                  <a:lnTo>
                    <a:pt x="132630" y="3670"/>
                  </a:lnTo>
                  <a:cubicBezTo>
                    <a:pt x="143019" y="1299"/>
                    <a:pt x="153746" y="0"/>
                    <a:pt x="164757" y="0"/>
                  </a:cubicBezTo>
                  <a:lnTo>
                    <a:pt x="164757" y="0"/>
                  </a:lnTo>
                  <a:close/>
                  <a:moveTo>
                    <a:pt x="164757" y="98526"/>
                  </a:moveTo>
                  <a:cubicBezTo>
                    <a:pt x="201344" y="98526"/>
                    <a:pt x="230987" y="128169"/>
                    <a:pt x="230987" y="164757"/>
                  </a:cubicBezTo>
                  <a:cubicBezTo>
                    <a:pt x="230987" y="178138"/>
                    <a:pt x="226978" y="190616"/>
                    <a:pt x="220146" y="201062"/>
                  </a:cubicBezTo>
                  <a:lnTo>
                    <a:pt x="109311" y="201062"/>
                  </a:lnTo>
                  <a:cubicBezTo>
                    <a:pt x="102479" y="190616"/>
                    <a:pt x="98470" y="178138"/>
                    <a:pt x="98470" y="164757"/>
                  </a:cubicBezTo>
                  <a:cubicBezTo>
                    <a:pt x="98470" y="128169"/>
                    <a:pt x="128113" y="98526"/>
                    <a:pt x="164700" y="98526"/>
                  </a:cubicBezTo>
                  <a:lnTo>
                    <a:pt x="164700" y="98526"/>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32" name="Google Shape;1932;p30"/>
          <p:cNvGrpSpPr/>
          <p:nvPr/>
        </p:nvGrpSpPr>
        <p:grpSpPr>
          <a:xfrm>
            <a:off x="5110401" y="3544792"/>
            <a:ext cx="420942" cy="465882"/>
            <a:chOff x="5110401" y="3544792"/>
            <a:chExt cx="420942" cy="465882"/>
          </a:xfrm>
        </p:grpSpPr>
        <p:sp>
          <p:nvSpPr>
            <p:cNvPr id="1933" name="Google Shape;1933;p30"/>
            <p:cNvSpPr/>
            <p:nvPr/>
          </p:nvSpPr>
          <p:spPr>
            <a:xfrm>
              <a:off x="5191472" y="3629608"/>
              <a:ext cx="258838" cy="266069"/>
            </a:xfrm>
            <a:custGeom>
              <a:rect b="b" l="l" r="r" t="t"/>
              <a:pathLst>
                <a:path extrusionOk="0" h="266069" w="258838">
                  <a:moveTo>
                    <a:pt x="72700" y="266069"/>
                  </a:moveTo>
                  <a:cubicBezTo>
                    <a:pt x="67633" y="188027"/>
                    <a:pt x="7160" y="227516"/>
                    <a:pt x="221" y="121496"/>
                  </a:cubicBezTo>
                  <a:cubicBezTo>
                    <a:pt x="-4185" y="54580"/>
                    <a:pt x="58050" y="0"/>
                    <a:pt x="129428" y="0"/>
                  </a:cubicBezTo>
                  <a:cubicBezTo>
                    <a:pt x="200806" y="0"/>
                    <a:pt x="263372" y="54580"/>
                    <a:pt x="258580" y="121496"/>
                  </a:cubicBezTo>
                  <a:cubicBezTo>
                    <a:pt x="252137" y="211985"/>
                    <a:pt x="207250" y="193700"/>
                    <a:pt x="190782" y="24101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4" name="Google Shape;1934;p30"/>
            <p:cNvSpPr/>
            <p:nvPr/>
          </p:nvSpPr>
          <p:spPr>
            <a:xfrm>
              <a:off x="5266155" y="3958188"/>
              <a:ext cx="116429" cy="30511"/>
            </a:xfrm>
            <a:custGeom>
              <a:rect b="b" l="l" r="r" t="t"/>
              <a:pathLst>
                <a:path extrusionOk="0" h="30511" w="116429">
                  <a:moveTo>
                    <a:pt x="0" y="30512"/>
                  </a:moveTo>
                  <a:lnTo>
                    <a:pt x="11643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5" name="Google Shape;1935;p30"/>
            <p:cNvSpPr/>
            <p:nvPr/>
          </p:nvSpPr>
          <p:spPr>
            <a:xfrm>
              <a:off x="5266155" y="3914293"/>
              <a:ext cx="116429" cy="30566"/>
            </a:xfrm>
            <a:custGeom>
              <a:rect b="b" l="l" r="r" t="t"/>
              <a:pathLst>
                <a:path extrusionOk="0" h="30566" w="116429">
                  <a:moveTo>
                    <a:pt x="0" y="30567"/>
                  </a:moveTo>
                  <a:lnTo>
                    <a:pt x="11643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6" name="Google Shape;1936;p30"/>
            <p:cNvSpPr/>
            <p:nvPr/>
          </p:nvSpPr>
          <p:spPr>
            <a:xfrm>
              <a:off x="5266155" y="3870453"/>
              <a:ext cx="116429" cy="30511"/>
            </a:xfrm>
            <a:custGeom>
              <a:rect b="b" l="l" r="r" t="t"/>
              <a:pathLst>
                <a:path extrusionOk="0" h="30511" w="116429">
                  <a:moveTo>
                    <a:pt x="0" y="30512"/>
                  </a:moveTo>
                  <a:lnTo>
                    <a:pt x="11643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7" name="Google Shape;1937;p30"/>
            <p:cNvSpPr/>
            <p:nvPr/>
          </p:nvSpPr>
          <p:spPr>
            <a:xfrm>
              <a:off x="5286257" y="3974545"/>
              <a:ext cx="76224" cy="36129"/>
            </a:xfrm>
            <a:custGeom>
              <a:rect b="b" l="l" r="r" t="t"/>
              <a:pathLst>
                <a:path extrusionOk="0" h="36129" w="76224">
                  <a:moveTo>
                    <a:pt x="76225" y="0"/>
                  </a:moveTo>
                  <a:cubicBezTo>
                    <a:pt x="76225" y="19992"/>
                    <a:pt x="57609" y="36129"/>
                    <a:pt x="34643" y="36129"/>
                  </a:cubicBezTo>
                  <a:cubicBezTo>
                    <a:pt x="20158" y="36129"/>
                    <a:pt x="7435" y="29686"/>
                    <a:pt x="0" y="19937"/>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8" name="Google Shape;1938;p30"/>
            <p:cNvSpPr/>
            <p:nvPr/>
          </p:nvSpPr>
          <p:spPr>
            <a:xfrm>
              <a:off x="5324865" y="3544792"/>
              <a:ext cx="5507" cy="39103"/>
            </a:xfrm>
            <a:custGeom>
              <a:rect b="b" l="l" r="r" t="t"/>
              <a:pathLst>
                <a:path extrusionOk="0" h="39103" w="5507">
                  <a:moveTo>
                    <a:pt x="0" y="0"/>
                  </a:moveTo>
                  <a:lnTo>
                    <a:pt x="0" y="39104"/>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9" name="Google Shape;1939;p30"/>
            <p:cNvSpPr/>
            <p:nvPr/>
          </p:nvSpPr>
          <p:spPr>
            <a:xfrm>
              <a:off x="5439202" y="3598876"/>
              <a:ext cx="27647" cy="27647"/>
            </a:xfrm>
            <a:custGeom>
              <a:rect b="b" l="l" r="r" t="t"/>
              <a:pathLst>
                <a:path extrusionOk="0" h="27647" w="27647">
                  <a:moveTo>
                    <a:pt x="27648" y="0"/>
                  </a:moveTo>
                  <a:lnTo>
                    <a:pt x="0" y="2764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0" name="Google Shape;1940;p30"/>
            <p:cNvSpPr/>
            <p:nvPr/>
          </p:nvSpPr>
          <p:spPr>
            <a:xfrm>
              <a:off x="5492240" y="3751214"/>
              <a:ext cx="39103" cy="5507"/>
            </a:xfrm>
            <a:custGeom>
              <a:rect b="b" l="l" r="r" t="t"/>
              <a:pathLst>
                <a:path extrusionOk="0" h="5507" w="39103">
                  <a:moveTo>
                    <a:pt x="39104"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1" name="Google Shape;1941;p30"/>
            <p:cNvSpPr/>
            <p:nvPr/>
          </p:nvSpPr>
          <p:spPr>
            <a:xfrm>
              <a:off x="5433530" y="3869571"/>
              <a:ext cx="27703" cy="27647"/>
            </a:xfrm>
            <a:custGeom>
              <a:rect b="b" l="l" r="r" t="t"/>
              <a:pathLst>
                <a:path extrusionOk="0" h="27647" w="27703">
                  <a:moveTo>
                    <a:pt x="27703" y="2764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2" name="Google Shape;1942;p30"/>
            <p:cNvSpPr/>
            <p:nvPr/>
          </p:nvSpPr>
          <p:spPr>
            <a:xfrm>
              <a:off x="5180567" y="3598876"/>
              <a:ext cx="27647" cy="27647"/>
            </a:xfrm>
            <a:custGeom>
              <a:rect b="b" l="l" r="r" t="t"/>
              <a:pathLst>
                <a:path extrusionOk="0" h="27647" w="27647">
                  <a:moveTo>
                    <a:pt x="0" y="0"/>
                  </a:moveTo>
                  <a:lnTo>
                    <a:pt x="27648" y="2764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3" name="Google Shape;1943;p30"/>
            <p:cNvSpPr/>
            <p:nvPr/>
          </p:nvSpPr>
          <p:spPr>
            <a:xfrm>
              <a:off x="5110401" y="3743228"/>
              <a:ext cx="39103" cy="5507"/>
            </a:xfrm>
            <a:custGeom>
              <a:rect b="b" l="l" r="r" t="t"/>
              <a:pathLst>
                <a:path extrusionOk="0" h="5507" w="39103">
                  <a:moveTo>
                    <a:pt x="0" y="0"/>
                  </a:moveTo>
                  <a:lnTo>
                    <a:pt x="39104"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4" name="Google Shape;1944;p30"/>
            <p:cNvSpPr/>
            <p:nvPr/>
          </p:nvSpPr>
          <p:spPr>
            <a:xfrm>
              <a:off x="5174894" y="3869571"/>
              <a:ext cx="27647" cy="27647"/>
            </a:xfrm>
            <a:custGeom>
              <a:rect b="b" l="l" r="r" t="t"/>
              <a:pathLst>
                <a:path extrusionOk="0" h="27647" w="27647">
                  <a:moveTo>
                    <a:pt x="0" y="27648"/>
                  </a:moveTo>
                  <a:lnTo>
                    <a:pt x="2764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5" name="Google Shape;1945;p30"/>
            <p:cNvSpPr/>
            <p:nvPr/>
          </p:nvSpPr>
          <p:spPr>
            <a:xfrm>
              <a:off x="5274196" y="3717178"/>
              <a:ext cx="106461" cy="112904"/>
            </a:xfrm>
            <a:custGeom>
              <a:rect b="b" l="l" r="r" t="t"/>
              <a:pathLst>
                <a:path extrusionOk="0" h="112904" w="106461">
                  <a:moveTo>
                    <a:pt x="0" y="54415"/>
                  </a:moveTo>
                  <a:lnTo>
                    <a:pt x="42518" y="112905"/>
                  </a:lnTo>
                  <a:lnTo>
                    <a:pt x="10646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46" name="Google Shape;1946;p30"/>
          <p:cNvGrpSpPr/>
          <p:nvPr/>
        </p:nvGrpSpPr>
        <p:grpSpPr>
          <a:xfrm>
            <a:off x="3507663" y="3572289"/>
            <a:ext cx="461758" cy="466663"/>
            <a:chOff x="3507663" y="3572289"/>
            <a:chExt cx="461758" cy="466663"/>
          </a:xfrm>
        </p:grpSpPr>
        <p:sp>
          <p:nvSpPr>
            <p:cNvPr id="1947" name="Google Shape;1947;p30"/>
            <p:cNvSpPr/>
            <p:nvPr/>
          </p:nvSpPr>
          <p:spPr>
            <a:xfrm>
              <a:off x="3544398" y="3752371"/>
              <a:ext cx="233189" cy="148424"/>
            </a:xfrm>
            <a:custGeom>
              <a:rect b="b" l="l" r="r" t="t"/>
              <a:pathLst>
                <a:path extrusionOk="0" h="148424" w="233189">
                  <a:moveTo>
                    <a:pt x="233132" y="0"/>
                  </a:moveTo>
                  <a:lnTo>
                    <a:pt x="0" y="0"/>
                  </a:lnTo>
                  <a:lnTo>
                    <a:pt x="0" y="148424"/>
                  </a:lnTo>
                  <a:lnTo>
                    <a:pt x="233189" y="148424"/>
                  </a:lnTo>
                  <a:lnTo>
                    <a:pt x="233189" y="0"/>
                  </a:lnTo>
                  <a:lnTo>
                    <a:pt x="233189"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8" name="Google Shape;1948;p30"/>
            <p:cNvSpPr/>
            <p:nvPr/>
          </p:nvSpPr>
          <p:spPr>
            <a:xfrm>
              <a:off x="3629733" y="3572289"/>
              <a:ext cx="336721" cy="215277"/>
            </a:xfrm>
            <a:custGeom>
              <a:rect b="b" l="l" r="r" t="t"/>
              <a:pathLst>
                <a:path extrusionOk="0" h="215277" w="336721">
                  <a:moveTo>
                    <a:pt x="155783" y="215278"/>
                  </a:moveTo>
                  <a:lnTo>
                    <a:pt x="336721" y="215278"/>
                  </a:lnTo>
                  <a:lnTo>
                    <a:pt x="336721" y="0"/>
                  </a:lnTo>
                  <a:lnTo>
                    <a:pt x="0" y="0"/>
                  </a:lnTo>
                  <a:lnTo>
                    <a:pt x="0" y="17146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9" name="Google Shape;1949;p30"/>
            <p:cNvSpPr/>
            <p:nvPr/>
          </p:nvSpPr>
          <p:spPr>
            <a:xfrm>
              <a:off x="3802173" y="3791046"/>
              <a:ext cx="5704" cy="47687"/>
            </a:xfrm>
            <a:custGeom>
              <a:rect b="b" l="l" r="r" t="t"/>
              <a:pathLst>
                <a:path extrusionOk="0" h="47687" w="5704">
                  <a:moveTo>
                    <a:pt x="0" y="47687"/>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0" name="Google Shape;1950;p30"/>
            <p:cNvSpPr/>
            <p:nvPr/>
          </p:nvSpPr>
          <p:spPr>
            <a:xfrm>
              <a:off x="3783577" y="3846777"/>
              <a:ext cx="97770" cy="5704"/>
            </a:xfrm>
            <a:custGeom>
              <a:rect b="b" l="l" r="r" t="t"/>
              <a:pathLst>
                <a:path extrusionOk="0" h="5704" w="97770">
                  <a:moveTo>
                    <a:pt x="0" y="0"/>
                  </a:moveTo>
                  <a:lnTo>
                    <a:pt x="9777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1" name="Google Shape;1951;p30"/>
            <p:cNvSpPr/>
            <p:nvPr/>
          </p:nvSpPr>
          <p:spPr>
            <a:xfrm>
              <a:off x="3872563" y="3885223"/>
              <a:ext cx="96858" cy="153729"/>
            </a:xfrm>
            <a:custGeom>
              <a:rect b="b" l="l" r="r" t="t"/>
              <a:pathLst>
                <a:path extrusionOk="0" h="153729" w="96858">
                  <a:moveTo>
                    <a:pt x="10268" y="0"/>
                  </a:moveTo>
                  <a:lnTo>
                    <a:pt x="86590" y="0"/>
                  </a:lnTo>
                  <a:cubicBezTo>
                    <a:pt x="92238" y="0"/>
                    <a:pt x="96858" y="4620"/>
                    <a:pt x="96858" y="10268"/>
                  </a:cubicBezTo>
                  <a:lnTo>
                    <a:pt x="96858" y="143462"/>
                  </a:lnTo>
                  <a:cubicBezTo>
                    <a:pt x="96858" y="149109"/>
                    <a:pt x="92238" y="153729"/>
                    <a:pt x="86590" y="153729"/>
                  </a:cubicBezTo>
                  <a:lnTo>
                    <a:pt x="10268" y="153729"/>
                  </a:lnTo>
                  <a:cubicBezTo>
                    <a:pt x="4620" y="153729"/>
                    <a:pt x="0" y="149109"/>
                    <a:pt x="0" y="143462"/>
                  </a:cubicBezTo>
                  <a:lnTo>
                    <a:pt x="0" y="10268"/>
                  </a:lnTo>
                  <a:cubicBezTo>
                    <a:pt x="0" y="4620"/>
                    <a:pt x="4620" y="0"/>
                    <a:pt x="10268" y="0"/>
                  </a:cubicBezTo>
                  <a:lnTo>
                    <a:pt x="10268" y="0"/>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2" name="Google Shape;1952;p30"/>
            <p:cNvSpPr/>
            <p:nvPr/>
          </p:nvSpPr>
          <p:spPr>
            <a:xfrm>
              <a:off x="3824191" y="3791217"/>
              <a:ext cx="5704" cy="47687"/>
            </a:xfrm>
            <a:custGeom>
              <a:rect b="b" l="l" r="r" t="t"/>
              <a:pathLst>
                <a:path extrusionOk="0" h="47687" w="5704">
                  <a:moveTo>
                    <a:pt x="0" y="47687"/>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3" name="Google Shape;1953;p30"/>
            <p:cNvSpPr/>
            <p:nvPr/>
          </p:nvSpPr>
          <p:spPr>
            <a:xfrm>
              <a:off x="3507663" y="3947456"/>
              <a:ext cx="306602" cy="5704"/>
            </a:xfrm>
            <a:custGeom>
              <a:rect b="b" l="l" r="r" t="t"/>
              <a:pathLst>
                <a:path extrusionOk="0" h="5704" w="306602">
                  <a:moveTo>
                    <a:pt x="0" y="0"/>
                  </a:moveTo>
                  <a:lnTo>
                    <a:pt x="306603"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54" name="Google Shape;1954;p30"/>
          <p:cNvSpPr txBox="1"/>
          <p:nvPr/>
        </p:nvSpPr>
        <p:spPr>
          <a:xfrm>
            <a:off x="181811" y="4398774"/>
            <a:ext cx="2467342" cy="2182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Note : Start with two colors and expand as required</a:t>
            </a:r>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9" name="Shape 1959"/>
        <p:cNvGrpSpPr/>
        <p:nvPr/>
      </p:nvGrpSpPr>
      <p:grpSpPr>
        <a:xfrm>
          <a:off x="0" y="0"/>
          <a:ext cx="0" cy="0"/>
          <a:chOff x="0" y="0"/>
          <a:chExt cx="0" cy="0"/>
        </a:xfrm>
      </p:grpSpPr>
      <p:sp>
        <p:nvSpPr>
          <p:cNvPr id="1960" name="Google Shape;1960;p3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1961" name="Google Shape;1961;p31"/>
          <p:cNvSpPr/>
          <p:nvPr/>
        </p:nvSpPr>
        <p:spPr>
          <a:xfrm>
            <a:off x="3326490" y="2116124"/>
            <a:ext cx="2491896" cy="1064353"/>
          </a:xfrm>
          <a:custGeom>
            <a:rect b="b" l="l" r="r" t="t"/>
            <a:pathLst>
              <a:path extrusionOk="0" h="1064353" w="2491896">
                <a:moveTo>
                  <a:pt x="2491897" y="532177"/>
                </a:moveTo>
                <a:lnTo>
                  <a:pt x="2491897" y="532177"/>
                </a:lnTo>
                <a:cubicBezTo>
                  <a:pt x="2491897" y="826088"/>
                  <a:pt x="2244679" y="1064353"/>
                  <a:pt x="1939650" y="1064353"/>
                </a:cubicBezTo>
                <a:lnTo>
                  <a:pt x="552247" y="1064353"/>
                </a:lnTo>
                <a:cubicBezTo>
                  <a:pt x="247276" y="1064353"/>
                  <a:pt x="0" y="826088"/>
                  <a:pt x="0" y="532177"/>
                </a:cubicBezTo>
                <a:lnTo>
                  <a:pt x="0" y="532177"/>
                </a:lnTo>
                <a:cubicBezTo>
                  <a:pt x="0" y="238265"/>
                  <a:pt x="247218" y="0"/>
                  <a:pt x="552247" y="0"/>
                </a:cubicBezTo>
                <a:lnTo>
                  <a:pt x="1939650" y="0"/>
                </a:lnTo>
                <a:cubicBezTo>
                  <a:pt x="2244620" y="0"/>
                  <a:pt x="2491897" y="238265"/>
                  <a:pt x="2491897" y="532177"/>
                </a:cubicBezTo>
                <a:lnTo>
                  <a:pt x="2491897" y="532177"/>
                </a:lnTo>
                <a:close/>
              </a:path>
            </a:pathLst>
          </a:custGeom>
          <a:solidFill>
            <a:srgbClr val="F6F6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2" name="Google Shape;1962;p31"/>
          <p:cNvSpPr/>
          <p:nvPr/>
        </p:nvSpPr>
        <p:spPr>
          <a:xfrm>
            <a:off x="3430234" y="2243390"/>
            <a:ext cx="2284409" cy="864413"/>
          </a:xfrm>
          <a:custGeom>
            <a:rect b="b" l="l" r="r" t="t"/>
            <a:pathLst>
              <a:path extrusionOk="0" h="864413" w="2284409">
                <a:moveTo>
                  <a:pt x="2284410" y="432178"/>
                </a:moveTo>
                <a:lnTo>
                  <a:pt x="2284410" y="432178"/>
                </a:lnTo>
                <a:cubicBezTo>
                  <a:pt x="2284410" y="670853"/>
                  <a:pt x="2083593" y="864414"/>
                  <a:pt x="1835907" y="864414"/>
                </a:cubicBezTo>
                <a:lnTo>
                  <a:pt x="448503" y="864414"/>
                </a:lnTo>
                <a:cubicBezTo>
                  <a:pt x="200817" y="864414"/>
                  <a:pt x="0" y="670911"/>
                  <a:pt x="0" y="432236"/>
                </a:cubicBezTo>
                <a:lnTo>
                  <a:pt x="0" y="432236"/>
                </a:lnTo>
                <a:cubicBezTo>
                  <a:pt x="0" y="193561"/>
                  <a:pt x="200817" y="0"/>
                  <a:pt x="448503" y="0"/>
                </a:cubicBezTo>
                <a:lnTo>
                  <a:pt x="1835907" y="0"/>
                </a:lnTo>
                <a:cubicBezTo>
                  <a:pt x="2083593" y="0"/>
                  <a:pt x="2284410" y="193503"/>
                  <a:pt x="2284410" y="432178"/>
                </a:cubicBezTo>
                <a:lnTo>
                  <a:pt x="2284410" y="43217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3" name="Google Shape;1963;p31"/>
          <p:cNvSpPr/>
          <p:nvPr/>
        </p:nvSpPr>
        <p:spPr>
          <a:xfrm>
            <a:off x="3430234" y="2216064"/>
            <a:ext cx="2284409" cy="864472"/>
          </a:xfrm>
          <a:custGeom>
            <a:rect b="b" l="l" r="r" t="t"/>
            <a:pathLst>
              <a:path extrusionOk="0" h="864472" w="2284409">
                <a:moveTo>
                  <a:pt x="2284410" y="432236"/>
                </a:moveTo>
                <a:lnTo>
                  <a:pt x="2284410" y="432236"/>
                </a:lnTo>
                <a:cubicBezTo>
                  <a:pt x="2284410" y="670911"/>
                  <a:pt x="2083593" y="864472"/>
                  <a:pt x="1835907" y="864472"/>
                </a:cubicBezTo>
                <a:lnTo>
                  <a:pt x="448503" y="864472"/>
                </a:lnTo>
                <a:cubicBezTo>
                  <a:pt x="200817" y="864472"/>
                  <a:pt x="0" y="670970"/>
                  <a:pt x="0" y="432236"/>
                </a:cubicBezTo>
                <a:lnTo>
                  <a:pt x="0" y="432236"/>
                </a:lnTo>
                <a:cubicBezTo>
                  <a:pt x="0" y="193561"/>
                  <a:pt x="200817" y="0"/>
                  <a:pt x="448503" y="0"/>
                </a:cubicBezTo>
                <a:lnTo>
                  <a:pt x="1835907" y="0"/>
                </a:lnTo>
                <a:cubicBezTo>
                  <a:pt x="2083593" y="0"/>
                  <a:pt x="2284410" y="193503"/>
                  <a:pt x="2284410" y="432236"/>
                </a:cubicBezTo>
                <a:lnTo>
                  <a:pt x="2284410" y="4322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1964" name="Google Shape;1964;p31"/>
          <p:cNvSpPr/>
          <p:nvPr/>
        </p:nvSpPr>
        <p:spPr>
          <a:xfrm>
            <a:off x="2292330" y="971374"/>
            <a:ext cx="2078852" cy="3353619"/>
          </a:xfrm>
          <a:custGeom>
            <a:rect b="b" l="l" r="r" t="t"/>
            <a:pathLst>
              <a:path extrusionOk="0" h="3353619" w="2078852">
                <a:moveTo>
                  <a:pt x="1559491" y="1002622"/>
                </a:moveTo>
                <a:lnTo>
                  <a:pt x="1558672" y="1002622"/>
                </a:lnTo>
                <a:cubicBezTo>
                  <a:pt x="1548198" y="1002680"/>
                  <a:pt x="1537724" y="1002973"/>
                  <a:pt x="1527250" y="1003500"/>
                </a:cubicBezTo>
                <a:cubicBezTo>
                  <a:pt x="1507648" y="1004494"/>
                  <a:pt x="1488105" y="1006308"/>
                  <a:pt x="1468679" y="1009000"/>
                </a:cubicBezTo>
                <a:cubicBezTo>
                  <a:pt x="1425496" y="1014968"/>
                  <a:pt x="1382957" y="1025149"/>
                  <a:pt x="1341764" y="1039368"/>
                </a:cubicBezTo>
                <a:cubicBezTo>
                  <a:pt x="1296943" y="1054874"/>
                  <a:pt x="1253760" y="1075120"/>
                  <a:pt x="1213152" y="1099695"/>
                </a:cubicBezTo>
                <a:cubicBezTo>
                  <a:pt x="1171257" y="1125090"/>
                  <a:pt x="1132170" y="1154990"/>
                  <a:pt x="1096711" y="1188810"/>
                </a:cubicBezTo>
                <a:cubicBezTo>
                  <a:pt x="1058092" y="1225615"/>
                  <a:pt x="1023862" y="1266984"/>
                  <a:pt x="994957" y="1311746"/>
                </a:cubicBezTo>
                <a:cubicBezTo>
                  <a:pt x="967221" y="1354695"/>
                  <a:pt x="944401" y="1400803"/>
                  <a:pt x="927140" y="1448960"/>
                </a:cubicBezTo>
                <a:cubicBezTo>
                  <a:pt x="912804" y="1488924"/>
                  <a:pt x="902272" y="1530234"/>
                  <a:pt x="895718" y="1572130"/>
                </a:cubicBezTo>
                <a:cubicBezTo>
                  <a:pt x="892734" y="1591088"/>
                  <a:pt x="890628" y="1610163"/>
                  <a:pt x="889282" y="1629297"/>
                </a:cubicBezTo>
                <a:cubicBezTo>
                  <a:pt x="888580" y="1639010"/>
                  <a:pt x="888170" y="1648723"/>
                  <a:pt x="887878" y="1658378"/>
                </a:cubicBezTo>
                <a:lnTo>
                  <a:pt x="887878" y="1659080"/>
                </a:lnTo>
                <a:lnTo>
                  <a:pt x="536507" y="1659080"/>
                </a:lnTo>
                <a:lnTo>
                  <a:pt x="536799" y="1676868"/>
                </a:lnTo>
                <a:cubicBezTo>
                  <a:pt x="536799" y="1390213"/>
                  <a:pt x="304444" y="1157857"/>
                  <a:pt x="17788" y="1157857"/>
                </a:cubicBezTo>
                <a:cubicBezTo>
                  <a:pt x="7958" y="1157857"/>
                  <a:pt x="0" y="1165815"/>
                  <a:pt x="0" y="1175645"/>
                </a:cubicBezTo>
                <a:cubicBezTo>
                  <a:pt x="0" y="1185475"/>
                  <a:pt x="7958" y="1193433"/>
                  <a:pt x="17788" y="1193433"/>
                </a:cubicBezTo>
                <a:cubicBezTo>
                  <a:pt x="284783" y="1193433"/>
                  <a:pt x="501223" y="1409873"/>
                  <a:pt x="501223" y="1676868"/>
                </a:cubicBezTo>
                <a:lnTo>
                  <a:pt x="501223" y="1676868"/>
                </a:lnTo>
                <a:cubicBezTo>
                  <a:pt x="501223" y="1943863"/>
                  <a:pt x="284783" y="2160303"/>
                  <a:pt x="17788" y="2160303"/>
                </a:cubicBezTo>
                <a:cubicBezTo>
                  <a:pt x="7958" y="2160303"/>
                  <a:pt x="0" y="2168261"/>
                  <a:pt x="0" y="2178091"/>
                </a:cubicBezTo>
                <a:cubicBezTo>
                  <a:pt x="0" y="2187922"/>
                  <a:pt x="7958" y="2195879"/>
                  <a:pt x="17788" y="2195879"/>
                </a:cubicBezTo>
                <a:cubicBezTo>
                  <a:pt x="304444" y="2195879"/>
                  <a:pt x="536799" y="1963524"/>
                  <a:pt x="536799" y="1676868"/>
                </a:cubicBezTo>
                <a:lnTo>
                  <a:pt x="536507" y="1694656"/>
                </a:lnTo>
                <a:lnTo>
                  <a:pt x="887819" y="1694656"/>
                </a:lnTo>
                <a:cubicBezTo>
                  <a:pt x="897240" y="2058022"/>
                  <a:pt x="1194135" y="2349886"/>
                  <a:pt x="1559432" y="2351173"/>
                </a:cubicBezTo>
                <a:cubicBezTo>
                  <a:pt x="1559549" y="2351173"/>
                  <a:pt x="1559725" y="2351173"/>
                  <a:pt x="1559842" y="2351173"/>
                </a:cubicBezTo>
                <a:cubicBezTo>
                  <a:pt x="1826837" y="2351173"/>
                  <a:pt x="2043277" y="2567613"/>
                  <a:pt x="2043277" y="2834608"/>
                </a:cubicBezTo>
                <a:lnTo>
                  <a:pt x="2043277" y="2834608"/>
                </a:lnTo>
                <a:cubicBezTo>
                  <a:pt x="2043277" y="3101603"/>
                  <a:pt x="1826837" y="3318044"/>
                  <a:pt x="1559842" y="3318044"/>
                </a:cubicBezTo>
                <a:cubicBezTo>
                  <a:pt x="1550012" y="3318044"/>
                  <a:pt x="1542054" y="3326001"/>
                  <a:pt x="1542054" y="3335831"/>
                </a:cubicBezTo>
                <a:cubicBezTo>
                  <a:pt x="1542054" y="3345662"/>
                  <a:pt x="1550012" y="3353619"/>
                  <a:pt x="1559842" y="3353619"/>
                </a:cubicBezTo>
                <a:cubicBezTo>
                  <a:pt x="1846497" y="3353619"/>
                  <a:pt x="2078853" y="3121264"/>
                  <a:pt x="2078853" y="2834608"/>
                </a:cubicBezTo>
                <a:lnTo>
                  <a:pt x="2078853" y="2834608"/>
                </a:lnTo>
                <a:cubicBezTo>
                  <a:pt x="2078853" y="2547953"/>
                  <a:pt x="1846497" y="2315597"/>
                  <a:pt x="1559842" y="2315597"/>
                </a:cubicBezTo>
                <a:lnTo>
                  <a:pt x="1562358" y="2315597"/>
                </a:lnTo>
                <a:cubicBezTo>
                  <a:pt x="1562358" y="2315597"/>
                  <a:pt x="1562065" y="2315597"/>
                  <a:pt x="1561890" y="2315597"/>
                </a:cubicBezTo>
                <a:cubicBezTo>
                  <a:pt x="1209114" y="2315597"/>
                  <a:pt x="923103" y="2029585"/>
                  <a:pt x="923103" y="1676810"/>
                </a:cubicBezTo>
                <a:lnTo>
                  <a:pt x="923103" y="1676810"/>
                </a:lnTo>
                <a:cubicBezTo>
                  <a:pt x="923103" y="1324034"/>
                  <a:pt x="1209114" y="1038022"/>
                  <a:pt x="1561890" y="1038022"/>
                </a:cubicBezTo>
                <a:cubicBezTo>
                  <a:pt x="1562065" y="1038022"/>
                  <a:pt x="1562182" y="1038022"/>
                  <a:pt x="1562358" y="1038022"/>
                </a:cubicBezTo>
                <a:lnTo>
                  <a:pt x="1559842" y="1038022"/>
                </a:lnTo>
                <a:cubicBezTo>
                  <a:pt x="1846497" y="1038022"/>
                  <a:pt x="2078853" y="805667"/>
                  <a:pt x="2078853" y="519011"/>
                </a:cubicBezTo>
                <a:lnTo>
                  <a:pt x="2078853" y="519011"/>
                </a:lnTo>
                <a:cubicBezTo>
                  <a:pt x="2078853" y="232355"/>
                  <a:pt x="1846497" y="0"/>
                  <a:pt x="1559842" y="0"/>
                </a:cubicBezTo>
                <a:cubicBezTo>
                  <a:pt x="1550012" y="0"/>
                  <a:pt x="1542054" y="7958"/>
                  <a:pt x="1542054" y="17788"/>
                </a:cubicBezTo>
                <a:cubicBezTo>
                  <a:pt x="1542054" y="27618"/>
                  <a:pt x="1550012" y="35576"/>
                  <a:pt x="1559842" y="35576"/>
                </a:cubicBezTo>
                <a:cubicBezTo>
                  <a:pt x="1826837" y="35576"/>
                  <a:pt x="2043277" y="252016"/>
                  <a:pt x="2043277" y="519011"/>
                </a:cubicBezTo>
                <a:lnTo>
                  <a:pt x="2043277" y="519011"/>
                </a:lnTo>
                <a:cubicBezTo>
                  <a:pt x="2043277" y="786006"/>
                  <a:pt x="1826837" y="1002446"/>
                  <a:pt x="1559842" y="1002446"/>
                </a:cubicBezTo>
                <a:cubicBezTo>
                  <a:pt x="1559725" y="1002446"/>
                  <a:pt x="1559549" y="1002446"/>
                  <a:pt x="1559432" y="1002446"/>
                </a:cubicBezTo>
                <a:lnTo>
                  <a:pt x="1559432" y="1002446"/>
                </a:lnTo>
                <a:close/>
              </a:path>
            </a:pathLst>
          </a:cu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5" name="Google Shape;1965;p31"/>
          <p:cNvSpPr/>
          <p:nvPr/>
        </p:nvSpPr>
        <p:spPr>
          <a:xfrm>
            <a:off x="4764624" y="971374"/>
            <a:ext cx="2078852" cy="3353619"/>
          </a:xfrm>
          <a:custGeom>
            <a:rect b="b" l="l" r="r" t="t"/>
            <a:pathLst>
              <a:path extrusionOk="0" h="3353619" w="2078852">
                <a:moveTo>
                  <a:pt x="519362" y="1002622"/>
                </a:moveTo>
                <a:lnTo>
                  <a:pt x="520181" y="1002622"/>
                </a:lnTo>
                <a:cubicBezTo>
                  <a:pt x="530655" y="1002680"/>
                  <a:pt x="541129" y="1002973"/>
                  <a:pt x="551603" y="1003500"/>
                </a:cubicBezTo>
                <a:cubicBezTo>
                  <a:pt x="571205" y="1004494"/>
                  <a:pt x="590748" y="1006308"/>
                  <a:pt x="610175" y="1009000"/>
                </a:cubicBezTo>
                <a:cubicBezTo>
                  <a:pt x="653357" y="1014968"/>
                  <a:pt x="695896" y="1025149"/>
                  <a:pt x="737090" y="1039368"/>
                </a:cubicBezTo>
                <a:cubicBezTo>
                  <a:pt x="781910" y="1054874"/>
                  <a:pt x="825093" y="1075120"/>
                  <a:pt x="865701" y="1099695"/>
                </a:cubicBezTo>
                <a:cubicBezTo>
                  <a:pt x="907597" y="1125090"/>
                  <a:pt x="946683" y="1154990"/>
                  <a:pt x="982142" y="1188810"/>
                </a:cubicBezTo>
                <a:cubicBezTo>
                  <a:pt x="1020761" y="1225615"/>
                  <a:pt x="1054991" y="1266984"/>
                  <a:pt x="1083896" y="1311746"/>
                </a:cubicBezTo>
                <a:cubicBezTo>
                  <a:pt x="1111632" y="1354695"/>
                  <a:pt x="1134452" y="1400803"/>
                  <a:pt x="1151713" y="1448960"/>
                </a:cubicBezTo>
                <a:cubicBezTo>
                  <a:pt x="1166049" y="1488924"/>
                  <a:pt x="1176581" y="1530234"/>
                  <a:pt x="1183135" y="1572130"/>
                </a:cubicBezTo>
                <a:cubicBezTo>
                  <a:pt x="1186119" y="1591088"/>
                  <a:pt x="1188225" y="1610163"/>
                  <a:pt x="1189571" y="1629297"/>
                </a:cubicBezTo>
                <a:cubicBezTo>
                  <a:pt x="1190273" y="1639010"/>
                  <a:pt x="1190683" y="1648723"/>
                  <a:pt x="1190976" y="1658378"/>
                </a:cubicBezTo>
                <a:lnTo>
                  <a:pt x="1190976" y="1659080"/>
                </a:lnTo>
                <a:lnTo>
                  <a:pt x="1542347" y="1659080"/>
                </a:lnTo>
                <a:lnTo>
                  <a:pt x="1542054" y="1676868"/>
                </a:lnTo>
                <a:cubicBezTo>
                  <a:pt x="1542054" y="1390213"/>
                  <a:pt x="1774410" y="1157857"/>
                  <a:pt x="2061065" y="1157857"/>
                </a:cubicBezTo>
                <a:cubicBezTo>
                  <a:pt x="2070895" y="1157857"/>
                  <a:pt x="2078853" y="1165815"/>
                  <a:pt x="2078853" y="1175645"/>
                </a:cubicBezTo>
                <a:cubicBezTo>
                  <a:pt x="2078853" y="1185475"/>
                  <a:pt x="2070895" y="1193433"/>
                  <a:pt x="2061065" y="1193433"/>
                </a:cubicBezTo>
                <a:cubicBezTo>
                  <a:pt x="1794070" y="1193433"/>
                  <a:pt x="1577630" y="1409873"/>
                  <a:pt x="1577630" y="1676868"/>
                </a:cubicBezTo>
                <a:lnTo>
                  <a:pt x="1577630" y="1676868"/>
                </a:lnTo>
                <a:cubicBezTo>
                  <a:pt x="1577630" y="1943863"/>
                  <a:pt x="1794070" y="2160303"/>
                  <a:pt x="2061065" y="2160303"/>
                </a:cubicBezTo>
                <a:cubicBezTo>
                  <a:pt x="2070895" y="2160303"/>
                  <a:pt x="2078853" y="2168261"/>
                  <a:pt x="2078853" y="2178091"/>
                </a:cubicBezTo>
                <a:cubicBezTo>
                  <a:pt x="2078853" y="2187922"/>
                  <a:pt x="2070895" y="2195879"/>
                  <a:pt x="2061065" y="2195879"/>
                </a:cubicBezTo>
                <a:cubicBezTo>
                  <a:pt x="1774410" y="2195879"/>
                  <a:pt x="1542054" y="1963524"/>
                  <a:pt x="1542054" y="1676868"/>
                </a:cubicBezTo>
                <a:lnTo>
                  <a:pt x="1542347" y="1694656"/>
                </a:lnTo>
                <a:lnTo>
                  <a:pt x="1191034" y="1694656"/>
                </a:lnTo>
                <a:cubicBezTo>
                  <a:pt x="1181613" y="2058022"/>
                  <a:pt x="884718" y="2349886"/>
                  <a:pt x="519421" y="2351173"/>
                </a:cubicBezTo>
                <a:cubicBezTo>
                  <a:pt x="519304" y="2351173"/>
                  <a:pt x="519128" y="2351173"/>
                  <a:pt x="519011" y="2351173"/>
                </a:cubicBezTo>
                <a:cubicBezTo>
                  <a:pt x="252016" y="2351173"/>
                  <a:pt x="35576" y="2567613"/>
                  <a:pt x="35576" y="2834608"/>
                </a:cubicBezTo>
                <a:lnTo>
                  <a:pt x="35576" y="2834608"/>
                </a:lnTo>
                <a:cubicBezTo>
                  <a:pt x="35576" y="3101603"/>
                  <a:pt x="252016" y="3318044"/>
                  <a:pt x="519011" y="3318044"/>
                </a:cubicBezTo>
                <a:cubicBezTo>
                  <a:pt x="528841" y="3318044"/>
                  <a:pt x="536799" y="3326001"/>
                  <a:pt x="536799" y="3335831"/>
                </a:cubicBezTo>
                <a:cubicBezTo>
                  <a:pt x="536799" y="3345662"/>
                  <a:pt x="528841" y="3353619"/>
                  <a:pt x="519011" y="3353619"/>
                </a:cubicBezTo>
                <a:cubicBezTo>
                  <a:pt x="232356" y="3353619"/>
                  <a:pt x="0" y="3121264"/>
                  <a:pt x="0" y="2834608"/>
                </a:cubicBezTo>
                <a:lnTo>
                  <a:pt x="0" y="2834608"/>
                </a:lnTo>
                <a:cubicBezTo>
                  <a:pt x="0" y="2547953"/>
                  <a:pt x="232356" y="2315597"/>
                  <a:pt x="519011" y="2315597"/>
                </a:cubicBezTo>
                <a:lnTo>
                  <a:pt x="516495" y="2315597"/>
                </a:lnTo>
                <a:cubicBezTo>
                  <a:pt x="516495" y="2315597"/>
                  <a:pt x="516788" y="2315597"/>
                  <a:pt x="516963" y="2315597"/>
                </a:cubicBezTo>
                <a:cubicBezTo>
                  <a:pt x="869739" y="2315597"/>
                  <a:pt x="1155751" y="2029585"/>
                  <a:pt x="1155751" y="1676810"/>
                </a:cubicBezTo>
                <a:lnTo>
                  <a:pt x="1155751" y="1676810"/>
                </a:lnTo>
                <a:cubicBezTo>
                  <a:pt x="1155751" y="1324034"/>
                  <a:pt x="869739" y="1038022"/>
                  <a:pt x="516963" y="1038022"/>
                </a:cubicBezTo>
                <a:cubicBezTo>
                  <a:pt x="516788" y="1038022"/>
                  <a:pt x="516670" y="1038022"/>
                  <a:pt x="516495" y="1038022"/>
                </a:cubicBezTo>
                <a:lnTo>
                  <a:pt x="519011" y="1038022"/>
                </a:lnTo>
                <a:cubicBezTo>
                  <a:pt x="232356" y="1038022"/>
                  <a:pt x="0" y="805667"/>
                  <a:pt x="0" y="519011"/>
                </a:cubicBezTo>
                <a:lnTo>
                  <a:pt x="0" y="519011"/>
                </a:lnTo>
                <a:cubicBezTo>
                  <a:pt x="0" y="232355"/>
                  <a:pt x="232356" y="0"/>
                  <a:pt x="519011" y="0"/>
                </a:cubicBezTo>
                <a:cubicBezTo>
                  <a:pt x="528841" y="0"/>
                  <a:pt x="536799" y="7958"/>
                  <a:pt x="536799" y="17788"/>
                </a:cubicBezTo>
                <a:cubicBezTo>
                  <a:pt x="536799" y="27618"/>
                  <a:pt x="528841" y="35576"/>
                  <a:pt x="519011" y="35576"/>
                </a:cubicBezTo>
                <a:cubicBezTo>
                  <a:pt x="252016" y="35576"/>
                  <a:pt x="35576" y="252016"/>
                  <a:pt x="35576" y="519011"/>
                </a:cubicBezTo>
                <a:lnTo>
                  <a:pt x="35576" y="519011"/>
                </a:lnTo>
                <a:cubicBezTo>
                  <a:pt x="35576" y="786006"/>
                  <a:pt x="252016" y="1002446"/>
                  <a:pt x="519011" y="1002446"/>
                </a:cubicBezTo>
                <a:cubicBezTo>
                  <a:pt x="519128" y="1002446"/>
                  <a:pt x="519304" y="1002446"/>
                  <a:pt x="519421" y="1002446"/>
                </a:cubicBezTo>
                <a:lnTo>
                  <a:pt x="519421" y="1002446"/>
                </a:lnTo>
                <a:close/>
              </a:path>
            </a:pathLst>
          </a:cu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6" name="Google Shape;1966;p31"/>
          <p:cNvSpPr/>
          <p:nvPr/>
        </p:nvSpPr>
        <p:spPr>
          <a:xfrm>
            <a:off x="4867842" y="1061250"/>
            <a:ext cx="2393068" cy="839077"/>
          </a:xfrm>
          <a:custGeom>
            <a:rect b="b" l="l" r="r" t="t"/>
            <a:pathLst>
              <a:path extrusionOk="0" h="839077" w="2393068">
                <a:moveTo>
                  <a:pt x="2393068" y="419539"/>
                </a:moveTo>
                <a:cubicBezTo>
                  <a:pt x="2393068" y="308247"/>
                  <a:pt x="2348891" y="201578"/>
                  <a:pt x="2270191" y="122878"/>
                </a:cubicBezTo>
                <a:cubicBezTo>
                  <a:pt x="2191490" y="44177"/>
                  <a:pt x="2084821" y="0"/>
                  <a:pt x="1973529" y="0"/>
                </a:cubicBezTo>
                <a:lnTo>
                  <a:pt x="419539" y="0"/>
                </a:lnTo>
                <a:cubicBezTo>
                  <a:pt x="187827" y="0"/>
                  <a:pt x="0" y="187827"/>
                  <a:pt x="0" y="419539"/>
                </a:cubicBezTo>
                <a:lnTo>
                  <a:pt x="0" y="419539"/>
                </a:lnTo>
                <a:cubicBezTo>
                  <a:pt x="0" y="530772"/>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7" name="Google Shape;1967;p31"/>
          <p:cNvSpPr/>
          <p:nvPr/>
        </p:nvSpPr>
        <p:spPr>
          <a:xfrm>
            <a:off x="6410305" y="2228762"/>
            <a:ext cx="2393068" cy="839077"/>
          </a:xfrm>
          <a:custGeom>
            <a:rect b="b" l="l" r="r" t="t"/>
            <a:pathLst>
              <a:path extrusionOk="0" h="839077" w="2393068">
                <a:moveTo>
                  <a:pt x="2393068" y="419539"/>
                </a:moveTo>
                <a:cubicBezTo>
                  <a:pt x="2393068" y="308247"/>
                  <a:pt x="2348890"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7" y="794900"/>
                  <a:pt x="308247" y="839078"/>
                  <a:pt x="419539" y="839078"/>
                </a:cubicBezTo>
                <a:lnTo>
                  <a:pt x="1973529" y="839078"/>
                </a:lnTo>
                <a:cubicBezTo>
                  <a:pt x="2084762" y="839078"/>
                  <a:pt x="2191490" y="794900"/>
                  <a:pt x="2270191" y="716200"/>
                </a:cubicBezTo>
                <a:cubicBezTo>
                  <a:pt x="2348890"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7"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8" name="Google Shape;1968;p31"/>
          <p:cNvSpPr/>
          <p:nvPr/>
        </p:nvSpPr>
        <p:spPr>
          <a:xfrm>
            <a:off x="4867842" y="3386853"/>
            <a:ext cx="2393068" cy="839077"/>
          </a:xfrm>
          <a:custGeom>
            <a:rect b="b" l="l" r="r" t="t"/>
            <a:pathLst>
              <a:path extrusionOk="0" h="839077" w="2393068">
                <a:moveTo>
                  <a:pt x="2393068" y="419539"/>
                </a:moveTo>
                <a:cubicBezTo>
                  <a:pt x="2393068" y="308247"/>
                  <a:pt x="2348891"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8"/>
                  <a:pt x="2245030" y="148038"/>
                </a:cubicBezTo>
                <a:cubicBezTo>
                  <a:pt x="2317060" y="220068"/>
                  <a:pt x="2357492" y="317726"/>
                  <a:pt x="2357492" y="419539"/>
                </a:cubicBezTo>
                <a:lnTo>
                  <a:pt x="2357492"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9" name="Google Shape;1969;p31"/>
          <p:cNvSpPr/>
          <p:nvPr/>
        </p:nvSpPr>
        <p:spPr>
          <a:xfrm>
            <a:off x="1883967" y="1061250"/>
            <a:ext cx="2393068" cy="839077"/>
          </a:xfrm>
          <a:custGeom>
            <a:rect b="b" l="l" r="r" t="t"/>
            <a:pathLst>
              <a:path extrusionOk="0" h="839077" w="2393068">
                <a:moveTo>
                  <a:pt x="0" y="419539"/>
                </a:moveTo>
                <a:lnTo>
                  <a:pt x="0" y="419539"/>
                </a:lnTo>
                <a:cubicBezTo>
                  <a:pt x="0" y="530772"/>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8"/>
                </a:cubicBezTo>
                <a:cubicBezTo>
                  <a:pt x="44177" y="201578"/>
                  <a:pt x="0" y="308247"/>
                  <a:pt x="0" y="419539"/>
                </a:cubicBezTo>
                <a:lnTo>
                  <a:pt x="0" y="419539"/>
                </a:lnTo>
                <a:close/>
                <a:moveTo>
                  <a:pt x="35576" y="419539"/>
                </a:moveTo>
                <a:cubicBezTo>
                  <a:pt x="35576" y="317726"/>
                  <a:pt x="76009" y="220068"/>
                  <a:pt x="148038" y="148038"/>
                </a:cubicBezTo>
                <a:cubicBezTo>
                  <a:pt x="220068" y="76009"/>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0" name="Google Shape;1970;p31"/>
          <p:cNvSpPr/>
          <p:nvPr/>
        </p:nvSpPr>
        <p:spPr>
          <a:xfrm>
            <a:off x="341504" y="2228762"/>
            <a:ext cx="2393068" cy="839077"/>
          </a:xfrm>
          <a:custGeom>
            <a:rect b="b" l="l" r="r" t="t"/>
            <a:pathLst>
              <a:path extrusionOk="0" h="839077" w="2393068">
                <a:moveTo>
                  <a:pt x="0" y="419539"/>
                </a:moveTo>
                <a:lnTo>
                  <a:pt x="0" y="419539"/>
                </a:lnTo>
                <a:cubicBezTo>
                  <a:pt x="0" y="530831"/>
                  <a:pt x="44177" y="637500"/>
                  <a:pt x="122877" y="716200"/>
                </a:cubicBezTo>
                <a:cubicBezTo>
                  <a:pt x="201578" y="794900"/>
                  <a:pt x="308247" y="839078"/>
                  <a:pt x="419539" y="839078"/>
                </a:cubicBezTo>
                <a:lnTo>
                  <a:pt x="1973529"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29"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8" y="220068"/>
                  <a:pt x="148038" y="148038"/>
                </a:cubicBezTo>
                <a:cubicBezTo>
                  <a:pt x="220068" y="76009"/>
                  <a:pt x="317726" y="35576"/>
                  <a:pt x="419539" y="35576"/>
                </a:cubicBezTo>
                <a:lnTo>
                  <a:pt x="1973529"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1" name="Google Shape;1971;p31"/>
          <p:cNvSpPr/>
          <p:nvPr/>
        </p:nvSpPr>
        <p:spPr>
          <a:xfrm>
            <a:off x="1883967" y="3386853"/>
            <a:ext cx="2393068" cy="839077"/>
          </a:xfrm>
          <a:custGeom>
            <a:rect b="b" l="l" r="r" t="t"/>
            <a:pathLst>
              <a:path extrusionOk="0" h="839077" w="2393068">
                <a:moveTo>
                  <a:pt x="0" y="419539"/>
                </a:moveTo>
                <a:lnTo>
                  <a:pt x="0" y="419539"/>
                </a:lnTo>
                <a:cubicBezTo>
                  <a:pt x="0" y="530831"/>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9" y="220068"/>
                  <a:pt x="148038" y="148038"/>
                </a:cubicBezTo>
                <a:cubicBezTo>
                  <a:pt x="220068" y="76008"/>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2" name="Google Shape;1972;p31"/>
          <p:cNvSpPr txBox="1"/>
          <p:nvPr/>
        </p:nvSpPr>
        <p:spPr>
          <a:xfrm>
            <a:off x="2151977" y="1203789"/>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sp>
        <p:nvSpPr>
          <p:cNvPr id="1973" name="Google Shape;1973;p31"/>
          <p:cNvSpPr txBox="1"/>
          <p:nvPr/>
        </p:nvSpPr>
        <p:spPr>
          <a:xfrm>
            <a:off x="607344" y="236113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sp>
        <p:nvSpPr>
          <p:cNvPr id="1974" name="Google Shape;1974;p31"/>
          <p:cNvSpPr txBox="1"/>
          <p:nvPr/>
        </p:nvSpPr>
        <p:spPr>
          <a:xfrm>
            <a:off x="2151977" y="351847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sp>
        <p:nvSpPr>
          <p:cNvPr id="1975" name="Google Shape;1975;p31"/>
          <p:cNvSpPr txBox="1"/>
          <p:nvPr/>
        </p:nvSpPr>
        <p:spPr>
          <a:xfrm>
            <a:off x="5721849" y="1203789"/>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sp>
        <p:nvSpPr>
          <p:cNvPr id="1976" name="Google Shape;1976;p31"/>
          <p:cNvSpPr txBox="1"/>
          <p:nvPr/>
        </p:nvSpPr>
        <p:spPr>
          <a:xfrm>
            <a:off x="7391400" y="236113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sp>
        <p:nvSpPr>
          <p:cNvPr id="1977" name="Google Shape;1977;p31"/>
          <p:cNvSpPr txBox="1"/>
          <p:nvPr/>
        </p:nvSpPr>
        <p:spPr>
          <a:xfrm>
            <a:off x="5721849" y="3518470"/>
            <a:ext cx="1267552" cy="5539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a:t>
            </a:r>
            <a:endParaRPr/>
          </a:p>
        </p:txBody>
      </p:sp>
      <p:grpSp>
        <p:nvGrpSpPr>
          <p:cNvPr id="1978" name="Google Shape;1978;p31"/>
          <p:cNvGrpSpPr/>
          <p:nvPr/>
        </p:nvGrpSpPr>
        <p:grpSpPr>
          <a:xfrm>
            <a:off x="5069745" y="1228382"/>
            <a:ext cx="497644" cy="497644"/>
            <a:chOff x="5069745" y="1228382"/>
            <a:chExt cx="497644" cy="497644"/>
          </a:xfrm>
        </p:grpSpPr>
        <p:sp>
          <p:nvSpPr>
            <p:cNvPr id="1979" name="Google Shape;1979;p31"/>
            <p:cNvSpPr/>
            <p:nvPr/>
          </p:nvSpPr>
          <p:spPr>
            <a:xfrm>
              <a:off x="5069745" y="1228382"/>
              <a:ext cx="497644" cy="497644"/>
            </a:xfrm>
            <a:custGeom>
              <a:rect b="b" l="l" r="r" t="t"/>
              <a:pathLst>
                <a:path extrusionOk="0" h="497644" w="497644">
                  <a:moveTo>
                    <a:pt x="248822" y="0"/>
                  </a:moveTo>
                  <a:cubicBezTo>
                    <a:pt x="386217" y="0"/>
                    <a:pt x="497644" y="111367"/>
                    <a:pt x="497644" y="248822"/>
                  </a:cubicBezTo>
                  <a:cubicBezTo>
                    <a:pt x="497644" y="386278"/>
                    <a:pt x="386217" y="497644"/>
                    <a:pt x="248822" y="497644"/>
                  </a:cubicBezTo>
                  <a:cubicBezTo>
                    <a:pt x="111427" y="497644"/>
                    <a:pt x="0" y="386217"/>
                    <a:pt x="0" y="248822"/>
                  </a:cubicBezTo>
                  <a:cubicBezTo>
                    <a:pt x="0" y="111427"/>
                    <a:pt x="111367" y="0"/>
                    <a:pt x="248822" y="0"/>
                  </a:cubicBezTo>
                  <a:lnTo>
                    <a:pt x="248822" y="0"/>
                  </a:ln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0" name="Google Shape;1980;p31"/>
            <p:cNvSpPr/>
            <p:nvPr/>
          </p:nvSpPr>
          <p:spPr>
            <a:xfrm>
              <a:off x="5078218" y="1236855"/>
              <a:ext cx="480698" cy="480698"/>
            </a:xfrm>
            <a:custGeom>
              <a:rect b="b" l="l" r="r" t="t"/>
              <a:pathLst>
                <a:path extrusionOk="0" h="480698" w="480698">
                  <a:moveTo>
                    <a:pt x="240349" y="0"/>
                  </a:moveTo>
                  <a:lnTo>
                    <a:pt x="240349" y="175370"/>
                  </a:lnTo>
                  <a:moveTo>
                    <a:pt x="0" y="240349"/>
                  </a:moveTo>
                  <a:lnTo>
                    <a:pt x="175370" y="240349"/>
                  </a:lnTo>
                  <a:moveTo>
                    <a:pt x="240349" y="480699"/>
                  </a:moveTo>
                  <a:lnTo>
                    <a:pt x="240349" y="305328"/>
                  </a:lnTo>
                  <a:moveTo>
                    <a:pt x="480699" y="240349"/>
                  </a:moveTo>
                  <a:lnTo>
                    <a:pt x="305328" y="24034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1" name="Google Shape;1981;p31"/>
            <p:cNvSpPr/>
            <p:nvPr/>
          </p:nvSpPr>
          <p:spPr>
            <a:xfrm>
              <a:off x="5163678" y="1322254"/>
              <a:ext cx="309778" cy="309778"/>
            </a:xfrm>
            <a:custGeom>
              <a:rect b="b" l="l" r="r" t="t"/>
              <a:pathLst>
                <a:path extrusionOk="0" h="309778" w="309778">
                  <a:moveTo>
                    <a:pt x="154889" y="0"/>
                  </a:moveTo>
                  <a:cubicBezTo>
                    <a:pt x="240471" y="0"/>
                    <a:pt x="309778" y="69368"/>
                    <a:pt x="309778" y="154889"/>
                  </a:cubicBezTo>
                  <a:cubicBezTo>
                    <a:pt x="309778" y="240410"/>
                    <a:pt x="240410" y="309778"/>
                    <a:pt x="154889" y="309778"/>
                  </a:cubicBezTo>
                  <a:cubicBezTo>
                    <a:pt x="69368" y="309778"/>
                    <a:pt x="0" y="240410"/>
                    <a:pt x="0" y="154889"/>
                  </a:cubicBezTo>
                  <a:cubicBezTo>
                    <a:pt x="0" y="69368"/>
                    <a:pt x="69368" y="0"/>
                    <a:pt x="154889" y="0"/>
                  </a:cubicBezTo>
                  <a:lnTo>
                    <a:pt x="154889" y="0"/>
                  </a:lnTo>
                  <a:close/>
                  <a:moveTo>
                    <a:pt x="154889" y="93933"/>
                  </a:moveTo>
                  <a:cubicBezTo>
                    <a:pt x="188598" y="93933"/>
                    <a:pt x="215906" y="121241"/>
                    <a:pt x="215906" y="154950"/>
                  </a:cubicBezTo>
                  <a:cubicBezTo>
                    <a:pt x="215906" y="188659"/>
                    <a:pt x="188598" y="215967"/>
                    <a:pt x="154889" y="215967"/>
                  </a:cubicBezTo>
                  <a:cubicBezTo>
                    <a:pt x="121180" y="215967"/>
                    <a:pt x="93872" y="188659"/>
                    <a:pt x="93872" y="154950"/>
                  </a:cubicBezTo>
                  <a:cubicBezTo>
                    <a:pt x="93872" y="121241"/>
                    <a:pt x="121180" y="93933"/>
                    <a:pt x="154889" y="93933"/>
                  </a:cubicBezTo>
                  <a:lnTo>
                    <a:pt x="154889" y="93933"/>
                  </a:ln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82" name="Google Shape;1982;p31"/>
          <p:cNvGrpSpPr/>
          <p:nvPr/>
        </p:nvGrpSpPr>
        <p:grpSpPr>
          <a:xfrm>
            <a:off x="3526674" y="1229775"/>
            <a:ext cx="545555" cy="474142"/>
            <a:chOff x="3526674" y="1229775"/>
            <a:chExt cx="545555" cy="474142"/>
          </a:xfrm>
        </p:grpSpPr>
        <p:sp>
          <p:nvSpPr>
            <p:cNvPr id="1983" name="Google Shape;1983;p31"/>
            <p:cNvSpPr/>
            <p:nvPr/>
          </p:nvSpPr>
          <p:spPr>
            <a:xfrm>
              <a:off x="3526674" y="1697181"/>
              <a:ext cx="545555" cy="6736"/>
            </a:xfrm>
            <a:custGeom>
              <a:rect b="b" l="l" r="r" t="t"/>
              <a:pathLst>
                <a:path extrusionOk="0" h="6736" w="545555">
                  <a:moveTo>
                    <a:pt x="0" y="0"/>
                  </a:moveTo>
                  <a:lnTo>
                    <a:pt x="54555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84" name="Google Shape;1984;p31"/>
            <p:cNvGrpSpPr/>
            <p:nvPr/>
          </p:nvGrpSpPr>
          <p:grpSpPr>
            <a:xfrm>
              <a:off x="3550725" y="1229775"/>
              <a:ext cx="497386" cy="466328"/>
              <a:chOff x="3550725" y="1229775"/>
              <a:chExt cx="497386" cy="466328"/>
            </a:xfrm>
          </p:grpSpPr>
          <p:grpSp>
            <p:nvGrpSpPr>
              <p:cNvPr id="1985" name="Google Shape;1985;p31"/>
              <p:cNvGrpSpPr/>
              <p:nvPr/>
            </p:nvGrpSpPr>
            <p:grpSpPr>
              <a:xfrm>
                <a:off x="3550725" y="1229775"/>
                <a:ext cx="497386" cy="466328"/>
                <a:chOff x="3550725" y="1229775"/>
                <a:chExt cx="497386" cy="466328"/>
              </a:xfrm>
            </p:grpSpPr>
            <p:sp>
              <p:nvSpPr>
                <p:cNvPr id="1986" name="Google Shape;1986;p31"/>
                <p:cNvSpPr/>
                <p:nvPr/>
              </p:nvSpPr>
              <p:spPr>
                <a:xfrm>
                  <a:off x="3556316" y="1542030"/>
                  <a:ext cx="72893" cy="154072"/>
                </a:xfrm>
                <a:custGeom>
                  <a:rect b="b" l="l" r="r" t="t"/>
                  <a:pathLst>
                    <a:path extrusionOk="0" h="154072" w="72893">
                      <a:moveTo>
                        <a:pt x="0" y="0"/>
                      </a:moveTo>
                      <a:lnTo>
                        <a:pt x="72893" y="0"/>
                      </a:lnTo>
                      <a:lnTo>
                        <a:pt x="72893" y="154073"/>
                      </a:lnTo>
                      <a:lnTo>
                        <a:pt x="0" y="154073"/>
                      </a:lnTo>
                      <a:lnTo>
                        <a:pt x="0" y="0"/>
                      </a:lnTo>
                      <a:lnTo>
                        <a:pt x="0"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7" name="Google Shape;1987;p31"/>
                <p:cNvSpPr/>
                <p:nvPr/>
              </p:nvSpPr>
              <p:spPr>
                <a:xfrm>
                  <a:off x="3694086" y="1404395"/>
                  <a:ext cx="72960" cy="291707"/>
                </a:xfrm>
                <a:custGeom>
                  <a:rect b="b" l="l" r="r" t="t"/>
                  <a:pathLst>
                    <a:path extrusionOk="0" h="291707" w="72960">
                      <a:moveTo>
                        <a:pt x="0" y="0"/>
                      </a:moveTo>
                      <a:lnTo>
                        <a:pt x="72961" y="0"/>
                      </a:lnTo>
                      <a:lnTo>
                        <a:pt x="72961" y="291708"/>
                      </a:lnTo>
                      <a:lnTo>
                        <a:pt x="0" y="291708"/>
                      </a:lnTo>
                      <a:lnTo>
                        <a:pt x="0" y="0"/>
                      </a:lnTo>
                      <a:lnTo>
                        <a:pt x="0"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8" name="Google Shape;1988;p31"/>
                <p:cNvSpPr/>
                <p:nvPr/>
              </p:nvSpPr>
              <p:spPr>
                <a:xfrm>
                  <a:off x="3831856" y="1527276"/>
                  <a:ext cx="72960" cy="168826"/>
                </a:xfrm>
                <a:custGeom>
                  <a:rect b="b" l="l" r="r" t="t"/>
                  <a:pathLst>
                    <a:path extrusionOk="0" h="168826" w="72960">
                      <a:moveTo>
                        <a:pt x="0" y="0"/>
                      </a:moveTo>
                      <a:lnTo>
                        <a:pt x="72961" y="0"/>
                      </a:lnTo>
                      <a:lnTo>
                        <a:pt x="72961" y="168827"/>
                      </a:lnTo>
                      <a:lnTo>
                        <a:pt x="0" y="168827"/>
                      </a:lnTo>
                      <a:lnTo>
                        <a:pt x="0" y="0"/>
                      </a:lnTo>
                      <a:lnTo>
                        <a:pt x="0"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9" name="Google Shape;1989;p31"/>
                <p:cNvSpPr/>
                <p:nvPr/>
              </p:nvSpPr>
              <p:spPr>
                <a:xfrm>
                  <a:off x="3969694" y="1463411"/>
                  <a:ext cx="72893" cy="232692"/>
                </a:xfrm>
                <a:custGeom>
                  <a:rect b="b" l="l" r="r" t="t"/>
                  <a:pathLst>
                    <a:path extrusionOk="0" h="232692" w="72893">
                      <a:moveTo>
                        <a:pt x="0" y="0"/>
                      </a:moveTo>
                      <a:lnTo>
                        <a:pt x="72893" y="0"/>
                      </a:lnTo>
                      <a:lnTo>
                        <a:pt x="72893" y="232693"/>
                      </a:lnTo>
                      <a:lnTo>
                        <a:pt x="0" y="232693"/>
                      </a:lnTo>
                      <a:lnTo>
                        <a:pt x="0" y="0"/>
                      </a:lnTo>
                      <a:lnTo>
                        <a:pt x="0"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0" name="Google Shape;1990;p31"/>
                <p:cNvSpPr/>
                <p:nvPr/>
              </p:nvSpPr>
              <p:spPr>
                <a:xfrm>
                  <a:off x="3550725" y="1229775"/>
                  <a:ext cx="497386" cy="224001"/>
                </a:xfrm>
                <a:custGeom>
                  <a:rect b="b" l="l" r="r" t="t"/>
                  <a:pathLst>
                    <a:path extrusionOk="0" h="224001" w="497386">
                      <a:moveTo>
                        <a:pt x="42038" y="139925"/>
                      </a:moveTo>
                      <a:cubicBezTo>
                        <a:pt x="18796" y="139925"/>
                        <a:pt x="0" y="158789"/>
                        <a:pt x="0" y="181964"/>
                      </a:cubicBezTo>
                      <a:cubicBezTo>
                        <a:pt x="0" y="205139"/>
                        <a:pt x="18863" y="224002"/>
                        <a:pt x="42038" y="224002"/>
                      </a:cubicBezTo>
                      <a:cubicBezTo>
                        <a:pt x="65213" y="224002"/>
                        <a:pt x="84077" y="205139"/>
                        <a:pt x="84077" y="181964"/>
                      </a:cubicBezTo>
                      <a:cubicBezTo>
                        <a:pt x="84077" y="158789"/>
                        <a:pt x="65213" y="139925"/>
                        <a:pt x="42038" y="139925"/>
                      </a:cubicBezTo>
                      <a:lnTo>
                        <a:pt x="42038" y="139925"/>
                      </a:lnTo>
                      <a:close/>
                      <a:moveTo>
                        <a:pt x="179808" y="0"/>
                      </a:moveTo>
                      <a:cubicBezTo>
                        <a:pt x="156566" y="0"/>
                        <a:pt x="137770" y="18863"/>
                        <a:pt x="137770" y="42038"/>
                      </a:cubicBezTo>
                      <a:cubicBezTo>
                        <a:pt x="137770" y="65213"/>
                        <a:pt x="156633" y="84077"/>
                        <a:pt x="179808" y="84077"/>
                      </a:cubicBezTo>
                      <a:cubicBezTo>
                        <a:pt x="202983" y="84077"/>
                        <a:pt x="221847" y="65213"/>
                        <a:pt x="221847" y="42038"/>
                      </a:cubicBezTo>
                      <a:cubicBezTo>
                        <a:pt x="221847" y="18863"/>
                        <a:pt x="202983" y="0"/>
                        <a:pt x="179808" y="0"/>
                      </a:cubicBezTo>
                      <a:lnTo>
                        <a:pt x="179808" y="0"/>
                      </a:lnTo>
                      <a:close/>
                      <a:moveTo>
                        <a:pt x="317578" y="125172"/>
                      </a:moveTo>
                      <a:cubicBezTo>
                        <a:pt x="294336" y="125172"/>
                        <a:pt x="275540" y="144035"/>
                        <a:pt x="275540" y="167210"/>
                      </a:cubicBezTo>
                      <a:cubicBezTo>
                        <a:pt x="275540" y="190385"/>
                        <a:pt x="294403" y="209248"/>
                        <a:pt x="317578" y="209248"/>
                      </a:cubicBezTo>
                      <a:cubicBezTo>
                        <a:pt x="340753" y="209248"/>
                        <a:pt x="359617" y="190385"/>
                        <a:pt x="359617" y="167210"/>
                      </a:cubicBezTo>
                      <a:cubicBezTo>
                        <a:pt x="359617" y="144035"/>
                        <a:pt x="340753" y="125172"/>
                        <a:pt x="317578" y="125172"/>
                      </a:cubicBezTo>
                      <a:lnTo>
                        <a:pt x="317578" y="125172"/>
                      </a:lnTo>
                      <a:close/>
                      <a:moveTo>
                        <a:pt x="455348" y="61508"/>
                      </a:moveTo>
                      <a:cubicBezTo>
                        <a:pt x="432106" y="61508"/>
                        <a:pt x="413310" y="80371"/>
                        <a:pt x="413310" y="103546"/>
                      </a:cubicBezTo>
                      <a:cubicBezTo>
                        <a:pt x="413310" y="126721"/>
                        <a:pt x="432173" y="145584"/>
                        <a:pt x="455348" y="145584"/>
                      </a:cubicBezTo>
                      <a:cubicBezTo>
                        <a:pt x="478523" y="145584"/>
                        <a:pt x="497387" y="126721"/>
                        <a:pt x="497387" y="103546"/>
                      </a:cubicBezTo>
                      <a:cubicBezTo>
                        <a:pt x="497387" y="80371"/>
                        <a:pt x="478523" y="61508"/>
                        <a:pt x="455348" y="61508"/>
                      </a:cubicBezTo>
                      <a:lnTo>
                        <a:pt x="455348" y="61508"/>
                      </a:ln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91" name="Google Shape;1991;p31"/>
              <p:cNvSpPr/>
              <p:nvPr/>
            </p:nvSpPr>
            <p:spPr>
              <a:xfrm>
                <a:off x="3630422" y="1309405"/>
                <a:ext cx="65011" cy="64135"/>
              </a:xfrm>
              <a:custGeom>
                <a:rect b="b" l="l" r="r" t="t"/>
                <a:pathLst>
                  <a:path extrusionOk="0" h="64135" w="65011">
                    <a:moveTo>
                      <a:pt x="0" y="64135"/>
                    </a:moveTo>
                    <a:lnTo>
                      <a:pt x="6501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2" name="Google Shape;1992;p31"/>
              <p:cNvSpPr/>
              <p:nvPr/>
            </p:nvSpPr>
            <p:spPr>
              <a:xfrm>
                <a:off x="3768529" y="1306239"/>
                <a:ext cx="65617" cy="60025"/>
              </a:xfrm>
              <a:custGeom>
                <a:rect b="b" l="l" r="r" t="t"/>
                <a:pathLst>
                  <a:path extrusionOk="0" h="60025" w="65617">
                    <a:moveTo>
                      <a:pt x="0" y="0"/>
                    </a:moveTo>
                    <a:lnTo>
                      <a:pt x="65618" y="6002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3" name="Google Shape;1993;p31"/>
              <p:cNvSpPr/>
              <p:nvPr/>
            </p:nvSpPr>
            <p:spPr>
              <a:xfrm>
                <a:off x="3909735" y="1355014"/>
                <a:ext cx="49516" cy="24050"/>
              </a:xfrm>
              <a:custGeom>
                <a:rect b="b" l="l" r="r" t="t"/>
                <a:pathLst>
                  <a:path extrusionOk="0" h="24050" w="49516">
                    <a:moveTo>
                      <a:pt x="0" y="24051"/>
                    </a:moveTo>
                    <a:lnTo>
                      <a:pt x="49516"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1994" name="Google Shape;1994;p31"/>
          <p:cNvGrpSpPr/>
          <p:nvPr/>
        </p:nvGrpSpPr>
        <p:grpSpPr>
          <a:xfrm>
            <a:off x="1961660" y="2411644"/>
            <a:ext cx="476193" cy="476020"/>
            <a:chOff x="1961660" y="2411644"/>
            <a:chExt cx="476193" cy="476020"/>
          </a:xfrm>
        </p:grpSpPr>
        <p:sp>
          <p:nvSpPr>
            <p:cNvPr id="1995" name="Google Shape;1995;p31"/>
            <p:cNvSpPr/>
            <p:nvPr/>
          </p:nvSpPr>
          <p:spPr>
            <a:xfrm>
              <a:off x="2273740" y="2724301"/>
              <a:ext cx="164113" cy="163363"/>
            </a:xfrm>
            <a:custGeom>
              <a:rect b="b" l="l" r="r" t="t"/>
              <a:pathLst>
                <a:path extrusionOk="0" h="163363" w="164113">
                  <a:moveTo>
                    <a:pt x="164113" y="117347"/>
                  </a:moveTo>
                  <a:lnTo>
                    <a:pt x="118097" y="163364"/>
                  </a:lnTo>
                  <a:lnTo>
                    <a:pt x="0" y="45267"/>
                  </a:lnTo>
                  <a:lnTo>
                    <a:pt x="46766" y="0"/>
                  </a:lnTo>
                  <a:lnTo>
                    <a:pt x="164113" y="117347"/>
                  </a:lnTo>
                  <a:lnTo>
                    <a:pt x="164113" y="117347"/>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6" name="Google Shape;1996;p31"/>
            <p:cNvSpPr/>
            <p:nvPr/>
          </p:nvSpPr>
          <p:spPr>
            <a:xfrm>
              <a:off x="1961660" y="2411644"/>
              <a:ext cx="391426" cy="391426"/>
            </a:xfrm>
            <a:custGeom>
              <a:rect b="b" l="l" r="r" t="t"/>
              <a:pathLst>
                <a:path extrusionOk="0" h="391426" w="391426">
                  <a:moveTo>
                    <a:pt x="195713" y="0"/>
                  </a:moveTo>
                  <a:cubicBezTo>
                    <a:pt x="303776" y="0"/>
                    <a:pt x="391426" y="87592"/>
                    <a:pt x="391426" y="195713"/>
                  </a:cubicBezTo>
                  <a:cubicBezTo>
                    <a:pt x="391426" y="303834"/>
                    <a:pt x="303834" y="391427"/>
                    <a:pt x="195713" y="391427"/>
                  </a:cubicBezTo>
                  <a:cubicBezTo>
                    <a:pt x="87592" y="391427"/>
                    <a:pt x="0" y="303777"/>
                    <a:pt x="0" y="195713"/>
                  </a:cubicBezTo>
                  <a:cubicBezTo>
                    <a:pt x="0" y="87650"/>
                    <a:pt x="87592" y="0"/>
                    <a:pt x="195713" y="0"/>
                  </a:cubicBezTo>
                  <a:lnTo>
                    <a:pt x="195713"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7" name="Google Shape;1997;p31"/>
            <p:cNvSpPr/>
            <p:nvPr/>
          </p:nvSpPr>
          <p:spPr>
            <a:xfrm>
              <a:off x="2155528" y="2467118"/>
              <a:ext cx="141623" cy="141624"/>
            </a:xfrm>
            <a:custGeom>
              <a:rect b="b" l="l" r="r" t="t"/>
              <a:pathLst>
                <a:path extrusionOk="0" h="141624" w="141623">
                  <a:moveTo>
                    <a:pt x="0" y="0"/>
                  </a:moveTo>
                  <a:cubicBezTo>
                    <a:pt x="78193" y="0"/>
                    <a:pt x="141624" y="63373"/>
                    <a:pt x="141624" y="14162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98" name="Google Shape;1998;p31"/>
          <p:cNvGrpSpPr/>
          <p:nvPr/>
        </p:nvGrpSpPr>
        <p:grpSpPr>
          <a:xfrm>
            <a:off x="6656086" y="2444810"/>
            <a:ext cx="461352" cy="406527"/>
            <a:chOff x="6683966" y="2444810"/>
            <a:chExt cx="461352" cy="406527"/>
          </a:xfrm>
        </p:grpSpPr>
        <p:sp>
          <p:nvSpPr>
            <p:cNvPr id="1999" name="Google Shape;1999;p31"/>
            <p:cNvSpPr/>
            <p:nvPr/>
          </p:nvSpPr>
          <p:spPr>
            <a:xfrm>
              <a:off x="6683966" y="2444810"/>
              <a:ext cx="461352" cy="406527"/>
            </a:xfrm>
            <a:custGeom>
              <a:rect b="b" l="l" r="r" t="t"/>
              <a:pathLst>
                <a:path extrusionOk="0" h="406527" w="461352">
                  <a:moveTo>
                    <a:pt x="461352" y="0"/>
                  </a:moveTo>
                  <a:lnTo>
                    <a:pt x="0" y="0"/>
                  </a:lnTo>
                  <a:lnTo>
                    <a:pt x="0" y="406528"/>
                  </a:lnTo>
                  <a:lnTo>
                    <a:pt x="461352" y="406528"/>
                  </a:lnTo>
                  <a:lnTo>
                    <a:pt x="461352" y="0"/>
                  </a:lnTo>
                  <a:lnTo>
                    <a:pt x="461352" y="0"/>
                  </a:lnTo>
                  <a:close/>
                  <a:moveTo>
                    <a:pt x="461352" y="96155"/>
                  </a:moveTo>
                  <a:lnTo>
                    <a:pt x="0" y="96155"/>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0" name="Google Shape;2000;p31"/>
            <p:cNvSpPr/>
            <p:nvPr/>
          </p:nvSpPr>
          <p:spPr>
            <a:xfrm>
              <a:off x="7070732" y="2476993"/>
              <a:ext cx="32860" cy="35571"/>
            </a:xfrm>
            <a:custGeom>
              <a:rect b="b" l="l" r="r" t="t"/>
              <a:pathLst>
                <a:path extrusionOk="0" h="35571" w="32860">
                  <a:moveTo>
                    <a:pt x="16431" y="0"/>
                  </a:moveTo>
                  <a:cubicBezTo>
                    <a:pt x="7340" y="0"/>
                    <a:pt x="0" y="7961"/>
                    <a:pt x="0" y="17786"/>
                  </a:cubicBezTo>
                  <a:cubicBezTo>
                    <a:pt x="0" y="27610"/>
                    <a:pt x="7340" y="35571"/>
                    <a:pt x="16431" y="35571"/>
                  </a:cubicBezTo>
                  <a:cubicBezTo>
                    <a:pt x="25521" y="35571"/>
                    <a:pt x="32861" y="27610"/>
                    <a:pt x="32861" y="17786"/>
                  </a:cubicBezTo>
                  <a:cubicBezTo>
                    <a:pt x="32861" y="7961"/>
                    <a:pt x="25521" y="0"/>
                    <a:pt x="16431" y="0"/>
                  </a:cubicBezTo>
                  <a:lnTo>
                    <a:pt x="16431" y="0"/>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1" name="Google Shape;2001;p31"/>
            <p:cNvSpPr/>
            <p:nvPr/>
          </p:nvSpPr>
          <p:spPr>
            <a:xfrm>
              <a:off x="7017262" y="2476993"/>
              <a:ext cx="32860" cy="35571"/>
            </a:xfrm>
            <a:custGeom>
              <a:rect b="b" l="l" r="r" t="t"/>
              <a:pathLst>
                <a:path extrusionOk="0" h="35571" w="32860">
                  <a:moveTo>
                    <a:pt x="16430" y="0"/>
                  </a:moveTo>
                  <a:cubicBezTo>
                    <a:pt x="7340" y="0"/>
                    <a:pt x="0" y="7961"/>
                    <a:pt x="0" y="17786"/>
                  </a:cubicBezTo>
                  <a:cubicBezTo>
                    <a:pt x="0" y="27610"/>
                    <a:pt x="7340" y="35571"/>
                    <a:pt x="16430" y="35571"/>
                  </a:cubicBezTo>
                  <a:cubicBezTo>
                    <a:pt x="25521" y="35571"/>
                    <a:pt x="32861" y="27610"/>
                    <a:pt x="32861" y="17786"/>
                  </a:cubicBezTo>
                  <a:cubicBezTo>
                    <a:pt x="32861" y="7961"/>
                    <a:pt x="25521" y="0"/>
                    <a:pt x="16430" y="0"/>
                  </a:cubicBezTo>
                  <a:lnTo>
                    <a:pt x="16430" y="0"/>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2" name="Google Shape;2002;p31"/>
            <p:cNvSpPr/>
            <p:nvPr/>
          </p:nvSpPr>
          <p:spPr>
            <a:xfrm>
              <a:off x="6749857" y="2650276"/>
              <a:ext cx="329513" cy="201061"/>
            </a:xfrm>
            <a:custGeom>
              <a:rect b="b" l="l" r="r" t="t"/>
              <a:pathLst>
                <a:path extrusionOk="0" h="201061" w="329513">
                  <a:moveTo>
                    <a:pt x="164757" y="0"/>
                  </a:moveTo>
                  <a:cubicBezTo>
                    <a:pt x="175767" y="0"/>
                    <a:pt x="186494" y="1242"/>
                    <a:pt x="196883" y="3670"/>
                  </a:cubicBezTo>
                  <a:lnTo>
                    <a:pt x="200723" y="44492"/>
                  </a:lnTo>
                  <a:cubicBezTo>
                    <a:pt x="209023" y="46977"/>
                    <a:pt x="216928" y="50251"/>
                    <a:pt x="224381" y="54260"/>
                  </a:cubicBezTo>
                  <a:lnTo>
                    <a:pt x="255999" y="28118"/>
                  </a:lnTo>
                  <a:cubicBezTo>
                    <a:pt x="265033" y="33764"/>
                    <a:pt x="273503" y="40427"/>
                    <a:pt x="281294" y="48219"/>
                  </a:cubicBezTo>
                  <a:cubicBezTo>
                    <a:pt x="289086" y="56010"/>
                    <a:pt x="295805" y="64480"/>
                    <a:pt x="301395" y="73514"/>
                  </a:cubicBezTo>
                  <a:lnTo>
                    <a:pt x="275253" y="105133"/>
                  </a:lnTo>
                  <a:cubicBezTo>
                    <a:pt x="279262" y="112586"/>
                    <a:pt x="282593" y="120490"/>
                    <a:pt x="285021" y="128790"/>
                  </a:cubicBezTo>
                  <a:lnTo>
                    <a:pt x="325843" y="132630"/>
                  </a:lnTo>
                  <a:cubicBezTo>
                    <a:pt x="328214" y="143019"/>
                    <a:pt x="329513" y="153746"/>
                    <a:pt x="329513" y="164757"/>
                  </a:cubicBezTo>
                  <a:cubicBezTo>
                    <a:pt x="329513" y="175767"/>
                    <a:pt x="328214" y="186495"/>
                    <a:pt x="325843" y="196884"/>
                  </a:cubicBezTo>
                  <a:lnTo>
                    <a:pt x="285021" y="200723"/>
                  </a:lnTo>
                  <a:lnTo>
                    <a:pt x="284908" y="201062"/>
                  </a:lnTo>
                  <a:lnTo>
                    <a:pt x="44605" y="201062"/>
                  </a:lnTo>
                  <a:lnTo>
                    <a:pt x="44492" y="200723"/>
                  </a:lnTo>
                  <a:lnTo>
                    <a:pt x="3670" y="196884"/>
                  </a:lnTo>
                  <a:cubicBezTo>
                    <a:pt x="1299" y="186551"/>
                    <a:pt x="0" y="175767"/>
                    <a:pt x="0" y="164757"/>
                  </a:cubicBezTo>
                  <a:cubicBezTo>
                    <a:pt x="0" y="153746"/>
                    <a:pt x="1242" y="143019"/>
                    <a:pt x="3670" y="132630"/>
                  </a:cubicBezTo>
                  <a:lnTo>
                    <a:pt x="44492" y="128790"/>
                  </a:lnTo>
                  <a:cubicBezTo>
                    <a:pt x="46977" y="120490"/>
                    <a:pt x="50251" y="112586"/>
                    <a:pt x="54260" y="105133"/>
                  </a:cubicBezTo>
                  <a:lnTo>
                    <a:pt x="28118" y="73514"/>
                  </a:lnTo>
                  <a:cubicBezTo>
                    <a:pt x="33764" y="64480"/>
                    <a:pt x="40427" y="56010"/>
                    <a:pt x="48219" y="48219"/>
                  </a:cubicBezTo>
                  <a:cubicBezTo>
                    <a:pt x="56010" y="40427"/>
                    <a:pt x="64480" y="33708"/>
                    <a:pt x="73514" y="28118"/>
                  </a:cubicBezTo>
                  <a:lnTo>
                    <a:pt x="105133" y="54260"/>
                  </a:lnTo>
                  <a:cubicBezTo>
                    <a:pt x="112586" y="50251"/>
                    <a:pt x="120490" y="46920"/>
                    <a:pt x="128790" y="44492"/>
                  </a:cubicBezTo>
                  <a:lnTo>
                    <a:pt x="132630" y="3670"/>
                  </a:lnTo>
                  <a:cubicBezTo>
                    <a:pt x="143019" y="1299"/>
                    <a:pt x="153746" y="0"/>
                    <a:pt x="164757" y="0"/>
                  </a:cubicBezTo>
                  <a:lnTo>
                    <a:pt x="164757" y="0"/>
                  </a:lnTo>
                  <a:close/>
                  <a:moveTo>
                    <a:pt x="164757" y="98526"/>
                  </a:moveTo>
                  <a:cubicBezTo>
                    <a:pt x="201344" y="98526"/>
                    <a:pt x="230987" y="128169"/>
                    <a:pt x="230987" y="164757"/>
                  </a:cubicBezTo>
                  <a:cubicBezTo>
                    <a:pt x="230987" y="178138"/>
                    <a:pt x="226978" y="190616"/>
                    <a:pt x="220146" y="201062"/>
                  </a:cubicBezTo>
                  <a:lnTo>
                    <a:pt x="109311" y="201062"/>
                  </a:lnTo>
                  <a:cubicBezTo>
                    <a:pt x="102479" y="190616"/>
                    <a:pt x="98470" y="178138"/>
                    <a:pt x="98470" y="164757"/>
                  </a:cubicBezTo>
                  <a:cubicBezTo>
                    <a:pt x="98470" y="128169"/>
                    <a:pt x="128113" y="98526"/>
                    <a:pt x="164700" y="98526"/>
                  </a:cubicBezTo>
                  <a:lnTo>
                    <a:pt x="164700" y="98526"/>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03" name="Google Shape;2003;p31"/>
          <p:cNvGrpSpPr/>
          <p:nvPr/>
        </p:nvGrpSpPr>
        <p:grpSpPr>
          <a:xfrm>
            <a:off x="5110401" y="3544792"/>
            <a:ext cx="420942" cy="465882"/>
            <a:chOff x="5110401" y="3544792"/>
            <a:chExt cx="420942" cy="465882"/>
          </a:xfrm>
        </p:grpSpPr>
        <p:sp>
          <p:nvSpPr>
            <p:cNvPr id="2004" name="Google Shape;2004;p31"/>
            <p:cNvSpPr/>
            <p:nvPr/>
          </p:nvSpPr>
          <p:spPr>
            <a:xfrm>
              <a:off x="5191472" y="3629608"/>
              <a:ext cx="258838" cy="266069"/>
            </a:xfrm>
            <a:custGeom>
              <a:rect b="b" l="l" r="r" t="t"/>
              <a:pathLst>
                <a:path extrusionOk="0" h="266069" w="258838">
                  <a:moveTo>
                    <a:pt x="72700" y="266069"/>
                  </a:moveTo>
                  <a:cubicBezTo>
                    <a:pt x="67633" y="188027"/>
                    <a:pt x="7160" y="227516"/>
                    <a:pt x="221" y="121496"/>
                  </a:cubicBezTo>
                  <a:cubicBezTo>
                    <a:pt x="-4185" y="54580"/>
                    <a:pt x="58050" y="0"/>
                    <a:pt x="129428" y="0"/>
                  </a:cubicBezTo>
                  <a:cubicBezTo>
                    <a:pt x="200806" y="0"/>
                    <a:pt x="263372" y="54580"/>
                    <a:pt x="258580" y="121496"/>
                  </a:cubicBezTo>
                  <a:cubicBezTo>
                    <a:pt x="252137" y="211985"/>
                    <a:pt x="207250" y="193700"/>
                    <a:pt x="190782" y="24101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5" name="Google Shape;2005;p31"/>
            <p:cNvSpPr/>
            <p:nvPr/>
          </p:nvSpPr>
          <p:spPr>
            <a:xfrm>
              <a:off x="5266155" y="3958188"/>
              <a:ext cx="116429" cy="30511"/>
            </a:xfrm>
            <a:custGeom>
              <a:rect b="b" l="l" r="r" t="t"/>
              <a:pathLst>
                <a:path extrusionOk="0" h="30511" w="116429">
                  <a:moveTo>
                    <a:pt x="0" y="30512"/>
                  </a:moveTo>
                  <a:lnTo>
                    <a:pt x="11643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6" name="Google Shape;2006;p31"/>
            <p:cNvSpPr/>
            <p:nvPr/>
          </p:nvSpPr>
          <p:spPr>
            <a:xfrm>
              <a:off x="5266155" y="3914293"/>
              <a:ext cx="116429" cy="30566"/>
            </a:xfrm>
            <a:custGeom>
              <a:rect b="b" l="l" r="r" t="t"/>
              <a:pathLst>
                <a:path extrusionOk="0" h="30566" w="116429">
                  <a:moveTo>
                    <a:pt x="0" y="30567"/>
                  </a:moveTo>
                  <a:lnTo>
                    <a:pt x="11643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7" name="Google Shape;2007;p31"/>
            <p:cNvSpPr/>
            <p:nvPr/>
          </p:nvSpPr>
          <p:spPr>
            <a:xfrm>
              <a:off x="5266155" y="3870453"/>
              <a:ext cx="116429" cy="30511"/>
            </a:xfrm>
            <a:custGeom>
              <a:rect b="b" l="l" r="r" t="t"/>
              <a:pathLst>
                <a:path extrusionOk="0" h="30511" w="116429">
                  <a:moveTo>
                    <a:pt x="0" y="30512"/>
                  </a:moveTo>
                  <a:lnTo>
                    <a:pt x="11643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8" name="Google Shape;2008;p31"/>
            <p:cNvSpPr/>
            <p:nvPr/>
          </p:nvSpPr>
          <p:spPr>
            <a:xfrm>
              <a:off x="5286257" y="3974545"/>
              <a:ext cx="76224" cy="36129"/>
            </a:xfrm>
            <a:custGeom>
              <a:rect b="b" l="l" r="r" t="t"/>
              <a:pathLst>
                <a:path extrusionOk="0" h="36129" w="76224">
                  <a:moveTo>
                    <a:pt x="76225" y="0"/>
                  </a:moveTo>
                  <a:cubicBezTo>
                    <a:pt x="76225" y="19992"/>
                    <a:pt x="57609" y="36129"/>
                    <a:pt x="34643" y="36129"/>
                  </a:cubicBezTo>
                  <a:cubicBezTo>
                    <a:pt x="20158" y="36129"/>
                    <a:pt x="7435" y="29686"/>
                    <a:pt x="0" y="19937"/>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9" name="Google Shape;2009;p31"/>
            <p:cNvSpPr/>
            <p:nvPr/>
          </p:nvSpPr>
          <p:spPr>
            <a:xfrm>
              <a:off x="5324865" y="3544792"/>
              <a:ext cx="5507" cy="39103"/>
            </a:xfrm>
            <a:custGeom>
              <a:rect b="b" l="l" r="r" t="t"/>
              <a:pathLst>
                <a:path extrusionOk="0" h="39103" w="5507">
                  <a:moveTo>
                    <a:pt x="0" y="0"/>
                  </a:moveTo>
                  <a:lnTo>
                    <a:pt x="0" y="39104"/>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0" name="Google Shape;2010;p31"/>
            <p:cNvSpPr/>
            <p:nvPr/>
          </p:nvSpPr>
          <p:spPr>
            <a:xfrm>
              <a:off x="5439202" y="3598876"/>
              <a:ext cx="27647" cy="27647"/>
            </a:xfrm>
            <a:custGeom>
              <a:rect b="b" l="l" r="r" t="t"/>
              <a:pathLst>
                <a:path extrusionOk="0" h="27647" w="27647">
                  <a:moveTo>
                    <a:pt x="27648" y="0"/>
                  </a:moveTo>
                  <a:lnTo>
                    <a:pt x="0" y="2764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1" name="Google Shape;2011;p31"/>
            <p:cNvSpPr/>
            <p:nvPr/>
          </p:nvSpPr>
          <p:spPr>
            <a:xfrm>
              <a:off x="5492240" y="3751214"/>
              <a:ext cx="39103" cy="5507"/>
            </a:xfrm>
            <a:custGeom>
              <a:rect b="b" l="l" r="r" t="t"/>
              <a:pathLst>
                <a:path extrusionOk="0" h="5507" w="39103">
                  <a:moveTo>
                    <a:pt x="39104" y="0"/>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2" name="Google Shape;2012;p31"/>
            <p:cNvSpPr/>
            <p:nvPr/>
          </p:nvSpPr>
          <p:spPr>
            <a:xfrm>
              <a:off x="5433530" y="3869571"/>
              <a:ext cx="27703" cy="27647"/>
            </a:xfrm>
            <a:custGeom>
              <a:rect b="b" l="l" r="r" t="t"/>
              <a:pathLst>
                <a:path extrusionOk="0" h="27647" w="27703">
                  <a:moveTo>
                    <a:pt x="27703" y="2764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3" name="Google Shape;2013;p31"/>
            <p:cNvSpPr/>
            <p:nvPr/>
          </p:nvSpPr>
          <p:spPr>
            <a:xfrm>
              <a:off x="5180567" y="3598876"/>
              <a:ext cx="27647" cy="27647"/>
            </a:xfrm>
            <a:custGeom>
              <a:rect b="b" l="l" r="r" t="t"/>
              <a:pathLst>
                <a:path extrusionOk="0" h="27647" w="27647">
                  <a:moveTo>
                    <a:pt x="0" y="0"/>
                  </a:moveTo>
                  <a:lnTo>
                    <a:pt x="27648" y="2764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4" name="Google Shape;2014;p31"/>
            <p:cNvSpPr/>
            <p:nvPr/>
          </p:nvSpPr>
          <p:spPr>
            <a:xfrm>
              <a:off x="5110401" y="3743228"/>
              <a:ext cx="39103" cy="5507"/>
            </a:xfrm>
            <a:custGeom>
              <a:rect b="b" l="l" r="r" t="t"/>
              <a:pathLst>
                <a:path extrusionOk="0" h="5507" w="39103">
                  <a:moveTo>
                    <a:pt x="0" y="0"/>
                  </a:moveTo>
                  <a:lnTo>
                    <a:pt x="39104"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5" name="Google Shape;2015;p31"/>
            <p:cNvSpPr/>
            <p:nvPr/>
          </p:nvSpPr>
          <p:spPr>
            <a:xfrm>
              <a:off x="5174894" y="3869571"/>
              <a:ext cx="27647" cy="27647"/>
            </a:xfrm>
            <a:custGeom>
              <a:rect b="b" l="l" r="r" t="t"/>
              <a:pathLst>
                <a:path extrusionOk="0" h="27647" w="27647">
                  <a:moveTo>
                    <a:pt x="0" y="27648"/>
                  </a:moveTo>
                  <a:lnTo>
                    <a:pt x="27648"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6" name="Google Shape;2016;p31"/>
            <p:cNvSpPr/>
            <p:nvPr/>
          </p:nvSpPr>
          <p:spPr>
            <a:xfrm>
              <a:off x="5274196" y="3717178"/>
              <a:ext cx="106461" cy="112904"/>
            </a:xfrm>
            <a:custGeom>
              <a:rect b="b" l="l" r="r" t="t"/>
              <a:pathLst>
                <a:path extrusionOk="0" h="112904" w="106461">
                  <a:moveTo>
                    <a:pt x="0" y="54415"/>
                  </a:moveTo>
                  <a:lnTo>
                    <a:pt x="42518" y="112905"/>
                  </a:lnTo>
                  <a:lnTo>
                    <a:pt x="10646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17" name="Google Shape;2017;p31"/>
          <p:cNvGrpSpPr/>
          <p:nvPr/>
        </p:nvGrpSpPr>
        <p:grpSpPr>
          <a:xfrm>
            <a:off x="3507663" y="3572289"/>
            <a:ext cx="461758" cy="466663"/>
            <a:chOff x="3507663" y="3572289"/>
            <a:chExt cx="461758" cy="466663"/>
          </a:xfrm>
        </p:grpSpPr>
        <p:sp>
          <p:nvSpPr>
            <p:cNvPr id="2018" name="Google Shape;2018;p31"/>
            <p:cNvSpPr/>
            <p:nvPr/>
          </p:nvSpPr>
          <p:spPr>
            <a:xfrm>
              <a:off x="3544398" y="3752371"/>
              <a:ext cx="233189" cy="148424"/>
            </a:xfrm>
            <a:custGeom>
              <a:rect b="b" l="l" r="r" t="t"/>
              <a:pathLst>
                <a:path extrusionOk="0" h="148424" w="233189">
                  <a:moveTo>
                    <a:pt x="233132" y="0"/>
                  </a:moveTo>
                  <a:lnTo>
                    <a:pt x="0" y="0"/>
                  </a:lnTo>
                  <a:lnTo>
                    <a:pt x="0" y="148424"/>
                  </a:lnTo>
                  <a:lnTo>
                    <a:pt x="233189" y="148424"/>
                  </a:lnTo>
                  <a:lnTo>
                    <a:pt x="233189" y="0"/>
                  </a:lnTo>
                  <a:lnTo>
                    <a:pt x="233189"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9" name="Google Shape;2019;p31"/>
            <p:cNvSpPr/>
            <p:nvPr/>
          </p:nvSpPr>
          <p:spPr>
            <a:xfrm>
              <a:off x="3629733" y="3572289"/>
              <a:ext cx="336721" cy="215277"/>
            </a:xfrm>
            <a:custGeom>
              <a:rect b="b" l="l" r="r" t="t"/>
              <a:pathLst>
                <a:path extrusionOk="0" h="215277" w="336721">
                  <a:moveTo>
                    <a:pt x="155783" y="215278"/>
                  </a:moveTo>
                  <a:lnTo>
                    <a:pt x="336721" y="215278"/>
                  </a:lnTo>
                  <a:lnTo>
                    <a:pt x="336721" y="0"/>
                  </a:lnTo>
                  <a:lnTo>
                    <a:pt x="0" y="0"/>
                  </a:lnTo>
                  <a:lnTo>
                    <a:pt x="0" y="17146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0" name="Google Shape;2020;p31"/>
            <p:cNvSpPr/>
            <p:nvPr/>
          </p:nvSpPr>
          <p:spPr>
            <a:xfrm>
              <a:off x="3802173" y="3791046"/>
              <a:ext cx="5704" cy="47687"/>
            </a:xfrm>
            <a:custGeom>
              <a:rect b="b" l="l" r="r" t="t"/>
              <a:pathLst>
                <a:path extrusionOk="0" h="47687" w="5704">
                  <a:moveTo>
                    <a:pt x="0" y="4768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1" name="Google Shape;2021;p31"/>
            <p:cNvSpPr/>
            <p:nvPr/>
          </p:nvSpPr>
          <p:spPr>
            <a:xfrm>
              <a:off x="3783577" y="3846777"/>
              <a:ext cx="97770" cy="5704"/>
            </a:xfrm>
            <a:custGeom>
              <a:rect b="b" l="l" r="r" t="t"/>
              <a:pathLst>
                <a:path extrusionOk="0" h="5704" w="97770">
                  <a:moveTo>
                    <a:pt x="0" y="0"/>
                  </a:moveTo>
                  <a:lnTo>
                    <a:pt x="9777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2" name="Google Shape;2022;p31"/>
            <p:cNvSpPr/>
            <p:nvPr/>
          </p:nvSpPr>
          <p:spPr>
            <a:xfrm>
              <a:off x="3872563" y="3885223"/>
              <a:ext cx="96858" cy="153729"/>
            </a:xfrm>
            <a:custGeom>
              <a:rect b="b" l="l" r="r" t="t"/>
              <a:pathLst>
                <a:path extrusionOk="0" h="153729" w="96858">
                  <a:moveTo>
                    <a:pt x="10268" y="0"/>
                  </a:moveTo>
                  <a:lnTo>
                    <a:pt x="86590" y="0"/>
                  </a:lnTo>
                  <a:cubicBezTo>
                    <a:pt x="92238" y="0"/>
                    <a:pt x="96858" y="4620"/>
                    <a:pt x="96858" y="10268"/>
                  </a:cubicBezTo>
                  <a:lnTo>
                    <a:pt x="96858" y="143462"/>
                  </a:lnTo>
                  <a:cubicBezTo>
                    <a:pt x="96858" y="149109"/>
                    <a:pt x="92238" y="153729"/>
                    <a:pt x="86590" y="153729"/>
                  </a:cubicBezTo>
                  <a:lnTo>
                    <a:pt x="10268" y="153729"/>
                  </a:lnTo>
                  <a:cubicBezTo>
                    <a:pt x="4620" y="153729"/>
                    <a:pt x="0" y="149109"/>
                    <a:pt x="0" y="143462"/>
                  </a:cubicBezTo>
                  <a:lnTo>
                    <a:pt x="0" y="10268"/>
                  </a:lnTo>
                  <a:cubicBezTo>
                    <a:pt x="0" y="4620"/>
                    <a:pt x="4620" y="0"/>
                    <a:pt x="10268" y="0"/>
                  </a:cubicBezTo>
                  <a:lnTo>
                    <a:pt x="10268" y="0"/>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3" name="Google Shape;2023;p31"/>
            <p:cNvSpPr/>
            <p:nvPr/>
          </p:nvSpPr>
          <p:spPr>
            <a:xfrm>
              <a:off x="3824191" y="3791217"/>
              <a:ext cx="5704" cy="47687"/>
            </a:xfrm>
            <a:custGeom>
              <a:rect b="b" l="l" r="r" t="t"/>
              <a:pathLst>
                <a:path extrusionOk="0" h="47687" w="5704">
                  <a:moveTo>
                    <a:pt x="0" y="4768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4" name="Google Shape;2024;p31"/>
            <p:cNvSpPr/>
            <p:nvPr/>
          </p:nvSpPr>
          <p:spPr>
            <a:xfrm>
              <a:off x="3507663" y="3947456"/>
              <a:ext cx="306602" cy="5704"/>
            </a:xfrm>
            <a:custGeom>
              <a:rect b="b" l="l" r="r" t="t"/>
              <a:pathLst>
                <a:path extrusionOk="0" h="5704" w="306602">
                  <a:moveTo>
                    <a:pt x="0" y="0"/>
                  </a:moveTo>
                  <a:lnTo>
                    <a:pt x="306603"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25" name="Google Shape;2025;p31"/>
          <p:cNvSpPr txBox="1"/>
          <p:nvPr/>
        </p:nvSpPr>
        <p:spPr>
          <a:xfrm>
            <a:off x="11905" y="4321544"/>
            <a:ext cx="40318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r>
              <a:rPr lang="en-US" sz="1400">
                <a:solidFill>
                  <a:schemeClr val="dk1"/>
                </a:solidFill>
                <a:latin typeface="Calibri"/>
                <a:ea typeface="Calibri"/>
                <a:cs typeface="Calibri"/>
                <a:sym typeface="Calibri"/>
              </a:rPr>
              <a:t> Note : Start with two colors and expand as required</a:t>
            </a:r>
            <a:endParaRPr sz="1400">
              <a:solidFill>
                <a:schemeClr val="dk1"/>
              </a:solidFill>
              <a:latin typeface="Calibri"/>
              <a:ea typeface="Calibri"/>
              <a:cs typeface="Calibri"/>
              <a:sym typeface="Calibri"/>
            </a:endParaRPr>
          </a:p>
        </p:txBody>
      </p:sp>
      <p:sp>
        <p:nvSpPr>
          <p:cNvPr id="2026" name="Google Shape;2026;p3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027" name="Google Shape;2027;p3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2" name="Shape 2032"/>
        <p:cNvGrpSpPr/>
        <p:nvPr/>
      </p:nvGrpSpPr>
      <p:grpSpPr>
        <a:xfrm>
          <a:off x="0" y="0"/>
          <a:ext cx="0" cy="0"/>
          <a:chOff x="0" y="0"/>
          <a:chExt cx="0" cy="0"/>
        </a:xfrm>
      </p:grpSpPr>
      <p:sp>
        <p:nvSpPr>
          <p:cNvPr id="2033" name="Google Shape;2033;p32"/>
          <p:cNvSpPr/>
          <p:nvPr/>
        </p:nvSpPr>
        <p:spPr>
          <a:xfrm>
            <a:off x="3052848" y="1671665"/>
            <a:ext cx="3038389" cy="1803914"/>
          </a:xfrm>
          <a:custGeom>
            <a:rect b="b" l="l" r="r" t="t"/>
            <a:pathLst>
              <a:path extrusionOk="0" h="1803914" w="3038389">
                <a:moveTo>
                  <a:pt x="3038389" y="927802"/>
                </a:moveTo>
                <a:cubicBezTo>
                  <a:pt x="3038294" y="923515"/>
                  <a:pt x="3038199" y="919324"/>
                  <a:pt x="3038199" y="915038"/>
                </a:cubicBezTo>
                <a:cubicBezTo>
                  <a:pt x="3037913" y="934659"/>
                  <a:pt x="3037913" y="913704"/>
                  <a:pt x="3037723" y="911038"/>
                </a:cubicBezTo>
                <a:cubicBezTo>
                  <a:pt x="3036675" y="889987"/>
                  <a:pt x="3033436" y="849887"/>
                  <a:pt x="3028864" y="821217"/>
                </a:cubicBezTo>
                <a:cubicBezTo>
                  <a:pt x="3029341" y="823979"/>
                  <a:pt x="3029626" y="826836"/>
                  <a:pt x="3030103" y="829789"/>
                </a:cubicBezTo>
                <a:cubicBezTo>
                  <a:pt x="2986478" y="573471"/>
                  <a:pt x="2789882" y="386115"/>
                  <a:pt x="2575570" y="258003"/>
                </a:cubicBezTo>
                <a:cubicBezTo>
                  <a:pt x="2412978" y="160753"/>
                  <a:pt x="2232289" y="98460"/>
                  <a:pt x="2048075" y="57312"/>
                </a:cubicBezTo>
                <a:cubicBezTo>
                  <a:pt x="1983019" y="42738"/>
                  <a:pt x="1917011" y="30070"/>
                  <a:pt x="1850812" y="22164"/>
                </a:cubicBezTo>
                <a:cubicBezTo>
                  <a:pt x="1803378" y="16545"/>
                  <a:pt x="1756039" y="10544"/>
                  <a:pt x="1708414" y="6829"/>
                </a:cubicBezTo>
                <a:cubicBezTo>
                  <a:pt x="1687554" y="5305"/>
                  <a:pt x="1666504" y="4067"/>
                  <a:pt x="1645644" y="3019"/>
                </a:cubicBezTo>
                <a:cubicBezTo>
                  <a:pt x="1636786" y="2543"/>
                  <a:pt x="1572968" y="257"/>
                  <a:pt x="1591447" y="828"/>
                </a:cubicBezTo>
                <a:cubicBezTo>
                  <a:pt x="1289790" y="-6315"/>
                  <a:pt x="988228" y="32166"/>
                  <a:pt x="704860" y="138655"/>
                </a:cubicBezTo>
                <a:cubicBezTo>
                  <a:pt x="474164" y="225428"/>
                  <a:pt x="229276" y="367922"/>
                  <a:pt x="97069" y="583759"/>
                </a:cubicBezTo>
                <a:cubicBezTo>
                  <a:pt x="-32566" y="795785"/>
                  <a:pt x="-35804" y="1048102"/>
                  <a:pt x="108214" y="1253557"/>
                </a:cubicBezTo>
                <a:cubicBezTo>
                  <a:pt x="225181" y="1420530"/>
                  <a:pt x="403870" y="1537020"/>
                  <a:pt x="587893" y="1619507"/>
                </a:cubicBezTo>
                <a:cubicBezTo>
                  <a:pt x="852497" y="1742951"/>
                  <a:pt x="1166155" y="1803816"/>
                  <a:pt x="1456382" y="1803816"/>
                </a:cubicBezTo>
                <a:cubicBezTo>
                  <a:pt x="1506865" y="1803816"/>
                  <a:pt x="1560395" y="1804292"/>
                  <a:pt x="1612021" y="1803149"/>
                </a:cubicBezTo>
                <a:cubicBezTo>
                  <a:pt x="1823190" y="1803149"/>
                  <a:pt x="2056648" y="1760287"/>
                  <a:pt x="2264483" y="1692564"/>
                </a:cubicBezTo>
                <a:cubicBezTo>
                  <a:pt x="2236956" y="1700660"/>
                  <a:pt x="2291725" y="1683229"/>
                  <a:pt x="2290201" y="1683706"/>
                </a:cubicBezTo>
                <a:cubicBezTo>
                  <a:pt x="2312775" y="1675990"/>
                  <a:pt x="2335254" y="1667894"/>
                  <a:pt x="2357638" y="1659798"/>
                </a:cubicBezTo>
                <a:cubicBezTo>
                  <a:pt x="2398690" y="1645034"/>
                  <a:pt x="2439457" y="1628746"/>
                  <a:pt x="2479177" y="1610649"/>
                </a:cubicBezTo>
                <a:cubicBezTo>
                  <a:pt x="2554615" y="1576454"/>
                  <a:pt x="2627386" y="1536258"/>
                  <a:pt x="2694918" y="1488157"/>
                </a:cubicBezTo>
                <a:cubicBezTo>
                  <a:pt x="2784548" y="1424245"/>
                  <a:pt x="2865225" y="1344806"/>
                  <a:pt x="2927995" y="1256033"/>
                </a:cubicBezTo>
                <a:cubicBezTo>
                  <a:pt x="2973429" y="1188025"/>
                  <a:pt x="3015624" y="1103538"/>
                  <a:pt x="3028103" y="1028386"/>
                </a:cubicBezTo>
                <a:cubicBezTo>
                  <a:pt x="3034484" y="1000763"/>
                  <a:pt x="3038104" y="951900"/>
                  <a:pt x="3038104" y="940946"/>
                </a:cubicBezTo>
                <a:cubicBezTo>
                  <a:pt x="3038104" y="936469"/>
                  <a:pt x="3038104" y="932183"/>
                  <a:pt x="3038389" y="927802"/>
                </a:cubicBezTo>
                <a:cubicBezTo>
                  <a:pt x="3038294" y="923992"/>
                  <a:pt x="3038389" y="932183"/>
                  <a:pt x="3038389" y="927802"/>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4" name="Google Shape;2034;p32"/>
          <p:cNvSpPr/>
          <p:nvPr/>
        </p:nvSpPr>
        <p:spPr>
          <a:xfrm>
            <a:off x="4187994" y="1110753"/>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5" name="Google Shape;2035;p32"/>
          <p:cNvSpPr/>
          <p:nvPr/>
        </p:nvSpPr>
        <p:spPr>
          <a:xfrm>
            <a:off x="4187994" y="3072618"/>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6" name="Google Shape;2036;p3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037" name="Google Shape;2037;p3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038" name="Google Shape;2038;p32"/>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2039" name="Google Shape;2039;p32"/>
          <p:cNvSpPr/>
          <p:nvPr/>
        </p:nvSpPr>
        <p:spPr>
          <a:xfrm>
            <a:off x="3803033" y="2122056"/>
            <a:ext cx="1521138" cy="903132"/>
          </a:xfrm>
          <a:custGeom>
            <a:rect b="b" l="l" r="r" t="t"/>
            <a:pathLst>
              <a:path extrusionOk="0" h="785074" w="1322293">
                <a:moveTo>
                  <a:pt x="1322294" y="403656"/>
                </a:moveTo>
                <a:cubicBezTo>
                  <a:pt x="1322294" y="401751"/>
                  <a:pt x="1322294" y="399941"/>
                  <a:pt x="1322294" y="398132"/>
                </a:cubicBezTo>
                <a:cubicBezTo>
                  <a:pt x="1322198" y="406704"/>
                  <a:pt x="1322198" y="397560"/>
                  <a:pt x="1322103" y="396417"/>
                </a:cubicBezTo>
                <a:cubicBezTo>
                  <a:pt x="1321627" y="387273"/>
                  <a:pt x="1320198" y="369842"/>
                  <a:pt x="1318198" y="357365"/>
                </a:cubicBezTo>
                <a:cubicBezTo>
                  <a:pt x="1318388" y="358603"/>
                  <a:pt x="1318484" y="359841"/>
                  <a:pt x="1318769" y="361079"/>
                </a:cubicBezTo>
                <a:cubicBezTo>
                  <a:pt x="1299815" y="249542"/>
                  <a:pt x="1214185" y="168008"/>
                  <a:pt x="1120935" y="112286"/>
                </a:cubicBezTo>
                <a:cubicBezTo>
                  <a:pt x="1050164" y="69995"/>
                  <a:pt x="971583" y="42849"/>
                  <a:pt x="891383" y="24942"/>
                </a:cubicBezTo>
                <a:cubicBezTo>
                  <a:pt x="863093" y="18560"/>
                  <a:pt x="834328" y="13131"/>
                  <a:pt x="805562" y="9607"/>
                </a:cubicBezTo>
                <a:cubicBezTo>
                  <a:pt x="784893" y="7130"/>
                  <a:pt x="764319" y="4559"/>
                  <a:pt x="743555" y="2939"/>
                </a:cubicBezTo>
                <a:cubicBezTo>
                  <a:pt x="734506" y="2273"/>
                  <a:pt x="725362" y="1701"/>
                  <a:pt x="716218" y="1320"/>
                </a:cubicBezTo>
                <a:cubicBezTo>
                  <a:pt x="712408" y="1130"/>
                  <a:pt x="684595" y="177"/>
                  <a:pt x="692596" y="368"/>
                </a:cubicBezTo>
                <a:cubicBezTo>
                  <a:pt x="561341" y="-2776"/>
                  <a:pt x="430087" y="13988"/>
                  <a:pt x="306738" y="60375"/>
                </a:cubicBezTo>
                <a:cubicBezTo>
                  <a:pt x="206345" y="98094"/>
                  <a:pt x="99760" y="160197"/>
                  <a:pt x="42229" y="254114"/>
                </a:cubicBezTo>
                <a:cubicBezTo>
                  <a:pt x="-14159" y="346411"/>
                  <a:pt x="-15588" y="456234"/>
                  <a:pt x="47087" y="545579"/>
                </a:cubicBezTo>
                <a:cubicBezTo>
                  <a:pt x="97950" y="618254"/>
                  <a:pt x="175769" y="668927"/>
                  <a:pt x="255875" y="704837"/>
                </a:cubicBezTo>
                <a:cubicBezTo>
                  <a:pt x="371032" y="758558"/>
                  <a:pt x="507525" y="785037"/>
                  <a:pt x="633827" y="785037"/>
                </a:cubicBezTo>
                <a:cubicBezTo>
                  <a:pt x="655829" y="785037"/>
                  <a:pt x="679070" y="785228"/>
                  <a:pt x="701549" y="784751"/>
                </a:cubicBezTo>
                <a:cubicBezTo>
                  <a:pt x="793466" y="784751"/>
                  <a:pt x="895097" y="766082"/>
                  <a:pt x="985490" y="736650"/>
                </a:cubicBezTo>
                <a:cubicBezTo>
                  <a:pt x="973488" y="740174"/>
                  <a:pt x="997396" y="732554"/>
                  <a:pt x="996634" y="732840"/>
                </a:cubicBezTo>
                <a:cubicBezTo>
                  <a:pt x="1006445" y="729506"/>
                  <a:pt x="1016255" y="725982"/>
                  <a:pt x="1025971" y="722458"/>
                </a:cubicBezTo>
                <a:cubicBezTo>
                  <a:pt x="1043878" y="716076"/>
                  <a:pt x="1061594" y="708932"/>
                  <a:pt x="1078835" y="701122"/>
                </a:cubicBezTo>
                <a:cubicBezTo>
                  <a:pt x="1111696" y="686263"/>
                  <a:pt x="1143319" y="668737"/>
                  <a:pt x="1172751" y="647782"/>
                </a:cubicBezTo>
                <a:cubicBezTo>
                  <a:pt x="1211708" y="619969"/>
                  <a:pt x="1246856" y="585393"/>
                  <a:pt x="1274192" y="546817"/>
                </a:cubicBezTo>
                <a:cubicBezTo>
                  <a:pt x="1294004" y="517194"/>
                  <a:pt x="1312292" y="480428"/>
                  <a:pt x="1317722" y="447757"/>
                </a:cubicBezTo>
                <a:cubicBezTo>
                  <a:pt x="1320484" y="435755"/>
                  <a:pt x="1322103" y="414419"/>
                  <a:pt x="1322103" y="409752"/>
                </a:cubicBezTo>
                <a:cubicBezTo>
                  <a:pt x="1322103" y="407847"/>
                  <a:pt x="1322103" y="405942"/>
                  <a:pt x="1322198" y="404037"/>
                </a:cubicBezTo>
                <a:cubicBezTo>
                  <a:pt x="1322198" y="402418"/>
                  <a:pt x="1322198" y="405942"/>
                  <a:pt x="1322198" y="40403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0" name="Google Shape;2040;p32"/>
          <p:cNvSpPr/>
          <p:nvPr/>
        </p:nvSpPr>
        <p:spPr>
          <a:xfrm>
            <a:off x="2668800" y="2187922"/>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41" name="Google Shape;2041;p32"/>
          <p:cNvGrpSpPr/>
          <p:nvPr/>
        </p:nvGrpSpPr>
        <p:grpSpPr>
          <a:xfrm>
            <a:off x="4414927" y="1318438"/>
            <a:ext cx="314230" cy="356031"/>
            <a:chOff x="4404344" y="1144710"/>
            <a:chExt cx="314230" cy="356031"/>
          </a:xfrm>
        </p:grpSpPr>
        <p:sp>
          <p:nvSpPr>
            <p:cNvPr id="2042" name="Google Shape;2042;p32"/>
            <p:cNvSpPr/>
            <p:nvPr/>
          </p:nvSpPr>
          <p:spPr>
            <a:xfrm>
              <a:off x="4461640" y="1197683"/>
              <a:ext cx="199457" cy="234681"/>
            </a:xfrm>
            <a:custGeom>
              <a:rect b="b" l="l" r="r" t="t"/>
              <a:pathLst>
                <a:path extrusionOk="0" h="234681" w="199457">
                  <a:moveTo>
                    <a:pt x="199457" y="99728"/>
                  </a:moveTo>
                  <a:cubicBezTo>
                    <a:pt x="199457" y="125314"/>
                    <a:pt x="166394" y="156214"/>
                    <a:pt x="150539" y="182070"/>
                  </a:cubicBezTo>
                  <a:cubicBezTo>
                    <a:pt x="132251" y="211799"/>
                    <a:pt x="129278" y="234682"/>
                    <a:pt x="99729" y="234682"/>
                  </a:cubicBezTo>
                  <a:cubicBezTo>
                    <a:pt x="70179" y="234682"/>
                    <a:pt x="69278" y="213511"/>
                    <a:pt x="51171" y="185493"/>
                  </a:cubicBezTo>
                  <a:cubicBezTo>
                    <a:pt x="33964" y="159097"/>
                    <a:pt x="0" y="126485"/>
                    <a:pt x="0" y="99728"/>
                  </a:cubicBezTo>
                  <a:cubicBezTo>
                    <a:pt x="0" y="44594"/>
                    <a:pt x="44594" y="0"/>
                    <a:pt x="99729" y="0"/>
                  </a:cubicBezTo>
                  <a:cubicBezTo>
                    <a:pt x="154863" y="0"/>
                    <a:pt x="199457" y="44594"/>
                    <a:pt x="199457" y="99728"/>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3" name="Google Shape;2043;p32"/>
            <p:cNvSpPr/>
            <p:nvPr/>
          </p:nvSpPr>
          <p:spPr>
            <a:xfrm>
              <a:off x="4539117" y="1453625"/>
              <a:ext cx="44413" cy="47116"/>
            </a:xfrm>
            <a:custGeom>
              <a:rect b="b" l="l" r="r" t="t"/>
              <a:pathLst>
                <a:path extrusionOk="0" h="47116" w="44413">
                  <a:moveTo>
                    <a:pt x="0" y="0"/>
                  </a:moveTo>
                  <a:lnTo>
                    <a:pt x="44414" y="0"/>
                  </a:lnTo>
                  <a:lnTo>
                    <a:pt x="44414" y="47117"/>
                  </a:lnTo>
                  <a:lnTo>
                    <a:pt x="0" y="47117"/>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4" name="Google Shape;2044;p32"/>
            <p:cNvSpPr/>
            <p:nvPr/>
          </p:nvSpPr>
          <p:spPr>
            <a:xfrm>
              <a:off x="4561279" y="1152007"/>
              <a:ext cx="9008" cy="18197"/>
            </a:xfrm>
            <a:custGeom>
              <a:rect b="b" l="l" r="r" t="t"/>
              <a:pathLst>
                <a:path extrusionOk="0" h="18197" w="9008">
                  <a:moveTo>
                    <a:pt x="0" y="18198"/>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5" name="Google Shape;2045;p32"/>
            <p:cNvSpPr/>
            <p:nvPr/>
          </p:nvSpPr>
          <p:spPr>
            <a:xfrm>
              <a:off x="4499298" y="1144710"/>
              <a:ext cx="12522" cy="34233"/>
            </a:xfrm>
            <a:custGeom>
              <a:rect b="b" l="l" r="r" t="t"/>
              <a:pathLst>
                <a:path extrusionOk="0" h="34233" w="12522">
                  <a:moveTo>
                    <a:pt x="12522" y="34234"/>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6" name="Google Shape;2046;p32"/>
            <p:cNvSpPr/>
            <p:nvPr/>
          </p:nvSpPr>
          <p:spPr>
            <a:xfrm>
              <a:off x="4404344" y="1224349"/>
              <a:ext cx="31621" cy="18288"/>
            </a:xfrm>
            <a:custGeom>
              <a:rect b="b" l="l" r="r" t="t"/>
              <a:pathLst>
                <a:path extrusionOk="0" h="18288" w="31621">
                  <a:moveTo>
                    <a:pt x="31621" y="18288"/>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7" name="Google Shape;2047;p32"/>
            <p:cNvSpPr/>
            <p:nvPr/>
          </p:nvSpPr>
          <p:spPr>
            <a:xfrm>
              <a:off x="4611188" y="1144710"/>
              <a:ext cx="12432" cy="34233"/>
            </a:xfrm>
            <a:custGeom>
              <a:rect b="b" l="l" r="r" t="t"/>
              <a:pathLst>
                <a:path extrusionOk="0" h="34233" w="12432">
                  <a:moveTo>
                    <a:pt x="0" y="34234"/>
                  </a:moveTo>
                  <a:lnTo>
                    <a:pt x="1243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8" name="Google Shape;2048;p32"/>
            <p:cNvSpPr/>
            <p:nvPr/>
          </p:nvSpPr>
          <p:spPr>
            <a:xfrm>
              <a:off x="4654701" y="1190115"/>
              <a:ext cx="11711" cy="13963"/>
            </a:xfrm>
            <a:custGeom>
              <a:rect b="b" l="l" r="r" t="t"/>
              <a:pathLst>
                <a:path extrusionOk="0" h="13963" w="11711">
                  <a:moveTo>
                    <a:pt x="0" y="13964"/>
                  </a:moveTo>
                  <a:lnTo>
                    <a:pt x="1171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9" name="Google Shape;2049;p32"/>
            <p:cNvSpPr/>
            <p:nvPr/>
          </p:nvSpPr>
          <p:spPr>
            <a:xfrm>
              <a:off x="4456505" y="1190115"/>
              <a:ext cx="11711" cy="13963"/>
            </a:xfrm>
            <a:custGeom>
              <a:rect b="b" l="l" r="r" t="t"/>
              <a:pathLst>
                <a:path extrusionOk="0" h="13963" w="11711">
                  <a:moveTo>
                    <a:pt x="11712" y="13964"/>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0" name="Google Shape;2050;p32"/>
            <p:cNvSpPr/>
            <p:nvPr/>
          </p:nvSpPr>
          <p:spPr>
            <a:xfrm>
              <a:off x="4687043" y="1224349"/>
              <a:ext cx="31531" cy="18288"/>
            </a:xfrm>
            <a:custGeom>
              <a:rect b="b" l="l" r="r" t="t"/>
              <a:pathLst>
                <a:path extrusionOk="0" h="18288" w="31531">
                  <a:moveTo>
                    <a:pt x="0" y="18288"/>
                  </a:moveTo>
                  <a:lnTo>
                    <a:pt x="31531"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51" name="Google Shape;2051;p32"/>
          <p:cNvGrpSpPr/>
          <p:nvPr/>
        </p:nvGrpSpPr>
        <p:grpSpPr>
          <a:xfrm>
            <a:off x="2814214" y="2364865"/>
            <a:ext cx="462037" cy="417514"/>
            <a:chOff x="2804853" y="2023302"/>
            <a:chExt cx="462037" cy="417514"/>
          </a:xfrm>
        </p:grpSpPr>
        <p:sp>
          <p:nvSpPr>
            <p:cNvPr id="2052" name="Google Shape;2052;p32"/>
            <p:cNvSpPr/>
            <p:nvPr/>
          </p:nvSpPr>
          <p:spPr>
            <a:xfrm>
              <a:off x="2926763" y="2144124"/>
              <a:ext cx="60693" cy="60918"/>
            </a:xfrm>
            <a:custGeom>
              <a:rect b="b" l="l" r="r" t="t"/>
              <a:pathLst>
                <a:path extrusionOk="0" h="60918" w="60693">
                  <a:moveTo>
                    <a:pt x="60693" y="30459"/>
                  </a:moveTo>
                  <a:cubicBezTo>
                    <a:pt x="60693" y="47268"/>
                    <a:pt x="47156" y="60919"/>
                    <a:pt x="30347" y="60919"/>
                  </a:cubicBezTo>
                  <a:cubicBezTo>
                    <a:pt x="13537" y="60919"/>
                    <a:pt x="0" y="47381"/>
                    <a:pt x="0" y="30459"/>
                  </a:cubicBezTo>
                  <a:cubicBezTo>
                    <a:pt x="0" y="13537"/>
                    <a:pt x="13537" y="0"/>
                    <a:pt x="30347" y="0"/>
                  </a:cubicBezTo>
                  <a:cubicBezTo>
                    <a:pt x="47156" y="0"/>
                    <a:pt x="60693" y="13650"/>
                    <a:pt x="60693" y="30459"/>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3" name="Google Shape;2053;p32"/>
            <p:cNvSpPr/>
            <p:nvPr/>
          </p:nvSpPr>
          <p:spPr>
            <a:xfrm>
              <a:off x="3149342" y="2323834"/>
              <a:ext cx="42191" cy="42304"/>
            </a:xfrm>
            <a:custGeom>
              <a:rect b="b" l="l" r="r" t="t"/>
              <a:pathLst>
                <a:path extrusionOk="0" h="42304" w="42191">
                  <a:moveTo>
                    <a:pt x="42192" y="21096"/>
                  </a:moveTo>
                  <a:cubicBezTo>
                    <a:pt x="42192" y="32828"/>
                    <a:pt x="32716" y="42305"/>
                    <a:pt x="21096" y="42305"/>
                  </a:cubicBezTo>
                  <a:cubicBezTo>
                    <a:pt x="9476" y="42305"/>
                    <a:pt x="0" y="32941"/>
                    <a:pt x="0" y="21096"/>
                  </a:cubicBezTo>
                  <a:cubicBezTo>
                    <a:pt x="0" y="9251"/>
                    <a:pt x="9476" y="0"/>
                    <a:pt x="21096" y="0"/>
                  </a:cubicBezTo>
                  <a:cubicBezTo>
                    <a:pt x="32716" y="0"/>
                    <a:pt x="42192" y="9363"/>
                    <a:pt x="42192" y="21096"/>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4" name="Google Shape;2054;p32"/>
            <p:cNvSpPr/>
            <p:nvPr/>
          </p:nvSpPr>
          <p:spPr>
            <a:xfrm>
              <a:off x="2804853" y="2023302"/>
              <a:ext cx="304172" cy="302675"/>
            </a:xfrm>
            <a:custGeom>
              <a:rect b="b" l="l" r="r" t="t"/>
              <a:pathLst>
                <a:path extrusionOk="0" h="302675" w="304172">
                  <a:moveTo>
                    <a:pt x="240137" y="26511"/>
                  </a:moveTo>
                  <a:cubicBezTo>
                    <a:pt x="240701" y="27526"/>
                    <a:pt x="241378" y="28542"/>
                    <a:pt x="242055" y="29331"/>
                  </a:cubicBezTo>
                  <a:cubicBezTo>
                    <a:pt x="255254" y="43546"/>
                    <a:pt x="268453" y="57873"/>
                    <a:pt x="281652" y="72087"/>
                  </a:cubicBezTo>
                  <a:cubicBezTo>
                    <a:pt x="283345" y="73892"/>
                    <a:pt x="283570" y="75246"/>
                    <a:pt x="282442" y="77389"/>
                  </a:cubicBezTo>
                  <a:cubicBezTo>
                    <a:pt x="277140" y="87091"/>
                    <a:pt x="271838" y="97019"/>
                    <a:pt x="266761" y="106946"/>
                  </a:cubicBezTo>
                  <a:cubicBezTo>
                    <a:pt x="266084" y="108074"/>
                    <a:pt x="266084" y="109766"/>
                    <a:pt x="266310" y="111120"/>
                  </a:cubicBezTo>
                  <a:cubicBezTo>
                    <a:pt x="266761" y="113489"/>
                    <a:pt x="267889" y="115858"/>
                    <a:pt x="268340" y="118227"/>
                  </a:cubicBezTo>
                  <a:cubicBezTo>
                    <a:pt x="269017" y="122740"/>
                    <a:pt x="271725" y="125109"/>
                    <a:pt x="275673" y="127140"/>
                  </a:cubicBezTo>
                  <a:cubicBezTo>
                    <a:pt x="284473" y="131426"/>
                    <a:pt x="293046" y="136277"/>
                    <a:pt x="301846" y="140790"/>
                  </a:cubicBezTo>
                  <a:cubicBezTo>
                    <a:pt x="303538" y="141692"/>
                    <a:pt x="304440" y="142595"/>
                    <a:pt x="304102" y="144964"/>
                  </a:cubicBezTo>
                  <a:cubicBezTo>
                    <a:pt x="301056" y="164706"/>
                    <a:pt x="298010" y="184561"/>
                    <a:pt x="295077" y="204303"/>
                  </a:cubicBezTo>
                  <a:cubicBezTo>
                    <a:pt x="294851" y="206108"/>
                    <a:pt x="293949" y="206898"/>
                    <a:pt x="292031" y="207236"/>
                  </a:cubicBezTo>
                  <a:cubicBezTo>
                    <a:pt x="281088" y="209154"/>
                    <a:pt x="270033" y="211072"/>
                    <a:pt x="259203" y="213328"/>
                  </a:cubicBezTo>
                  <a:cubicBezTo>
                    <a:pt x="257736" y="213667"/>
                    <a:pt x="255931" y="214795"/>
                    <a:pt x="255029" y="216036"/>
                  </a:cubicBezTo>
                  <a:cubicBezTo>
                    <a:pt x="252321" y="219533"/>
                    <a:pt x="248824" y="223030"/>
                    <a:pt x="248034" y="226978"/>
                  </a:cubicBezTo>
                  <a:cubicBezTo>
                    <a:pt x="247245" y="230927"/>
                    <a:pt x="249050" y="235327"/>
                    <a:pt x="249952" y="239613"/>
                  </a:cubicBezTo>
                  <a:cubicBezTo>
                    <a:pt x="251306" y="247397"/>
                    <a:pt x="252772" y="255069"/>
                    <a:pt x="254352" y="262853"/>
                  </a:cubicBezTo>
                  <a:cubicBezTo>
                    <a:pt x="254690" y="264545"/>
                    <a:pt x="254352" y="265335"/>
                    <a:pt x="252772" y="266237"/>
                  </a:cubicBezTo>
                  <a:cubicBezTo>
                    <a:pt x="235174" y="276165"/>
                    <a:pt x="217575" y="286318"/>
                    <a:pt x="200202" y="296471"/>
                  </a:cubicBezTo>
                  <a:cubicBezTo>
                    <a:pt x="198397" y="297486"/>
                    <a:pt x="197381" y="297035"/>
                    <a:pt x="196028" y="295794"/>
                  </a:cubicBezTo>
                  <a:cubicBezTo>
                    <a:pt x="187567" y="288574"/>
                    <a:pt x="179219" y="281128"/>
                    <a:pt x="170645" y="274021"/>
                  </a:cubicBezTo>
                  <a:cubicBezTo>
                    <a:pt x="169517" y="273006"/>
                    <a:pt x="167712" y="272555"/>
                    <a:pt x="166245" y="272442"/>
                  </a:cubicBezTo>
                  <a:cubicBezTo>
                    <a:pt x="163538" y="272442"/>
                    <a:pt x="160830" y="273119"/>
                    <a:pt x="158236" y="272893"/>
                  </a:cubicBezTo>
                  <a:cubicBezTo>
                    <a:pt x="154287" y="272667"/>
                    <a:pt x="151692" y="274472"/>
                    <a:pt x="149211" y="277406"/>
                  </a:cubicBezTo>
                  <a:cubicBezTo>
                    <a:pt x="142216" y="285979"/>
                    <a:pt x="134883" y="294215"/>
                    <a:pt x="127551" y="302676"/>
                  </a:cubicBezTo>
                  <a:cubicBezTo>
                    <a:pt x="117397" y="298727"/>
                    <a:pt x="107244" y="294666"/>
                    <a:pt x="97204" y="290605"/>
                  </a:cubicBezTo>
                  <a:cubicBezTo>
                    <a:pt x="87164" y="286656"/>
                    <a:pt x="77123" y="282708"/>
                    <a:pt x="66970" y="278534"/>
                  </a:cubicBezTo>
                  <a:cubicBezTo>
                    <a:pt x="67196" y="272442"/>
                    <a:pt x="67422" y="266237"/>
                    <a:pt x="67534" y="260145"/>
                  </a:cubicBezTo>
                  <a:cubicBezTo>
                    <a:pt x="67760" y="254279"/>
                    <a:pt x="68211" y="248300"/>
                    <a:pt x="68211" y="242434"/>
                  </a:cubicBezTo>
                  <a:cubicBezTo>
                    <a:pt x="68211" y="240854"/>
                    <a:pt x="67534" y="239049"/>
                    <a:pt x="66519" y="237808"/>
                  </a:cubicBezTo>
                  <a:cubicBezTo>
                    <a:pt x="63699" y="234424"/>
                    <a:pt x="61217" y="230137"/>
                    <a:pt x="57494" y="228558"/>
                  </a:cubicBezTo>
                  <a:cubicBezTo>
                    <a:pt x="53771" y="226753"/>
                    <a:pt x="48920" y="227655"/>
                    <a:pt x="44521" y="227543"/>
                  </a:cubicBezTo>
                  <a:cubicBezTo>
                    <a:pt x="36737" y="227091"/>
                    <a:pt x="28953" y="226753"/>
                    <a:pt x="21281" y="226640"/>
                  </a:cubicBezTo>
                  <a:cubicBezTo>
                    <a:pt x="19476" y="226640"/>
                    <a:pt x="18687" y="225963"/>
                    <a:pt x="18123" y="224271"/>
                  </a:cubicBezTo>
                  <a:cubicBezTo>
                    <a:pt x="12256" y="204867"/>
                    <a:pt x="6277" y="185463"/>
                    <a:pt x="185" y="166173"/>
                  </a:cubicBezTo>
                  <a:cubicBezTo>
                    <a:pt x="-379" y="164255"/>
                    <a:pt x="411" y="163465"/>
                    <a:pt x="1652" y="162450"/>
                  </a:cubicBezTo>
                  <a:cubicBezTo>
                    <a:pt x="10677" y="155907"/>
                    <a:pt x="19702" y="149251"/>
                    <a:pt x="28727" y="142595"/>
                  </a:cubicBezTo>
                  <a:cubicBezTo>
                    <a:pt x="29968" y="141692"/>
                    <a:pt x="30983" y="139887"/>
                    <a:pt x="31209" y="138421"/>
                  </a:cubicBezTo>
                  <a:cubicBezTo>
                    <a:pt x="32111" y="134134"/>
                    <a:pt x="33804" y="129396"/>
                    <a:pt x="32788" y="125447"/>
                  </a:cubicBezTo>
                  <a:cubicBezTo>
                    <a:pt x="31773" y="121499"/>
                    <a:pt x="28050" y="118227"/>
                    <a:pt x="25455" y="114617"/>
                  </a:cubicBezTo>
                  <a:cubicBezTo>
                    <a:pt x="20943" y="108413"/>
                    <a:pt x="16430" y="102208"/>
                    <a:pt x="11805" y="96116"/>
                  </a:cubicBezTo>
                  <a:cubicBezTo>
                    <a:pt x="10677" y="94537"/>
                    <a:pt x="10677" y="93409"/>
                    <a:pt x="11805" y="91829"/>
                  </a:cubicBezTo>
                  <a:cubicBezTo>
                    <a:pt x="23199" y="75471"/>
                    <a:pt x="34480" y="58888"/>
                    <a:pt x="45649" y="42417"/>
                  </a:cubicBezTo>
                  <a:cubicBezTo>
                    <a:pt x="46890" y="40725"/>
                    <a:pt x="48018" y="40274"/>
                    <a:pt x="49936" y="40838"/>
                  </a:cubicBezTo>
                  <a:cubicBezTo>
                    <a:pt x="60766" y="43884"/>
                    <a:pt x="71596" y="46817"/>
                    <a:pt x="82538" y="49750"/>
                  </a:cubicBezTo>
                  <a:cubicBezTo>
                    <a:pt x="83779" y="50089"/>
                    <a:pt x="85472" y="49750"/>
                    <a:pt x="86600" y="49299"/>
                  </a:cubicBezTo>
                  <a:cubicBezTo>
                    <a:pt x="89194" y="48058"/>
                    <a:pt x="91338" y="46366"/>
                    <a:pt x="93933" y="45351"/>
                  </a:cubicBezTo>
                  <a:cubicBezTo>
                    <a:pt x="98107" y="43771"/>
                    <a:pt x="99235" y="40387"/>
                    <a:pt x="100250" y="36664"/>
                  </a:cubicBezTo>
                  <a:cubicBezTo>
                    <a:pt x="102732" y="27075"/>
                    <a:pt x="105327" y="17599"/>
                    <a:pt x="107808" y="8010"/>
                  </a:cubicBezTo>
                  <a:cubicBezTo>
                    <a:pt x="108485" y="5753"/>
                    <a:pt x="109501" y="4964"/>
                    <a:pt x="111870" y="4738"/>
                  </a:cubicBezTo>
                  <a:cubicBezTo>
                    <a:pt x="131273" y="3497"/>
                    <a:pt x="150564" y="2031"/>
                    <a:pt x="169968" y="677"/>
                  </a:cubicBezTo>
                  <a:cubicBezTo>
                    <a:pt x="171096" y="677"/>
                    <a:pt x="172224" y="226"/>
                    <a:pt x="173352" y="0"/>
                  </a:cubicBezTo>
                  <a:cubicBezTo>
                    <a:pt x="173578" y="0"/>
                    <a:pt x="173691" y="113"/>
                    <a:pt x="173916" y="226"/>
                  </a:cubicBezTo>
                  <a:cubicBezTo>
                    <a:pt x="173916" y="564"/>
                    <a:pt x="173916" y="790"/>
                    <a:pt x="174029" y="1128"/>
                  </a:cubicBezTo>
                  <a:cubicBezTo>
                    <a:pt x="178880" y="12297"/>
                    <a:pt x="183731" y="23465"/>
                    <a:pt x="188582" y="34521"/>
                  </a:cubicBezTo>
                  <a:cubicBezTo>
                    <a:pt x="189033" y="35536"/>
                    <a:pt x="190049" y="36326"/>
                    <a:pt x="190951" y="36777"/>
                  </a:cubicBezTo>
                  <a:cubicBezTo>
                    <a:pt x="194561" y="38243"/>
                    <a:pt x="198171" y="39823"/>
                    <a:pt x="201781" y="41064"/>
                  </a:cubicBezTo>
                  <a:cubicBezTo>
                    <a:pt x="203135" y="41402"/>
                    <a:pt x="204940" y="41402"/>
                    <a:pt x="206294" y="40951"/>
                  </a:cubicBezTo>
                  <a:cubicBezTo>
                    <a:pt x="210919" y="39146"/>
                    <a:pt x="215319" y="37115"/>
                    <a:pt x="219718" y="35085"/>
                  </a:cubicBezTo>
                  <a:cubicBezTo>
                    <a:pt x="226374" y="32152"/>
                    <a:pt x="232917" y="29106"/>
                    <a:pt x="239573" y="26285"/>
                  </a:cubicBezTo>
                  <a:cubicBezTo>
                    <a:pt x="239799" y="26285"/>
                    <a:pt x="239912" y="26398"/>
                    <a:pt x="240137" y="26511"/>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5" name="Google Shape;2055;p32"/>
            <p:cNvSpPr/>
            <p:nvPr/>
          </p:nvSpPr>
          <p:spPr>
            <a:xfrm>
              <a:off x="3074095" y="2249127"/>
              <a:ext cx="192795" cy="191689"/>
            </a:xfrm>
            <a:custGeom>
              <a:rect b="b" l="l" r="r" t="t"/>
              <a:pathLst>
                <a:path extrusionOk="0" h="191689" w="192795">
                  <a:moveTo>
                    <a:pt x="192458" y="109228"/>
                  </a:moveTo>
                  <a:cubicBezTo>
                    <a:pt x="192308" y="109604"/>
                    <a:pt x="193774" y="104960"/>
                    <a:pt x="191555" y="111033"/>
                  </a:cubicBezTo>
                  <a:cubicBezTo>
                    <a:pt x="187381" y="122540"/>
                    <a:pt x="183207" y="134047"/>
                    <a:pt x="179146" y="145666"/>
                  </a:cubicBezTo>
                  <a:cubicBezTo>
                    <a:pt x="178695" y="147133"/>
                    <a:pt x="178018" y="147584"/>
                    <a:pt x="176439" y="147584"/>
                  </a:cubicBezTo>
                  <a:lnTo>
                    <a:pt x="155230" y="147359"/>
                  </a:lnTo>
                  <a:cubicBezTo>
                    <a:pt x="154440" y="147359"/>
                    <a:pt x="153425" y="147810"/>
                    <a:pt x="152748" y="148261"/>
                  </a:cubicBezTo>
                  <a:cubicBezTo>
                    <a:pt x="151507" y="149276"/>
                    <a:pt x="150605" y="150630"/>
                    <a:pt x="149364" y="151533"/>
                  </a:cubicBezTo>
                  <a:cubicBezTo>
                    <a:pt x="146995" y="153225"/>
                    <a:pt x="146430" y="155368"/>
                    <a:pt x="146430" y="158189"/>
                  </a:cubicBezTo>
                  <a:cubicBezTo>
                    <a:pt x="146543" y="164393"/>
                    <a:pt x="146430" y="170598"/>
                    <a:pt x="146430" y="176915"/>
                  </a:cubicBezTo>
                  <a:cubicBezTo>
                    <a:pt x="146430" y="178044"/>
                    <a:pt x="146205" y="178833"/>
                    <a:pt x="144738" y="179284"/>
                  </a:cubicBezTo>
                  <a:lnTo>
                    <a:pt x="108638" y="191468"/>
                  </a:lnTo>
                  <a:cubicBezTo>
                    <a:pt x="107623" y="191919"/>
                    <a:pt x="106833" y="191694"/>
                    <a:pt x="106044" y="190679"/>
                  </a:cubicBezTo>
                  <a:cubicBezTo>
                    <a:pt x="101757" y="185038"/>
                    <a:pt x="97470" y="179510"/>
                    <a:pt x="92957" y="173982"/>
                  </a:cubicBezTo>
                  <a:cubicBezTo>
                    <a:pt x="92281" y="173305"/>
                    <a:pt x="91265" y="172741"/>
                    <a:pt x="90250" y="172516"/>
                  </a:cubicBezTo>
                  <a:cubicBezTo>
                    <a:pt x="87542" y="171952"/>
                    <a:pt x="84496" y="171049"/>
                    <a:pt x="82015" y="171726"/>
                  </a:cubicBezTo>
                  <a:cubicBezTo>
                    <a:pt x="79646" y="172403"/>
                    <a:pt x="77615" y="174772"/>
                    <a:pt x="75471" y="176464"/>
                  </a:cubicBezTo>
                  <a:lnTo>
                    <a:pt x="63626" y="185715"/>
                  </a:lnTo>
                  <a:cubicBezTo>
                    <a:pt x="62837" y="186392"/>
                    <a:pt x="62272" y="186392"/>
                    <a:pt x="61370" y="185828"/>
                  </a:cubicBezTo>
                  <a:lnTo>
                    <a:pt x="28993" y="165070"/>
                  </a:lnTo>
                  <a:cubicBezTo>
                    <a:pt x="27865" y="164393"/>
                    <a:pt x="27865" y="163604"/>
                    <a:pt x="28203" y="162588"/>
                  </a:cubicBezTo>
                  <a:cubicBezTo>
                    <a:pt x="29782" y="155707"/>
                    <a:pt x="31475" y="148938"/>
                    <a:pt x="33054" y="142056"/>
                  </a:cubicBezTo>
                  <a:cubicBezTo>
                    <a:pt x="33280" y="141154"/>
                    <a:pt x="33054" y="140026"/>
                    <a:pt x="32603" y="139010"/>
                  </a:cubicBezTo>
                  <a:cubicBezTo>
                    <a:pt x="31813" y="137544"/>
                    <a:pt x="30685" y="136190"/>
                    <a:pt x="30008" y="134724"/>
                  </a:cubicBezTo>
                  <a:cubicBezTo>
                    <a:pt x="28993" y="132355"/>
                    <a:pt x="27188" y="131452"/>
                    <a:pt x="24819" y="131114"/>
                  </a:cubicBezTo>
                  <a:lnTo>
                    <a:pt x="4287" y="126150"/>
                  </a:lnTo>
                  <a:cubicBezTo>
                    <a:pt x="3610" y="119268"/>
                    <a:pt x="2820" y="112387"/>
                    <a:pt x="2143" y="105618"/>
                  </a:cubicBezTo>
                  <a:cubicBezTo>
                    <a:pt x="1354" y="98736"/>
                    <a:pt x="790" y="92081"/>
                    <a:pt x="0" y="85086"/>
                  </a:cubicBezTo>
                  <a:cubicBezTo>
                    <a:pt x="3497" y="83507"/>
                    <a:pt x="6994" y="81815"/>
                    <a:pt x="10492" y="80122"/>
                  </a:cubicBezTo>
                  <a:cubicBezTo>
                    <a:pt x="13876" y="78543"/>
                    <a:pt x="17260" y="77076"/>
                    <a:pt x="20532" y="75384"/>
                  </a:cubicBezTo>
                  <a:cubicBezTo>
                    <a:pt x="21434" y="74933"/>
                    <a:pt x="22337" y="73918"/>
                    <a:pt x="22675" y="73128"/>
                  </a:cubicBezTo>
                  <a:cubicBezTo>
                    <a:pt x="23803" y="70646"/>
                    <a:pt x="25383" y="67939"/>
                    <a:pt x="25383" y="65344"/>
                  </a:cubicBezTo>
                  <a:cubicBezTo>
                    <a:pt x="25270" y="62749"/>
                    <a:pt x="23239" y="60267"/>
                    <a:pt x="22111" y="57786"/>
                  </a:cubicBezTo>
                  <a:cubicBezTo>
                    <a:pt x="19968" y="53386"/>
                    <a:pt x="17937" y="48873"/>
                    <a:pt x="15794" y="44474"/>
                  </a:cubicBezTo>
                  <a:cubicBezTo>
                    <a:pt x="15342" y="43458"/>
                    <a:pt x="15455" y="42782"/>
                    <a:pt x="16245" y="42105"/>
                  </a:cubicBezTo>
                  <a:cubicBezTo>
                    <a:pt x="25496" y="33192"/>
                    <a:pt x="34633" y="24168"/>
                    <a:pt x="43658" y="15143"/>
                  </a:cubicBezTo>
                  <a:cubicBezTo>
                    <a:pt x="44561" y="14240"/>
                    <a:pt x="45125" y="14466"/>
                    <a:pt x="46140" y="14917"/>
                  </a:cubicBezTo>
                  <a:lnTo>
                    <a:pt x="65206" y="24280"/>
                  </a:lnTo>
                  <a:cubicBezTo>
                    <a:pt x="66108" y="24732"/>
                    <a:pt x="67349" y="24732"/>
                    <a:pt x="68364" y="24280"/>
                  </a:cubicBezTo>
                  <a:cubicBezTo>
                    <a:pt x="71072" y="23603"/>
                    <a:pt x="74118" y="23152"/>
                    <a:pt x="76148" y="21573"/>
                  </a:cubicBezTo>
                  <a:cubicBezTo>
                    <a:pt x="78066" y="19881"/>
                    <a:pt x="78856" y="16722"/>
                    <a:pt x="79984" y="14353"/>
                  </a:cubicBezTo>
                  <a:cubicBezTo>
                    <a:pt x="82240" y="10066"/>
                    <a:pt x="84384" y="5666"/>
                    <a:pt x="86414" y="1379"/>
                  </a:cubicBezTo>
                  <a:cubicBezTo>
                    <a:pt x="86978" y="138"/>
                    <a:pt x="87542" y="-87"/>
                    <a:pt x="88783" y="26"/>
                  </a:cubicBezTo>
                  <a:lnTo>
                    <a:pt x="126463" y="4764"/>
                  </a:lnTo>
                  <a:cubicBezTo>
                    <a:pt x="127816" y="4989"/>
                    <a:pt x="128380" y="5441"/>
                    <a:pt x="128606" y="6682"/>
                  </a:cubicBezTo>
                  <a:cubicBezTo>
                    <a:pt x="130073" y="13563"/>
                    <a:pt x="131539" y="20558"/>
                    <a:pt x="133119" y="27439"/>
                  </a:cubicBezTo>
                  <a:cubicBezTo>
                    <a:pt x="133344" y="28229"/>
                    <a:pt x="133908" y="29131"/>
                    <a:pt x="134585" y="29695"/>
                  </a:cubicBezTo>
                  <a:cubicBezTo>
                    <a:pt x="135939" y="30823"/>
                    <a:pt x="137744" y="31500"/>
                    <a:pt x="138985" y="32628"/>
                  </a:cubicBezTo>
                  <a:cubicBezTo>
                    <a:pt x="141128" y="34433"/>
                    <a:pt x="143272" y="34208"/>
                    <a:pt x="145641" y="33644"/>
                  </a:cubicBezTo>
                  <a:lnTo>
                    <a:pt x="164029" y="29583"/>
                  </a:lnTo>
                  <a:cubicBezTo>
                    <a:pt x="165496" y="29244"/>
                    <a:pt x="166285" y="29583"/>
                    <a:pt x="167075" y="30936"/>
                  </a:cubicBezTo>
                  <a:cubicBezTo>
                    <a:pt x="173393" y="41428"/>
                    <a:pt x="179936" y="51919"/>
                    <a:pt x="186366" y="62298"/>
                  </a:cubicBezTo>
                  <a:cubicBezTo>
                    <a:pt x="186705" y="62862"/>
                    <a:pt x="187269" y="63426"/>
                    <a:pt x="187720" y="63990"/>
                  </a:cubicBezTo>
                  <a:lnTo>
                    <a:pt x="187720" y="64329"/>
                  </a:lnTo>
                  <a:cubicBezTo>
                    <a:pt x="187494" y="64442"/>
                    <a:pt x="187381" y="64554"/>
                    <a:pt x="187269" y="64667"/>
                  </a:cubicBezTo>
                  <a:cubicBezTo>
                    <a:pt x="182418" y="70533"/>
                    <a:pt x="177454" y="76512"/>
                    <a:pt x="172716" y="82491"/>
                  </a:cubicBezTo>
                  <a:cubicBezTo>
                    <a:pt x="172265" y="82943"/>
                    <a:pt x="172152" y="83958"/>
                    <a:pt x="172152" y="84522"/>
                  </a:cubicBezTo>
                  <a:cubicBezTo>
                    <a:pt x="172377" y="87004"/>
                    <a:pt x="172490" y="89373"/>
                    <a:pt x="172941" y="91855"/>
                  </a:cubicBezTo>
                  <a:cubicBezTo>
                    <a:pt x="173167" y="92757"/>
                    <a:pt x="173731" y="93773"/>
                    <a:pt x="174408" y="94337"/>
                  </a:cubicBezTo>
                  <a:cubicBezTo>
                    <a:pt x="176664" y="96367"/>
                    <a:pt x="179146" y="98285"/>
                    <a:pt x="181628" y="100203"/>
                  </a:cubicBezTo>
                  <a:cubicBezTo>
                    <a:pt x="185238" y="103023"/>
                    <a:pt x="188848" y="105956"/>
                    <a:pt x="192458" y="108777"/>
                  </a:cubicBezTo>
                  <a:lnTo>
                    <a:pt x="192458" y="109228"/>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56" name="Google Shape;2056;p32"/>
          <p:cNvGrpSpPr/>
          <p:nvPr/>
        </p:nvGrpSpPr>
        <p:grpSpPr>
          <a:xfrm>
            <a:off x="4392475" y="3278697"/>
            <a:ext cx="359135" cy="359243"/>
            <a:chOff x="4393345" y="3143055"/>
            <a:chExt cx="359135" cy="359243"/>
          </a:xfrm>
        </p:grpSpPr>
        <p:sp>
          <p:nvSpPr>
            <p:cNvPr id="2057" name="Google Shape;2057;p32"/>
            <p:cNvSpPr/>
            <p:nvPr/>
          </p:nvSpPr>
          <p:spPr>
            <a:xfrm>
              <a:off x="4393345" y="3143055"/>
              <a:ext cx="359135" cy="359243"/>
            </a:xfrm>
            <a:custGeom>
              <a:rect b="b" l="l" r="r" t="t"/>
              <a:pathLst>
                <a:path extrusionOk="0" h="359243" w="359135">
                  <a:moveTo>
                    <a:pt x="359136" y="179675"/>
                  </a:moveTo>
                  <a:cubicBezTo>
                    <a:pt x="359136" y="278885"/>
                    <a:pt x="278777" y="359243"/>
                    <a:pt x="179568" y="359243"/>
                  </a:cubicBezTo>
                  <a:cubicBezTo>
                    <a:pt x="80359" y="359243"/>
                    <a:pt x="0" y="278885"/>
                    <a:pt x="0" y="179675"/>
                  </a:cubicBezTo>
                  <a:cubicBezTo>
                    <a:pt x="0" y="80466"/>
                    <a:pt x="80359" y="0"/>
                    <a:pt x="179568" y="0"/>
                  </a:cubicBezTo>
                  <a:cubicBezTo>
                    <a:pt x="278777" y="0"/>
                    <a:pt x="359136" y="80466"/>
                    <a:pt x="359136" y="17967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8" name="Google Shape;2058;p32"/>
            <p:cNvSpPr/>
            <p:nvPr/>
          </p:nvSpPr>
          <p:spPr>
            <a:xfrm>
              <a:off x="4555785" y="3166968"/>
              <a:ext cx="34254" cy="34146"/>
            </a:xfrm>
            <a:custGeom>
              <a:rect b="b" l="l" r="r" t="t"/>
              <a:pathLst>
                <a:path extrusionOk="0" h="34146" w="34254">
                  <a:moveTo>
                    <a:pt x="34255" y="17127"/>
                  </a:moveTo>
                  <a:cubicBezTo>
                    <a:pt x="34255" y="26607"/>
                    <a:pt x="26607" y="34147"/>
                    <a:pt x="17127" y="34147"/>
                  </a:cubicBezTo>
                  <a:cubicBezTo>
                    <a:pt x="7648" y="34147"/>
                    <a:pt x="0" y="26607"/>
                    <a:pt x="0" y="17127"/>
                  </a:cubicBezTo>
                  <a:cubicBezTo>
                    <a:pt x="0" y="7648"/>
                    <a:pt x="7648" y="0"/>
                    <a:pt x="17127" y="0"/>
                  </a:cubicBezTo>
                  <a:cubicBezTo>
                    <a:pt x="26607" y="0"/>
                    <a:pt x="34255" y="7648"/>
                    <a:pt x="34255" y="17127"/>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9" name="Google Shape;2059;p32"/>
            <p:cNvSpPr/>
            <p:nvPr/>
          </p:nvSpPr>
          <p:spPr>
            <a:xfrm>
              <a:off x="4555785" y="3443483"/>
              <a:ext cx="34254" cy="34362"/>
            </a:xfrm>
            <a:custGeom>
              <a:rect b="b" l="l" r="r" t="t"/>
              <a:pathLst>
                <a:path extrusionOk="0" h="34362" w="34254">
                  <a:moveTo>
                    <a:pt x="34255" y="17127"/>
                  </a:moveTo>
                  <a:cubicBezTo>
                    <a:pt x="34255" y="26607"/>
                    <a:pt x="26607" y="34362"/>
                    <a:pt x="17127" y="34362"/>
                  </a:cubicBezTo>
                  <a:cubicBezTo>
                    <a:pt x="7648" y="34362"/>
                    <a:pt x="0" y="26714"/>
                    <a:pt x="0" y="17127"/>
                  </a:cubicBezTo>
                  <a:cubicBezTo>
                    <a:pt x="0" y="7540"/>
                    <a:pt x="7648" y="0"/>
                    <a:pt x="17127" y="0"/>
                  </a:cubicBezTo>
                  <a:cubicBezTo>
                    <a:pt x="26607" y="0"/>
                    <a:pt x="34255" y="7648"/>
                    <a:pt x="34255" y="17127"/>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0" name="Google Shape;2060;p32"/>
            <p:cNvSpPr/>
            <p:nvPr/>
          </p:nvSpPr>
          <p:spPr>
            <a:xfrm>
              <a:off x="4694097" y="3305172"/>
              <a:ext cx="34254" cy="34254"/>
            </a:xfrm>
            <a:custGeom>
              <a:rect b="b" l="l" r="r" t="t"/>
              <a:pathLst>
                <a:path extrusionOk="0" h="34254" w="34254">
                  <a:moveTo>
                    <a:pt x="17127" y="34255"/>
                  </a:moveTo>
                  <a:cubicBezTo>
                    <a:pt x="7648" y="34255"/>
                    <a:pt x="0" y="26714"/>
                    <a:pt x="0" y="17127"/>
                  </a:cubicBezTo>
                  <a:cubicBezTo>
                    <a:pt x="0" y="7540"/>
                    <a:pt x="7648" y="0"/>
                    <a:pt x="17127" y="0"/>
                  </a:cubicBezTo>
                  <a:cubicBezTo>
                    <a:pt x="26607" y="0"/>
                    <a:pt x="34255" y="7648"/>
                    <a:pt x="34255" y="17127"/>
                  </a:cubicBezTo>
                  <a:cubicBezTo>
                    <a:pt x="34255" y="26607"/>
                    <a:pt x="26607" y="34255"/>
                    <a:pt x="17127" y="3425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1" name="Google Shape;2061;p32"/>
            <p:cNvSpPr/>
            <p:nvPr/>
          </p:nvSpPr>
          <p:spPr>
            <a:xfrm>
              <a:off x="4417582" y="3305280"/>
              <a:ext cx="34146" cy="34254"/>
            </a:xfrm>
            <a:custGeom>
              <a:rect b="b" l="l" r="r" t="t"/>
              <a:pathLst>
                <a:path extrusionOk="0" h="34254" w="34146">
                  <a:moveTo>
                    <a:pt x="17127" y="34255"/>
                  </a:moveTo>
                  <a:cubicBezTo>
                    <a:pt x="7648" y="34255"/>
                    <a:pt x="0" y="26714"/>
                    <a:pt x="0" y="17127"/>
                  </a:cubicBezTo>
                  <a:cubicBezTo>
                    <a:pt x="0" y="7540"/>
                    <a:pt x="7648" y="0"/>
                    <a:pt x="17127" y="0"/>
                  </a:cubicBezTo>
                  <a:cubicBezTo>
                    <a:pt x="26607" y="0"/>
                    <a:pt x="34147" y="7648"/>
                    <a:pt x="34147" y="17127"/>
                  </a:cubicBezTo>
                  <a:cubicBezTo>
                    <a:pt x="34147" y="26607"/>
                    <a:pt x="26499" y="34255"/>
                    <a:pt x="17127" y="3425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2" name="Google Shape;2062;p32"/>
            <p:cNvSpPr/>
            <p:nvPr/>
          </p:nvSpPr>
          <p:spPr>
            <a:xfrm>
              <a:off x="4554170" y="3303664"/>
              <a:ext cx="37486" cy="37486"/>
            </a:xfrm>
            <a:custGeom>
              <a:rect b="b" l="l" r="r" t="t"/>
              <a:pathLst>
                <a:path extrusionOk="0" h="37486" w="37486">
                  <a:moveTo>
                    <a:pt x="37486" y="18743"/>
                  </a:moveTo>
                  <a:cubicBezTo>
                    <a:pt x="37486" y="29084"/>
                    <a:pt x="29084" y="37486"/>
                    <a:pt x="18743" y="37486"/>
                  </a:cubicBezTo>
                  <a:cubicBezTo>
                    <a:pt x="8402" y="37486"/>
                    <a:pt x="0" y="29084"/>
                    <a:pt x="0" y="18743"/>
                  </a:cubicBezTo>
                  <a:cubicBezTo>
                    <a:pt x="0" y="8402"/>
                    <a:pt x="8294" y="108"/>
                    <a:pt x="18743" y="0"/>
                  </a:cubicBezTo>
                  <a:cubicBezTo>
                    <a:pt x="28976" y="0"/>
                    <a:pt x="37486" y="8294"/>
                    <a:pt x="37486" y="18743"/>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3" name="Google Shape;2063;p32"/>
            <p:cNvSpPr/>
            <p:nvPr/>
          </p:nvSpPr>
          <p:spPr>
            <a:xfrm>
              <a:off x="4505588" y="3257453"/>
              <a:ext cx="53644" cy="52136"/>
            </a:xfrm>
            <a:custGeom>
              <a:rect b="b" l="l" r="r" t="t"/>
              <a:pathLst>
                <a:path extrusionOk="0" h="52136" w="53644">
                  <a:moveTo>
                    <a:pt x="53644" y="52136"/>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4" name="Google Shape;2064;p32"/>
            <p:cNvSpPr/>
            <p:nvPr/>
          </p:nvSpPr>
          <p:spPr>
            <a:xfrm>
              <a:off x="4586593" y="3238817"/>
              <a:ext cx="71202" cy="70771"/>
            </a:xfrm>
            <a:custGeom>
              <a:rect b="b" l="l" r="r" t="t"/>
              <a:pathLst>
                <a:path extrusionOk="0" h="70771" w="71202">
                  <a:moveTo>
                    <a:pt x="0" y="70771"/>
                  </a:moveTo>
                  <a:lnTo>
                    <a:pt x="7120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65" name="Google Shape;2065;p32"/>
          <p:cNvSpPr txBox="1"/>
          <p:nvPr/>
        </p:nvSpPr>
        <p:spPr>
          <a:xfrm>
            <a:off x="1873359" y="830676"/>
            <a:ext cx="2128117" cy="6924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lt1"/>
                </a:solidFill>
                <a:latin typeface="Calibri"/>
                <a:ea typeface="Calibri"/>
                <a:cs typeface="Calibri"/>
                <a:sym typeface="Calibri"/>
              </a:rPr>
              <a:t>Lorem ipsum dolor</a:t>
            </a:r>
            <a:endParaRPr/>
          </a:p>
          <a:p>
            <a:pPr indent="0" lvl="0" marL="0" marR="0" rtl="0" algn="r">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066" name="Google Shape;2066;p32"/>
          <p:cNvSpPr txBox="1"/>
          <p:nvPr/>
        </p:nvSpPr>
        <p:spPr>
          <a:xfrm>
            <a:off x="6641061" y="2109487"/>
            <a:ext cx="2128117" cy="6924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lt1"/>
                </a:solidFill>
                <a:latin typeface="Calibri"/>
                <a:ea typeface="Calibri"/>
                <a:cs typeface="Calibri"/>
                <a:sym typeface="Calibri"/>
              </a:rPr>
              <a:t>Lorem ipsum dolor</a:t>
            </a:r>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067" name="Google Shape;2067;p32"/>
          <p:cNvSpPr txBox="1"/>
          <p:nvPr/>
        </p:nvSpPr>
        <p:spPr>
          <a:xfrm>
            <a:off x="5058576" y="3513141"/>
            <a:ext cx="2128117" cy="6924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lt1"/>
                </a:solidFill>
                <a:latin typeface="Calibri"/>
                <a:ea typeface="Calibri"/>
                <a:cs typeface="Calibri"/>
                <a:sym typeface="Calibri"/>
              </a:rPr>
              <a:t>Lorem ipsum dolor</a:t>
            </a:r>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068" name="Google Shape;2068;p32"/>
          <p:cNvSpPr txBox="1"/>
          <p:nvPr/>
        </p:nvSpPr>
        <p:spPr>
          <a:xfrm>
            <a:off x="503447" y="2635857"/>
            <a:ext cx="2128117" cy="6924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lt1"/>
                </a:solidFill>
                <a:latin typeface="Calibri"/>
                <a:ea typeface="Calibri"/>
                <a:cs typeface="Calibri"/>
                <a:sym typeface="Calibri"/>
              </a:rPr>
              <a:t>Lorem ipsum dolor</a:t>
            </a:r>
            <a:endParaRPr/>
          </a:p>
          <a:p>
            <a:pPr indent="0" lvl="0" marL="0" marR="0" rtl="0" algn="r">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069" name="Google Shape;2069;p32"/>
          <p:cNvSpPr/>
          <p:nvPr/>
        </p:nvSpPr>
        <p:spPr>
          <a:xfrm>
            <a:off x="5684955" y="2187922"/>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70" name="Google Shape;2070;p32"/>
          <p:cNvGrpSpPr/>
          <p:nvPr/>
        </p:nvGrpSpPr>
        <p:grpSpPr>
          <a:xfrm>
            <a:off x="5919179" y="2399791"/>
            <a:ext cx="284416" cy="347662"/>
            <a:chOff x="5942600" y="2091499"/>
            <a:chExt cx="284416" cy="347662"/>
          </a:xfrm>
        </p:grpSpPr>
        <p:sp>
          <p:nvSpPr>
            <p:cNvPr id="2071" name="Google Shape;2071;p32"/>
            <p:cNvSpPr/>
            <p:nvPr/>
          </p:nvSpPr>
          <p:spPr>
            <a:xfrm>
              <a:off x="6179487" y="2111501"/>
              <a:ext cx="47529" cy="115633"/>
            </a:xfrm>
            <a:custGeom>
              <a:rect b="b" l="l" r="r" t="t"/>
              <a:pathLst>
                <a:path extrusionOk="0" h="115633" w="47529">
                  <a:moveTo>
                    <a:pt x="8572" y="3048"/>
                  </a:moveTo>
                  <a:cubicBezTo>
                    <a:pt x="12478" y="1048"/>
                    <a:pt x="16954" y="0"/>
                    <a:pt x="21907" y="0"/>
                  </a:cubicBezTo>
                  <a:lnTo>
                    <a:pt x="21907" y="0"/>
                  </a:lnTo>
                  <a:cubicBezTo>
                    <a:pt x="36100" y="0"/>
                    <a:pt x="47530" y="9430"/>
                    <a:pt x="47530" y="21050"/>
                  </a:cubicBezTo>
                  <a:lnTo>
                    <a:pt x="47530" y="95440"/>
                  </a:lnTo>
                  <a:cubicBezTo>
                    <a:pt x="47530" y="104965"/>
                    <a:pt x="18383" y="113062"/>
                    <a:pt x="0" y="115634"/>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2" name="Google Shape;2072;p32"/>
            <p:cNvSpPr/>
            <p:nvPr/>
          </p:nvSpPr>
          <p:spPr>
            <a:xfrm>
              <a:off x="5942600" y="2111501"/>
              <a:ext cx="48005" cy="115633"/>
            </a:xfrm>
            <a:custGeom>
              <a:rect b="b" l="l" r="r" t="t"/>
              <a:pathLst>
                <a:path extrusionOk="0" h="115633" w="48005">
                  <a:moveTo>
                    <a:pt x="40100" y="3524"/>
                  </a:moveTo>
                  <a:cubicBezTo>
                    <a:pt x="36004" y="1238"/>
                    <a:pt x="31052" y="0"/>
                    <a:pt x="25717" y="0"/>
                  </a:cubicBezTo>
                  <a:lnTo>
                    <a:pt x="25717" y="0"/>
                  </a:lnTo>
                  <a:cubicBezTo>
                    <a:pt x="11525" y="0"/>
                    <a:pt x="0" y="9430"/>
                    <a:pt x="0" y="21050"/>
                  </a:cubicBezTo>
                  <a:lnTo>
                    <a:pt x="0" y="95440"/>
                  </a:lnTo>
                  <a:cubicBezTo>
                    <a:pt x="0" y="105061"/>
                    <a:pt x="29718" y="113157"/>
                    <a:pt x="48006" y="115634"/>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3" name="Google Shape;2073;p32"/>
            <p:cNvSpPr/>
            <p:nvPr/>
          </p:nvSpPr>
          <p:spPr>
            <a:xfrm>
              <a:off x="5982128" y="2091499"/>
              <a:ext cx="205930" cy="347662"/>
            </a:xfrm>
            <a:custGeom>
              <a:rect b="b" l="l" r="r" t="t"/>
              <a:pathLst>
                <a:path extrusionOk="0" h="347662" w="205930">
                  <a:moveTo>
                    <a:pt x="0" y="0"/>
                  </a:moveTo>
                  <a:lnTo>
                    <a:pt x="0" y="94583"/>
                  </a:lnTo>
                  <a:cubicBezTo>
                    <a:pt x="0" y="143542"/>
                    <a:pt x="34100" y="184309"/>
                    <a:pt x="79820" y="194881"/>
                  </a:cubicBezTo>
                  <a:lnTo>
                    <a:pt x="79820" y="318992"/>
                  </a:lnTo>
                  <a:lnTo>
                    <a:pt x="48863" y="318992"/>
                  </a:lnTo>
                  <a:cubicBezTo>
                    <a:pt x="38671" y="318992"/>
                    <a:pt x="30480" y="331851"/>
                    <a:pt x="30480" y="347663"/>
                  </a:cubicBezTo>
                  <a:lnTo>
                    <a:pt x="169164" y="347663"/>
                  </a:lnTo>
                  <a:cubicBezTo>
                    <a:pt x="169164" y="347663"/>
                    <a:pt x="160877" y="318992"/>
                    <a:pt x="150686" y="318992"/>
                  </a:cubicBezTo>
                  <a:lnTo>
                    <a:pt x="122396" y="318992"/>
                  </a:lnTo>
                  <a:lnTo>
                    <a:pt x="122396" y="195739"/>
                  </a:lnTo>
                  <a:cubicBezTo>
                    <a:pt x="170021" y="186690"/>
                    <a:pt x="205930" y="144875"/>
                    <a:pt x="205930" y="94679"/>
                  </a:cubicBezTo>
                  <a:lnTo>
                    <a:pt x="205930" y="0"/>
                  </a:lnTo>
                  <a:lnTo>
                    <a:pt x="0" y="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4" name="Google Shape;2074;p32"/>
            <p:cNvSpPr/>
            <p:nvPr/>
          </p:nvSpPr>
          <p:spPr>
            <a:xfrm>
              <a:off x="6018324" y="2122169"/>
              <a:ext cx="130301" cy="123920"/>
            </a:xfrm>
            <a:custGeom>
              <a:rect b="b" l="l" r="r" t="t"/>
              <a:pathLst>
                <a:path extrusionOk="0" h="123920" w="130301">
                  <a:moveTo>
                    <a:pt x="65151" y="0"/>
                  </a:moveTo>
                  <a:lnTo>
                    <a:pt x="85249" y="40767"/>
                  </a:lnTo>
                  <a:lnTo>
                    <a:pt x="130302" y="47339"/>
                  </a:lnTo>
                  <a:lnTo>
                    <a:pt x="97726" y="79058"/>
                  </a:lnTo>
                  <a:lnTo>
                    <a:pt x="105442" y="123920"/>
                  </a:lnTo>
                  <a:lnTo>
                    <a:pt x="65151" y="102775"/>
                  </a:lnTo>
                  <a:lnTo>
                    <a:pt x="24860" y="123920"/>
                  </a:lnTo>
                  <a:lnTo>
                    <a:pt x="32576" y="79058"/>
                  </a:lnTo>
                  <a:lnTo>
                    <a:pt x="0" y="47339"/>
                  </a:lnTo>
                  <a:lnTo>
                    <a:pt x="45053" y="40767"/>
                  </a:lnTo>
                  <a:lnTo>
                    <a:pt x="65151" y="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9" name="Shape 2079"/>
        <p:cNvGrpSpPr/>
        <p:nvPr/>
      </p:nvGrpSpPr>
      <p:grpSpPr>
        <a:xfrm>
          <a:off x="0" y="0"/>
          <a:ext cx="0" cy="0"/>
          <a:chOff x="0" y="0"/>
          <a:chExt cx="0" cy="0"/>
        </a:xfrm>
      </p:grpSpPr>
      <p:sp>
        <p:nvSpPr>
          <p:cNvPr id="2080" name="Google Shape;2080;p33"/>
          <p:cNvSpPr/>
          <p:nvPr/>
        </p:nvSpPr>
        <p:spPr>
          <a:xfrm>
            <a:off x="3052848" y="1671665"/>
            <a:ext cx="3038389" cy="1803914"/>
          </a:xfrm>
          <a:custGeom>
            <a:rect b="b" l="l" r="r" t="t"/>
            <a:pathLst>
              <a:path extrusionOk="0" h="1803914" w="3038389">
                <a:moveTo>
                  <a:pt x="3038389" y="927802"/>
                </a:moveTo>
                <a:cubicBezTo>
                  <a:pt x="3038294" y="923515"/>
                  <a:pt x="3038199" y="919324"/>
                  <a:pt x="3038199" y="915038"/>
                </a:cubicBezTo>
                <a:cubicBezTo>
                  <a:pt x="3037913" y="934659"/>
                  <a:pt x="3037913" y="913704"/>
                  <a:pt x="3037723" y="911038"/>
                </a:cubicBezTo>
                <a:cubicBezTo>
                  <a:pt x="3036675" y="889987"/>
                  <a:pt x="3033436" y="849887"/>
                  <a:pt x="3028864" y="821217"/>
                </a:cubicBezTo>
                <a:cubicBezTo>
                  <a:pt x="3029341" y="823979"/>
                  <a:pt x="3029626" y="826836"/>
                  <a:pt x="3030103" y="829789"/>
                </a:cubicBezTo>
                <a:cubicBezTo>
                  <a:pt x="2986478" y="573471"/>
                  <a:pt x="2789882" y="386115"/>
                  <a:pt x="2575570" y="258003"/>
                </a:cubicBezTo>
                <a:cubicBezTo>
                  <a:pt x="2412978" y="160753"/>
                  <a:pt x="2232289" y="98460"/>
                  <a:pt x="2048075" y="57312"/>
                </a:cubicBezTo>
                <a:cubicBezTo>
                  <a:pt x="1983019" y="42738"/>
                  <a:pt x="1917011" y="30070"/>
                  <a:pt x="1850812" y="22164"/>
                </a:cubicBezTo>
                <a:cubicBezTo>
                  <a:pt x="1803378" y="16545"/>
                  <a:pt x="1756039" y="10544"/>
                  <a:pt x="1708414" y="6829"/>
                </a:cubicBezTo>
                <a:cubicBezTo>
                  <a:pt x="1687554" y="5305"/>
                  <a:pt x="1666504" y="4067"/>
                  <a:pt x="1645644" y="3019"/>
                </a:cubicBezTo>
                <a:cubicBezTo>
                  <a:pt x="1636786" y="2543"/>
                  <a:pt x="1572968" y="257"/>
                  <a:pt x="1591447" y="828"/>
                </a:cubicBezTo>
                <a:cubicBezTo>
                  <a:pt x="1289790" y="-6315"/>
                  <a:pt x="988228" y="32166"/>
                  <a:pt x="704860" y="138655"/>
                </a:cubicBezTo>
                <a:cubicBezTo>
                  <a:pt x="474164" y="225428"/>
                  <a:pt x="229276" y="367922"/>
                  <a:pt x="97069" y="583759"/>
                </a:cubicBezTo>
                <a:cubicBezTo>
                  <a:pt x="-32566" y="795785"/>
                  <a:pt x="-35804" y="1048102"/>
                  <a:pt x="108214" y="1253557"/>
                </a:cubicBezTo>
                <a:cubicBezTo>
                  <a:pt x="225181" y="1420530"/>
                  <a:pt x="403870" y="1537020"/>
                  <a:pt x="587893" y="1619507"/>
                </a:cubicBezTo>
                <a:cubicBezTo>
                  <a:pt x="852497" y="1742951"/>
                  <a:pt x="1166155" y="1803816"/>
                  <a:pt x="1456382" y="1803816"/>
                </a:cubicBezTo>
                <a:cubicBezTo>
                  <a:pt x="1506865" y="1803816"/>
                  <a:pt x="1560395" y="1804292"/>
                  <a:pt x="1612021" y="1803149"/>
                </a:cubicBezTo>
                <a:cubicBezTo>
                  <a:pt x="1823190" y="1803149"/>
                  <a:pt x="2056648" y="1760287"/>
                  <a:pt x="2264483" y="1692564"/>
                </a:cubicBezTo>
                <a:cubicBezTo>
                  <a:pt x="2236956" y="1700660"/>
                  <a:pt x="2291725" y="1683229"/>
                  <a:pt x="2290201" y="1683706"/>
                </a:cubicBezTo>
                <a:cubicBezTo>
                  <a:pt x="2312775" y="1675990"/>
                  <a:pt x="2335254" y="1667894"/>
                  <a:pt x="2357638" y="1659798"/>
                </a:cubicBezTo>
                <a:cubicBezTo>
                  <a:pt x="2398690" y="1645034"/>
                  <a:pt x="2439457" y="1628746"/>
                  <a:pt x="2479177" y="1610649"/>
                </a:cubicBezTo>
                <a:cubicBezTo>
                  <a:pt x="2554615" y="1576454"/>
                  <a:pt x="2627386" y="1536258"/>
                  <a:pt x="2694918" y="1488157"/>
                </a:cubicBezTo>
                <a:cubicBezTo>
                  <a:pt x="2784548" y="1424245"/>
                  <a:pt x="2865225" y="1344806"/>
                  <a:pt x="2927995" y="1256033"/>
                </a:cubicBezTo>
                <a:cubicBezTo>
                  <a:pt x="2973429" y="1188025"/>
                  <a:pt x="3015624" y="1103538"/>
                  <a:pt x="3028103" y="1028386"/>
                </a:cubicBezTo>
                <a:cubicBezTo>
                  <a:pt x="3034484" y="1000763"/>
                  <a:pt x="3038104" y="951900"/>
                  <a:pt x="3038104" y="940946"/>
                </a:cubicBezTo>
                <a:cubicBezTo>
                  <a:pt x="3038104" y="936469"/>
                  <a:pt x="3038104" y="932183"/>
                  <a:pt x="3038389" y="927802"/>
                </a:cubicBezTo>
                <a:cubicBezTo>
                  <a:pt x="3038294" y="923992"/>
                  <a:pt x="3038389" y="932183"/>
                  <a:pt x="3038389" y="927802"/>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1" name="Google Shape;2081;p33"/>
          <p:cNvSpPr/>
          <p:nvPr/>
        </p:nvSpPr>
        <p:spPr>
          <a:xfrm>
            <a:off x="4187994" y="1110753"/>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33"/>
          <p:cNvSpPr/>
          <p:nvPr/>
        </p:nvSpPr>
        <p:spPr>
          <a:xfrm>
            <a:off x="4187994" y="3072618"/>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3" name="Google Shape;2083;p3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2084" name="Google Shape;2084;p33"/>
          <p:cNvSpPr/>
          <p:nvPr/>
        </p:nvSpPr>
        <p:spPr>
          <a:xfrm>
            <a:off x="3803033" y="2122056"/>
            <a:ext cx="1521138" cy="903132"/>
          </a:xfrm>
          <a:custGeom>
            <a:rect b="b" l="l" r="r" t="t"/>
            <a:pathLst>
              <a:path extrusionOk="0" h="785074" w="1322293">
                <a:moveTo>
                  <a:pt x="1322294" y="403656"/>
                </a:moveTo>
                <a:cubicBezTo>
                  <a:pt x="1322294" y="401751"/>
                  <a:pt x="1322294" y="399941"/>
                  <a:pt x="1322294" y="398132"/>
                </a:cubicBezTo>
                <a:cubicBezTo>
                  <a:pt x="1322198" y="406704"/>
                  <a:pt x="1322198" y="397560"/>
                  <a:pt x="1322103" y="396417"/>
                </a:cubicBezTo>
                <a:cubicBezTo>
                  <a:pt x="1321627" y="387273"/>
                  <a:pt x="1320198" y="369842"/>
                  <a:pt x="1318198" y="357365"/>
                </a:cubicBezTo>
                <a:cubicBezTo>
                  <a:pt x="1318388" y="358603"/>
                  <a:pt x="1318484" y="359841"/>
                  <a:pt x="1318769" y="361079"/>
                </a:cubicBezTo>
                <a:cubicBezTo>
                  <a:pt x="1299815" y="249542"/>
                  <a:pt x="1214185" y="168008"/>
                  <a:pt x="1120935" y="112286"/>
                </a:cubicBezTo>
                <a:cubicBezTo>
                  <a:pt x="1050164" y="69995"/>
                  <a:pt x="971583" y="42849"/>
                  <a:pt x="891383" y="24942"/>
                </a:cubicBezTo>
                <a:cubicBezTo>
                  <a:pt x="863093" y="18560"/>
                  <a:pt x="834328" y="13131"/>
                  <a:pt x="805562" y="9607"/>
                </a:cubicBezTo>
                <a:cubicBezTo>
                  <a:pt x="784893" y="7130"/>
                  <a:pt x="764319" y="4559"/>
                  <a:pt x="743555" y="2939"/>
                </a:cubicBezTo>
                <a:cubicBezTo>
                  <a:pt x="734506" y="2273"/>
                  <a:pt x="725362" y="1701"/>
                  <a:pt x="716218" y="1320"/>
                </a:cubicBezTo>
                <a:cubicBezTo>
                  <a:pt x="712408" y="1130"/>
                  <a:pt x="684595" y="177"/>
                  <a:pt x="692596" y="368"/>
                </a:cubicBezTo>
                <a:cubicBezTo>
                  <a:pt x="561341" y="-2776"/>
                  <a:pt x="430087" y="13988"/>
                  <a:pt x="306738" y="60375"/>
                </a:cubicBezTo>
                <a:cubicBezTo>
                  <a:pt x="206345" y="98094"/>
                  <a:pt x="99760" y="160197"/>
                  <a:pt x="42229" y="254114"/>
                </a:cubicBezTo>
                <a:cubicBezTo>
                  <a:pt x="-14159" y="346411"/>
                  <a:pt x="-15588" y="456234"/>
                  <a:pt x="47087" y="545579"/>
                </a:cubicBezTo>
                <a:cubicBezTo>
                  <a:pt x="97950" y="618254"/>
                  <a:pt x="175769" y="668927"/>
                  <a:pt x="255875" y="704837"/>
                </a:cubicBezTo>
                <a:cubicBezTo>
                  <a:pt x="371032" y="758558"/>
                  <a:pt x="507525" y="785037"/>
                  <a:pt x="633827" y="785037"/>
                </a:cubicBezTo>
                <a:cubicBezTo>
                  <a:pt x="655829" y="785037"/>
                  <a:pt x="679070" y="785228"/>
                  <a:pt x="701549" y="784751"/>
                </a:cubicBezTo>
                <a:cubicBezTo>
                  <a:pt x="793466" y="784751"/>
                  <a:pt x="895097" y="766082"/>
                  <a:pt x="985490" y="736650"/>
                </a:cubicBezTo>
                <a:cubicBezTo>
                  <a:pt x="973488" y="740174"/>
                  <a:pt x="997396" y="732554"/>
                  <a:pt x="996634" y="732840"/>
                </a:cubicBezTo>
                <a:cubicBezTo>
                  <a:pt x="1006445" y="729506"/>
                  <a:pt x="1016255" y="725982"/>
                  <a:pt x="1025971" y="722458"/>
                </a:cubicBezTo>
                <a:cubicBezTo>
                  <a:pt x="1043878" y="716076"/>
                  <a:pt x="1061594" y="708932"/>
                  <a:pt x="1078835" y="701122"/>
                </a:cubicBezTo>
                <a:cubicBezTo>
                  <a:pt x="1111696" y="686263"/>
                  <a:pt x="1143319" y="668737"/>
                  <a:pt x="1172751" y="647782"/>
                </a:cubicBezTo>
                <a:cubicBezTo>
                  <a:pt x="1211708" y="619969"/>
                  <a:pt x="1246856" y="585393"/>
                  <a:pt x="1274192" y="546817"/>
                </a:cubicBezTo>
                <a:cubicBezTo>
                  <a:pt x="1294004" y="517194"/>
                  <a:pt x="1312292" y="480428"/>
                  <a:pt x="1317722" y="447757"/>
                </a:cubicBezTo>
                <a:cubicBezTo>
                  <a:pt x="1320484" y="435755"/>
                  <a:pt x="1322103" y="414419"/>
                  <a:pt x="1322103" y="409752"/>
                </a:cubicBezTo>
                <a:cubicBezTo>
                  <a:pt x="1322103" y="407847"/>
                  <a:pt x="1322103" y="405942"/>
                  <a:pt x="1322198" y="404037"/>
                </a:cubicBezTo>
                <a:cubicBezTo>
                  <a:pt x="1322198" y="402418"/>
                  <a:pt x="1322198" y="405942"/>
                  <a:pt x="1322198" y="404037"/>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5" name="Google Shape;2085;p33"/>
          <p:cNvSpPr/>
          <p:nvPr/>
        </p:nvSpPr>
        <p:spPr>
          <a:xfrm>
            <a:off x="2668800" y="2187922"/>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86" name="Google Shape;2086;p33"/>
          <p:cNvGrpSpPr/>
          <p:nvPr/>
        </p:nvGrpSpPr>
        <p:grpSpPr>
          <a:xfrm>
            <a:off x="4414927" y="1318438"/>
            <a:ext cx="314230" cy="356031"/>
            <a:chOff x="4404344" y="1144710"/>
            <a:chExt cx="314230" cy="356031"/>
          </a:xfrm>
        </p:grpSpPr>
        <p:sp>
          <p:nvSpPr>
            <p:cNvPr id="2087" name="Google Shape;2087;p33"/>
            <p:cNvSpPr/>
            <p:nvPr/>
          </p:nvSpPr>
          <p:spPr>
            <a:xfrm>
              <a:off x="4461640" y="1197683"/>
              <a:ext cx="199457" cy="234681"/>
            </a:xfrm>
            <a:custGeom>
              <a:rect b="b" l="l" r="r" t="t"/>
              <a:pathLst>
                <a:path extrusionOk="0" h="234681" w="199457">
                  <a:moveTo>
                    <a:pt x="199457" y="99728"/>
                  </a:moveTo>
                  <a:cubicBezTo>
                    <a:pt x="199457" y="125314"/>
                    <a:pt x="166394" y="156214"/>
                    <a:pt x="150539" y="182070"/>
                  </a:cubicBezTo>
                  <a:cubicBezTo>
                    <a:pt x="132251" y="211799"/>
                    <a:pt x="129278" y="234682"/>
                    <a:pt x="99729" y="234682"/>
                  </a:cubicBezTo>
                  <a:cubicBezTo>
                    <a:pt x="70179" y="234682"/>
                    <a:pt x="69278" y="213511"/>
                    <a:pt x="51171" y="185493"/>
                  </a:cubicBezTo>
                  <a:cubicBezTo>
                    <a:pt x="33964" y="159097"/>
                    <a:pt x="0" y="126485"/>
                    <a:pt x="0" y="99728"/>
                  </a:cubicBezTo>
                  <a:cubicBezTo>
                    <a:pt x="0" y="44594"/>
                    <a:pt x="44594" y="0"/>
                    <a:pt x="99729" y="0"/>
                  </a:cubicBezTo>
                  <a:cubicBezTo>
                    <a:pt x="154863" y="0"/>
                    <a:pt x="199457" y="44594"/>
                    <a:pt x="199457" y="99728"/>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8" name="Google Shape;2088;p33"/>
            <p:cNvSpPr/>
            <p:nvPr/>
          </p:nvSpPr>
          <p:spPr>
            <a:xfrm>
              <a:off x="4539117" y="1453625"/>
              <a:ext cx="44413" cy="47116"/>
            </a:xfrm>
            <a:custGeom>
              <a:rect b="b" l="l" r="r" t="t"/>
              <a:pathLst>
                <a:path extrusionOk="0" h="47116" w="44413">
                  <a:moveTo>
                    <a:pt x="0" y="0"/>
                  </a:moveTo>
                  <a:lnTo>
                    <a:pt x="44414" y="0"/>
                  </a:lnTo>
                  <a:lnTo>
                    <a:pt x="44414" y="47117"/>
                  </a:lnTo>
                  <a:lnTo>
                    <a:pt x="0" y="47117"/>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9" name="Google Shape;2089;p33"/>
            <p:cNvSpPr/>
            <p:nvPr/>
          </p:nvSpPr>
          <p:spPr>
            <a:xfrm>
              <a:off x="4561279" y="1152007"/>
              <a:ext cx="9008" cy="18197"/>
            </a:xfrm>
            <a:custGeom>
              <a:rect b="b" l="l" r="r" t="t"/>
              <a:pathLst>
                <a:path extrusionOk="0" h="18197" w="9008">
                  <a:moveTo>
                    <a:pt x="0" y="18198"/>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0" name="Google Shape;2090;p33"/>
            <p:cNvSpPr/>
            <p:nvPr/>
          </p:nvSpPr>
          <p:spPr>
            <a:xfrm>
              <a:off x="4499298" y="1144710"/>
              <a:ext cx="12522" cy="34233"/>
            </a:xfrm>
            <a:custGeom>
              <a:rect b="b" l="l" r="r" t="t"/>
              <a:pathLst>
                <a:path extrusionOk="0" h="34233" w="12522">
                  <a:moveTo>
                    <a:pt x="12522" y="34234"/>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1" name="Google Shape;2091;p33"/>
            <p:cNvSpPr/>
            <p:nvPr/>
          </p:nvSpPr>
          <p:spPr>
            <a:xfrm>
              <a:off x="4404344" y="1224349"/>
              <a:ext cx="31621" cy="18288"/>
            </a:xfrm>
            <a:custGeom>
              <a:rect b="b" l="l" r="r" t="t"/>
              <a:pathLst>
                <a:path extrusionOk="0" h="18288" w="31621">
                  <a:moveTo>
                    <a:pt x="31621" y="18288"/>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2" name="Google Shape;2092;p33"/>
            <p:cNvSpPr/>
            <p:nvPr/>
          </p:nvSpPr>
          <p:spPr>
            <a:xfrm>
              <a:off x="4611188" y="1144710"/>
              <a:ext cx="12432" cy="34233"/>
            </a:xfrm>
            <a:custGeom>
              <a:rect b="b" l="l" r="r" t="t"/>
              <a:pathLst>
                <a:path extrusionOk="0" h="34233" w="12432">
                  <a:moveTo>
                    <a:pt x="0" y="34234"/>
                  </a:moveTo>
                  <a:lnTo>
                    <a:pt x="1243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3" name="Google Shape;2093;p33"/>
            <p:cNvSpPr/>
            <p:nvPr/>
          </p:nvSpPr>
          <p:spPr>
            <a:xfrm>
              <a:off x="4654701" y="1190115"/>
              <a:ext cx="11711" cy="13963"/>
            </a:xfrm>
            <a:custGeom>
              <a:rect b="b" l="l" r="r" t="t"/>
              <a:pathLst>
                <a:path extrusionOk="0" h="13963" w="11711">
                  <a:moveTo>
                    <a:pt x="0" y="13964"/>
                  </a:moveTo>
                  <a:lnTo>
                    <a:pt x="1171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4" name="Google Shape;2094;p33"/>
            <p:cNvSpPr/>
            <p:nvPr/>
          </p:nvSpPr>
          <p:spPr>
            <a:xfrm>
              <a:off x="4456505" y="1190115"/>
              <a:ext cx="11711" cy="13963"/>
            </a:xfrm>
            <a:custGeom>
              <a:rect b="b" l="l" r="r" t="t"/>
              <a:pathLst>
                <a:path extrusionOk="0" h="13963" w="11711">
                  <a:moveTo>
                    <a:pt x="11712" y="13964"/>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5" name="Google Shape;2095;p33"/>
            <p:cNvSpPr/>
            <p:nvPr/>
          </p:nvSpPr>
          <p:spPr>
            <a:xfrm>
              <a:off x="4687043" y="1224349"/>
              <a:ext cx="31531" cy="18288"/>
            </a:xfrm>
            <a:custGeom>
              <a:rect b="b" l="l" r="r" t="t"/>
              <a:pathLst>
                <a:path extrusionOk="0" h="18288" w="31531">
                  <a:moveTo>
                    <a:pt x="0" y="18288"/>
                  </a:moveTo>
                  <a:lnTo>
                    <a:pt x="31531"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96" name="Google Shape;2096;p33"/>
          <p:cNvGrpSpPr/>
          <p:nvPr/>
        </p:nvGrpSpPr>
        <p:grpSpPr>
          <a:xfrm>
            <a:off x="2814214" y="2364865"/>
            <a:ext cx="462037" cy="417514"/>
            <a:chOff x="2804853" y="2023302"/>
            <a:chExt cx="462037" cy="417514"/>
          </a:xfrm>
        </p:grpSpPr>
        <p:sp>
          <p:nvSpPr>
            <p:cNvPr id="2097" name="Google Shape;2097;p33"/>
            <p:cNvSpPr/>
            <p:nvPr/>
          </p:nvSpPr>
          <p:spPr>
            <a:xfrm>
              <a:off x="2926763" y="2144124"/>
              <a:ext cx="60693" cy="60918"/>
            </a:xfrm>
            <a:custGeom>
              <a:rect b="b" l="l" r="r" t="t"/>
              <a:pathLst>
                <a:path extrusionOk="0" h="60918" w="60693">
                  <a:moveTo>
                    <a:pt x="60693" y="30459"/>
                  </a:moveTo>
                  <a:cubicBezTo>
                    <a:pt x="60693" y="47268"/>
                    <a:pt x="47156" y="60919"/>
                    <a:pt x="30347" y="60919"/>
                  </a:cubicBezTo>
                  <a:cubicBezTo>
                    <a:pt x="13537" y="60919"/>
                    <a:pt x="0" y="47381"/>
                    <a:pt x="0" y="30459"/>
                  </a:cubicBezTo>
                  <a:cubicBezTo>
                    <a:pt x="0" y="13537"/>
                    <a:pt x="13537" y="0"/>
                    <a:pt x="30347" y="0"/>
                  </a:cubicBezTo>
                  <a:cubicBezTo>
                    <a:pt x="47156" y="0"/>
                    <a:pt x="60693" y="13650"/>
                    <a:pt x="60693" y="30459"/>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8" name="Google Shape;2098;p33"/>
            <p:cNvSpPr/>
            <p:nvPr/>
          </p:nvSpPr>
          <p:spPr>
            <a:xfrm>
              <a:off x="3149342" y="2323834"/>
              <a:ext cx="42191" cy="42304"/>
            </a:xfrm>
            <a:custGeom>
              <a:rect b="b" l="l" r="r" t="t"/>
              <a:pathLst>
                <a:path extrusionOk="0" h="42304" w="42191">
                  <a:moveTo>
                    <a:pt x="42192" y="21096"/>
                  </a:moveTo>
                  <a:cubicBezTo>
                    <a:pt x="42192" y="32828"/>
                    <a:pt x="32716" y="42305"/>
                    <a:pt x="21096" y="42305"/>
                  </a:cubicBezTo>
                  <a:cubicBezTo>
                    <a:pt x="9476" y="42305"/>
                    <a:pt x="0" y="32941"/>
                    <a:pt x="0" y="21096"/>
                  </a:cubicBezTo>
                  <a:cubicBezTo>
                    <a:pt x="0" y="9251"/>
                    <a:pt x="9476" y="0"/>
                    <a:pt x="21096" y="0"/>
                  </a:cubicBezTo>
                  <a:cubicBezTo>
                    <a:pt x="32716" y="0"/>
                    <a:pt x="42192" y="9363"/>
                    <a:pt x="42192" y="21096"/>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9" name="Google Shape;2099;p33"/>
            <p:cNvSpPr/>
            <p:nvPr/>
          </p:nvSpPr>
          <p:spPr>
            <a:xfrm>
              <a:off x="2804853" y="2023302"/>
              <a:ext cx="304172" cy="302675"/>
            </a:xfrm>
            <a:custGeom>
              <a:rect b="b" l="l" r="r" t="t"/>
              <a:pathLst>
                <a:path extrusionOk="0" h="302675" w="304172">
                  <a:moveTo>
                    <a:pt x="240137" y="26511"/>
                  </a:moveTo>
                  <a:cubicBezTo>
                    <a:pt x="240701" y="27526"/>
                    <a:pt x="241378" y="28542"/>
                    <a:pt x="242055" y="29331"/>
                  </a:cubicBezTo>
                  <a:cubicBezTo>
                    <a:pt x="255254" y="43546"/>
                    <a:pt x="268453" y="57873"/>
                    <a:pt x="281652" y="72087"/>
                  </a:cubicBezTo>
                  <a:cubicBezTo>
                    <a:pt x="283345" y="73892"/>
                    <a:pt x="283570" y="75246"/>
                    <a:pt x="282442" y="77389"/>
                  </a:cubicBezTo>
                  <a:cubicBezTo>
                    <a:pt x="277140" y="87091"/>
                    <a:pt x="271838" y="97019"/>
                    <a:pt x="266761" y="106946"/>
                  </a:cubicBezTo>
                  <a:cubicBezTo>
                    <a:pt x="266084" y="108074"/>
                    <a:pt x="266084" y="109766"/>
                    <a:pt x="266310" y="111120"/>
                  </a:cubicBezTo>
                  <a:cubicBezTo>
                    <a:pt x="266761" y="113489"/>
                    <a:pt x="267889" y="115858"/>
                    <a:pt x="268340" y="118227"/>
                  </a:cubicBezTo>
                  <a:cubicBezTo>
                    <a:pt x="269017" y="122740"/>
                    <a:pt x="271725" y="125109"/>
                    <a:pt x="275673" y="127140"/>
                  </a:cubicBezTo>
                  <a:cubicBezTo>
                    <a:pt x="284473" y="131426"/>
                    <a:pt x="293046" y="136277"/>
                    <a:pt x="301846" y="140790"/>
                  </a:cubicBezTo>
                  <a:cubicBezTo>
                    <a:pt x="303538" y="141692"/>
                    <a:pt x="304440" y="142595"/>
                    <a:pt x="304102" y="144964"/>
                  </a:cubicBezTo>
                  <a:cubicBezTo>
                    <a:pt x="301056" y="164706"/>
                    <a:pt x="298010" y="184561"/>
                    <a:pt x="295077" y="204303"/>
                  </a:cubicBezTo>
                  <a:cubicBezTo>
                    <a:pt x="294851" y="206108"/>
                    <a:pt x="293949" y="206898"/>
                    <a:pt x="292031" y="207236"/>
                  </a:cubicBezTo>
                  <a:cubicBezTo>
                    <a:pt x="281088" y="209154"/>
                    <a:pt x="270033" y="211072"/>
                    <a:pt x="259203" y="213328"/>
                  </a:cubicBezTo>
                  <a:cubicBezTo>
                    <a:pt x="257736" y="213667"/>
                    <a:pt x="255931" y="214795"/>
                    <a:pt x="255029" y="216036"/>
                  </a:cubicBezTo>
                  <a:cubicBezTo>
                    <a:pt x="252321" y="219533"/>
                    <a:pt x="248824" y="223030"/>
                    <a:pt x="248034" y="226978"/>
                  </a:cubicBezTo>
                  <a:cubicBezTo>
                    <a:pt x="247245" y="230927"/>
                    <a:pt x="249050" y="235327"/>
                    <a:pt x="249952" y="239613"/>
                  </a:cubicBezTo>
                  <a:cubicBezTo>
                    <a:pt x="251306" y="247397"/>
                    <a:pt x="252772" y="255069"/>
                    <a:pt x="254352" y="262853"/>
                  </a:cubicBezTo>
                  <a:cubicBezTo>
                    <a:pt x="254690" y="264545"/>
                    <a:pt x="254352" y="265335"/>
                    <a:pt x="252772" y="266237"/>
                  </a:cubicBezTo>
                  <a:cubicBezTo>
                    <a:pt x="235174" y="276165"/>
                    <a:pt x="217575" y="286318"/>
                    <a:pt x="200202" y="296471"/>
                  </a:cubicBezTo>
                  <a:cubicBezTo>
                    <a:pt x="198397" y="297486"/>
                    <a:pt x="197381" y="297035"/>
                    <a:pt x="196028" y="295794"/>
                  </a:cubicBezTo>
                  <a:cubicBezTo>
                    <a:pt x="187567" y="288574"/>
                    <a:pt x="179219" y="281128"/>
                    <a:pt x="170645" y="274021"/>
                  </a:cubicBezTo>
                  <a:cubicBezTo>
                    <a:pt x="169517" y="273006"/>
                    <a:pt x="167712" y="272555"/>
                    <a:pt x="166245" y="272442"/>
                  </a:cubicBezTo>
                  <a:cubicBezTo>
                    <a:pt x="163538" y="272442"/>
                    <a:pt x="160830" y="273119"/>
                    <a:pt x="158236" y="272893"/>
                  </a:cubicBezTo>
                  <a:cubicBezTo>
                    <a:pt x="154287" y="272667"/>
                    <a:pt x="151692" y="274472"/>
                    <a:pt x="149211" y="277406"/>
                  </a:cubicBezTo>
                  <a:cubicBezTo>
                    <a:pt x="142216" y="285979"/>
                    <a:pt x="134883" y="294215"/>
                    <a:pt x="127551" y="302676"/>
                  </a:cubicBezTo>
                  <a:cubicBezTo>
                    <a:pt x="117397" y="298727"/>
                    <a:pt x="107244" y="294666"/>
                    <a:pt x="97204" y="290605"/>
                  </a:cubicBezTo>
                  <a:cubicBezTo>
                    <a:pt x="87164" y="286656"/>
                    <a:pt x="77123" y="282708"/>
                    <a:pt x="66970" y="278534"/>
                  </a:cubicBezTo>
                  <a:cubicBezTo>
                    <a:pt x="67196" y="272442"/>
                    <a:pt x="67422" y="266237"/>
                    <a:pt x="67534" y="260145"/>
                  </a:cubicBezTo>
                  <a:cubicBezTo>
                    <a:pt x="67760" y="254279"/>
                    <a:pt x="68211" y="248300"/>
                    <a:pt x="68211" y="242434"/>
                  </a:cubicBezTo>
                  <a:cubicBezTo>
                    <a:pt x="68211" y="240854"/>
                    <a:pt x="67534" y="239049"/>
                    <a:pt x="66519" y="237808"/>
                  </a:cubicBezTo>
                  <a:cubicBezTo>
                    <a:pt x="63699" y="234424"/>
                    <a:pt x="61217" y="230137"/>
                    <a:pt x="57494" y="228558"/>
                  </a:cubicBezTo>
                  <a:cubicBezTo>
                    <a:pt x="53771" y="226753"/>
                    <a:pt x="48920" y="227655"/>
                    <a:pt x="44521" y="227543"/>
                  </a:cubicBezTo>
                  <a:cubicBezTo>
                    <a:pt x="36737" y="227091"/>
                    <a:pt x="28953" y="226753"/>
                    <a:pt x="21281" y="226640"/>
                  </a:cubicBezTo>
                  <a:cubicBezTo>
                    <a:pt x="19476" y="226640"/>
                    <a:pt x="18687" y="225963"/>
                    <a:pt x="18123" y="224271"/>
                  </a:cubicBezTo>
                  <a:cubicBezTo>
                    <a:pt x="12256" y="204867"/>
                    <a:pt x="6277" y="185463"/>
                    <a:pt x="185" y="166173"/>
                  </a:cubicBezTo>
                  <a:cubicBezTo>
                    <a:pt x="-379" y="164255"/>
                    <a:pt x="411" y="163465"/>
                    <a:pt x="1652" y="162450"/>
                  </a:cubicBezTo>
                  <a:cubicBezTo>
                    <a:pt x="10677" y="155907"/>
                    <a:pt x="19702" y="149251"/>
                    <a:pt x="28727" y="142595"/>
                  </a:cubicBezTo>
                  <a:cubicBezTo>
                    <a:pt x="29968" y="141692"/>
                    <a:pt x="30983" y="139887"/>
                    <a:pt x="31209" y="138421"/>
                  </a:cubicBezTo>
                  <a:cubicBezTo>
                    <a:pt x="32111" y="134134"/>
                    <a:pt x="33804" y="129396"/>
                    <a:pt x="32788" y="125447"/>
                  </a:cubicBezTo>
                  <a:cubicBezTo>
                    <a:pt x="31773" y="121499"/>
                    <a:pt x="28050" y="118227"/>
                    <a:pt x="25455" y="114617"/>
                  </a:cubicBezTo>
                  <a:cubicBezTo>
                    <a:pt x="20943" y="108413"/>
                    <a:pt x="16430" y="102208"/>
                    <a:pt x="11805" y="96116"/>
                  </a:cubicBezTo>
                  <a:cubicBezTo>
                    <a:pt x="10677" y="94537"/>
                    <a:pt x="10677" y="93409"/>
                    <a:pt x="11805" y="91829"/>
                  </a:cubicBezTo>
                  <a:cubicBezTo>
                    <a:pt x="23199" y="75471"/>
                    <a:pt x="34480" y="58888"/>
                    <a:pt x="45649" y="42417"/>
                  </a:cubicBezTo>
                  <a:cubicBezTo>
                    <a:pt x="46890" y="40725"/>
                    <a:pt x="48018" y="40274"/>
                    <a:pt x="49936" y="40838"/>
                  </a:cubicBezTo>
                  <a:cubicBezTo>
                    <a:pt x="60766" y="43884"/>
                    <a:pt x="71596" y="46817"/>
                    <a:pt x="82538" y="49750"/>
                  </a:cubicBezTo>
                  <a:cubicBezTo>
                    <a:pt x="83779" y="50089"/>
                    <a:pt x="85472" y="49750"/>
                    <a:pt x="86600" y="49299"/>
                  </a:cubicBezTo>
                  <a:cubicBezTo>
                    <a:pt x="89194" y="48058"/>
                    <a:pt x="91338" y="46366"/>
                    <a:pt x="93933" y="45351"/>
                  </a:cubicBezTo>
                  <a:cubicBezTo>
                    <a:pt x="98107" y="43771"/>
                    <a:pt x="99235" y="40387"/>
                    <a:pt x="100250" y="36664"/>
                  </a:cubicBezTo>
                  <a:cubicBezTo>
                    <a:pt x="102732" y="27075"/>
                    <a:pt x="105327" y="17599"/>
                    <a:pt x="107808" y="8010"/>
                  </a:cubicBezTo>
                  <a:cubicBezTo>
                    <a:pt x="108485" y="5753"/>
                    <a:pt x="109501" y="4964"/>
                    <a:pt x="111870" y="4738"/>
                  </a:cubicBezTo>
                  <a:cubicBezTo>
                    <a:pt x="131273" y="3497"/>
                    <a:pt x="150564" y="2031"/>
                    <a:pt x="169968" y="677"/>
                  </a:cubicBezTo>
                  <a:cubicBezTo>
                    <a:pt x="171096" y="677"/>
                    <a:pt x="172224" y="226"/>
                    <a:pt x="173352" y="0"/>
                  </a:cubicBezTo>
                  <a:cubicBezTo>
                    <a:pt x="173578" y="0"/>
                    <a:pt x="173691" y="113"/>
                    <a:pt x="173916" y="226"/>
                  </a:cubicBezTo>
                  <a:cubicBezTo>
                    <a:pt x="173916" y="564"/>
                    <a:pt x="173916" y="790"/>
                    <a:pt x="174029" y="1128"/>
                  </a:cubicBezTo>
                  <a:cubicBezTo>
                    <a:pt x="178880" y="12297"/>
                    <a:pt x="183731" y="23465"/>
                    <a:pt x="188582" y="34521"/>
                  </a:cubicBezTo>
                  <a:cubicBezTo>
                    <a:pt x="189033" y="35536"/>
                    <a:pt x="190049" y="36326"/>
                    <a:pt x="190951" y="36777"/>
                  </a:cubicBezTo>
                  <a:cubicBezTo>
                    <a:pt x="194561" y="38243"/>
                    <a:pt x="198171" y="39823"/>
                    <a:pt x="201781" y="41064"/>
                  </a:cubicBezTo>
                  <a:cubicBezTo>
                    <a:pt x="203135" y="41402"/>
                    <a:pt x="204940" y="41402"/>
                    <a:pt x="206294" y="40951"/>
                  </a:cubicBezTo>
                  <a:cubicBezTo>
                    <a:pt x="210919" y="39146"/>
                    <a:pt x="215319" y="37115"/>
                    <a:pt x="219718" y="35085"/>
                  </a:cubicBezTo>
                  <a:cubicBezTo>
                    <a:pt x="226374" y="32152"/>
                    <a:pt x="232917" y="29106"/>
                    <a:pt x="239573" y="26285"/>
                  </a:cubicBezTo>
                  <a:cubicBezTo>
                    <a:pt x="239799" y="26285"/>
                    <a:pt x="239912" y="26398"/>
                    <a:pt x="240137" y="26511"/>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0" name="Google Shape;2100;p33"/>
            <p:cNvSpPr/>
            <p:nvPr/>
          </p:nvSpPr>
          <p:spPr>
            <a:xfrm>
              <a:off x="3074095" y="2249127"/>
              <a:ext cx="192795" cy="191689"/>
            </a:xfrm>
            <a:custGeom>
              <a:rect b="b" l="l" r="r" t="t"/>
              <a:pathLst>
                <a:path extrusionOk="0" h="191689" w="192795">
                  <a:moveTo>
                    <a:pt x="192458" y="109228"/>
                  </a:moveTo>
                  <a:cubicBezTo>
                    <a:pt x="192308" y="109604"/>
                    <a:pt x="193774" y="104960"/>
                    <a:pt x="191555" y="111033"/>
                  </a:cubicBezTo>
                  <a:cubicBezTo>
                    <a:pt x="187381" y="122540"/>
                    <a:pt x="183207" y="134047"/>
                    <a:pt x="179146" y="145666"/>
                  </a:cubicBezTo>
                  <a:cubicBezTo>
                    <a:pt x="178695" y="147133"/>
                    <a:pt x="178018" y="147584"/>
                    <a:pt x="176439" y="147584"/>
                  </a:cubicBezTo>
                  <a:lnTo>
                    <a:pt x="155230" y="147359"/>
                  </a:lnTo>
                  <a:cubicBezTo>
                    <a:pt x="154440" y="147359"/>
                    <a:pt x="153425" y="147810"/>
                    <a:pt x="152748" y="148261"/>
                  </a:cubicBezTo>
                  <a:cubicBezTo>
                    <a:pt x="151507" y="149276"/>
                    <a:pt x="150605" y="150630"/>
                    <a:pt x="149364" y="151533"/>
                  </a:cubicBezTo>
                  <a:cubicBezTo>
                    <a:pt x="146995" y="153225"/>
                    <a:pt x="146430" y="155368"/>
                    <a:pt x="146430" y="158189"/>
                  </a:cubicBezTo>
                  <a:cubicBezTo>
                    <a:pt x="146543" y="164393"/>
                    <a:pt x="146430" y="170598"/>
                    <a:pt x="146430" y="176915"/>
                  </a:cubicBezTo>
                  <a:cubicBezTo>
                    <a:pt x="146430" y="178044"/>
                    <a:pt x="146205" y="178833"/>
                    <a:pt x="144738" y="179284"/>
                  </a:cubicBezTo>
                  <a:lnTo>
                    <a:pt x="108638" y="191468"/>
                  </a:lnTo>
                  <a:cubicBezTo>
                    <a:pt x="107623" y="191919"/>
                    <a:pt x="106833" y="191694"/>
                    <a:pt x="106044" y="190679"/>
                  </a:cubicBezTo>
                  <a:cubicBezTo>
                    <a:pt x="101757" y="185038"/>
                    <a:pt x="97470" y="179510"/>
                    <a:pt x="92957" y="173982"/>
                  </a:cubicBezTo>
                  <a:cubicBezTo>
                    <a:pt x="92281" y="173305"/>
                    <a:pt x="91265" y="172741"/>
                    <a:pt x="90250" y="172516"/>
                  </a:cubicBezTo>
                  <a:cubicBezTo>
                    <a:pt x="87542" y="171952"/>
                    <a:pt x="84496" y="171049"/>
                    <a:pt x="82015" y="171726"/>
                  </a:cubicBezTo>
                  <a:cubicBezTo>
                    <a:pt x="79646" y="172403"/>
                    <a:pt x="77615" y="174772"/>
                    <a:pt x="75471" y="176464"/>
                  </a:cubicBezTo>
                  <a:lnTo>
                    <a:pt x="63626" y="185715"/>
                  </a:lnTo>
                  <a:cubicBezTo>
                    <a:pt x="62837" y="186392"/>
                    <a:pt x="62272" y="186392"/>
                    <a:pt x="61370" y="185828"/>
                  </a:cubicBezTo>
                  <a:lnTo>
                    <a:pt x="28993" y="165070"/>
                  </a:lnTo>
                  <a:cubicBezTo>
                    <a:pt x="27865" y="164393"/>
                    <a:pt x="27865" y="163604"/>
                    <a:pt x="28203" y="162588"/>
                  </a:cubicBezTo>
                  <a:cubicBezTo>
                    <a:pt x="29782" y="155707"/>
                    <a:pt x="31475" y="148938"/>
                    <a:pt x="33054" y="142056"/>
                  </a:cubicBezTo>
                  <a:cubicBezTo>
                    <a:pt x="33280" y="141154"/>
                    <a:pt x="33054" y="140026"/>
                    <a:pt x="32603" y="139010"/>
                  </a:cubicBezTo>
                  <a:cubicBezTo>
                    <a:pt x="31813" y="137544"/>
                    <a:pt x="30685" y="136190"/>
                    <a:pt x="30008" y="134724"/>
                  </a:cubicBezTo>
                  <a:cubicBezTo>
                    <a:pt x="28993" y="132355"/>
                    <a:pt x="27188" y="131452"/>
                    <a:pt x="24819" y="131114"/>
                  </a:cubicBezTo>
                  <a:lnTo>
                    <a:pt x="4287" y="126150"/>
                  </a:lnTo>
                  <a:cubicBezTo>
                    <a:pt x="3610" y="119268"/>
                    <a:pt x="2820" y="112387"/>
                    <a:pt x="2143" y="105618"/>
                  </a:cubicBezTo>
                  <a:cubicBezTo>
                    <a:pt x="1354" y="98736"/>
                    <a:pt x="790" y="92081"/>
                    <a:pt x="0" y="85086"/>
                  </a:cubicBezTo>
                  <a:cubicBezTo>
                    <a:pt x="3497" y="83507"/>
                    <a:pt x="6994" y="81815"/>
                    <a:pt x="10492" y="80122"/>
                  </a:cubicBezTo>
                  <a:cubicBezTo>
                    <a:pt x="13876" y="78543"/>
                    <a:pt x="17260" y="77076"/>
                    <a:pt x="20532" y="75384"/>
                  </a:cubicBezTo>
                  <a:cubicBezTo>
                    <a:pt x="21434" y="74933"/>
                    <a:pt x="22337" y="73918"/>
                    <a:pt x="22675" y="73128"/>
                  </a:cubicBezTo>
                  <a:cubicBezTo>
                    <a:pt x="23803" y="70646"/>
                    <a:pt x="25383" y="67939"/>
                    <a:pt x="25383" y="65344"/>
                  </a:cubicBezTo>
                  <a:cubicBezTo>
                    <a:pt x="25270" y="62749"/>
                    <a:pt x="23239" y="60267"/>
                    <a:pt x="22111" y="57786"/>
                  </a:cubicBezTo>
                  <a:cubicBezTo>
                    <a:pt x="19968" y="53386"/>
                    <a:pt x="17937" y="48873"/>
                    <a:pt x="15794" y="44474"/>
                  </a:cubicBezTo>
                  <a:cubicBezTo>
                    <a:pt x="15342" y="43458"/>
                    <a:pt x="15455" y="42782"/>
                    <a:pt x="16245" y="42105"/>
                  </a:cubicBezTo>
                  <a:cubicBezTo>
                    <a:pt x="25496" y="33192"/>
                    <a:pt x="34633" y="24168"/>
                    <a:pt x="43658" y="15143"/>
                  </a:cubicBezTo>
                  <a:cubicBezTo>
                    <a:pt x="44561" y="14240"/>
                    <a:pt x="45125" y="14466"/>
                    <a:pt x="46140" y="14917"/>
                  </a:cubicBezTo>
                  <a:lnTo>
                    <a:pt x="65206" y="24280"/>
                  </a:lnTo>
                  <a:cubicBezTo>
                    <a:pt x="66108" y="24732"/>
                    <a:pt x="67349" y="24732"/>
                    <a:pt x="68364" y="24280"/>
                  </a:cubicBezTo>
                  <a:cubicBezTo>
                    <a:pt x="71072" y="23603"/>
                    <a:pt x="74118" y="23152"/>
                    <a:pt x="76148" y="21573"/>
                  </a:cubicBezTo>
                  <a:cubicBezTo>
                    <a:pt x="78066" y="19881"/>
                    <a:pt x="78856" y="16722"/>
                    <a:pt x="79984" y="14353"/>
                  </a:cubicBezTo>
                  <a:cubicBezTo>
                    <a:pt x="82240" y="10066"/>
                    <a:pt x="84384" y="5666"/>
                    <a:pt x="86414" y="1379"/>
                  </a:cubicBezTo>
                  <a:cubicBezTo>
                    <a:pt x="86978" y="138"/>
                    <a:pt x="87542" y="-87"/>
                    <a:pt x="88783" y="26"/>
                  </a:cubicBezTo>
                  <a:lnTo>
                    <a:pt x="126463" y="4764"/>
                  </a:lnTo>
                  <a:cubicBezTo>
                    <a:pt x="127816" y="4989"/>
                    <a:pt x="128380" y="5441"/>
                    <a:pt x="128606" y="6682"/>
                  </a:cubicBezTo>
                  <a:cubicBezTo>
                    <a:pt x="130073" y="13563"/>
                    <a:pt x="131539" y="20558"/>
                    <a:pt x="133119" y="27439"/>
                  </a:cubicBezTo>
                  <a:cubicBezTo>
                    <a:pt x="133344" y="28229"/>
                    <a:pt x="133908" y="29131"/>
                    <a:pt x="134585" y="29695"/>
                  </a:cubicBezTo>
                  <a:cubicBezTo>
                    <a:pt x="135939" y="30823"/>
                    <a:pt x="137744" y="31500"/>
                    <a:pt x="138985" y="32628"/>
                  </a:cubicBezTo>
                  <a:cubicBezTo>
                    <a:pt x="141128" y="34433"/>
                    <a:pt x="143272" y="34208"/>
                    <a:pt x="145641" y="33644"/>
                  </a:cubicBezTo>
                  <a:lnTo>
                    <a:pt x="164029" y="29583"/>
                  </a:lnTo>
                  <a:cubicBezTo>
                    <a:pt x="165496" y="29244"/>
                    <a:pt x="166285" y="29583"/>
                    <a:pt x="167075" y="30936"/>
                  </a:cubicBezTo>
                  <a:cubicBezTo>
                    <a:pt x="173393" y="41428"/>
                    <a:pt x="179936" y="51919"/>
                    <a:pt x="186366" y="62298"/>
                  </a:cubicBezTo>
                  <a:cubicBezTo>
                    <a:pt x="186705" y="62862"/>
                    <a:pt x="187269" y="63426"/>
                    <a:pt x="187720" y="63990"/>
                  </a:cubicBezTo>
                  <a:lnTo>
                    <a:pt x="187720" y="64329"/>
                  </a:lnTo>
                  <a:cubicBezTo>
                    <a:pt x="187494" y="64442"/>
                    <a:pt x="187381" y="64554"/>
                    <a:pt x="187269" y="64667"/>
                  </a:cubicBezTo>
                  <a:cubicBezTo>
                    <a:pt x="182418" y="70533"/>
                    <a:pt x="177454" y="76512"/>
                    <a:pt x="172716" y="82491"/>
                  </a:cubicBezTo>
                  <a:cubicBezTo>
                    <a:pt x="172265" y="82943"/>
                    <a:pt x="172152" y="83958"/>
                    <a:pt x="172152" y="84522"/>
                  </a:cubicBezTo>
                  <a:cubicBezTo>
                    <a:pt x="172377" y="87004"/>
                    <a:pt x="172490" y="89373"/>
                    <a:pt x="172941" y="91855"/>
                  </a:cubicBezTo>
                  <a:cubicBezTo>
                    <a:pt x="173167" y="92757"/>
                    <a:pt x="173731" y="93773"/>
                    <a:pt x="174408" y="94337"/>
                  </a:cubicBezTo>
                  <a:cubicBezTo>
                    <a:pt x="176664" y="96367"/>
                    <a:pt x="179146" y="98285"/>
                    <a:pt x="181628" y="100203"/>
                  </a:cubicBezTo>
                  <a:cubicBezTo>
                    <a:pt x="185238" y="103023"/>
                    <a:pt x="188848" y="105956"/>
                    <a:pt x="192458" y="108777"/>
                  </a:cubicBezTo>
                  <a:lnTo>
                    <a:pt x="192458" y="109228"/>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01" name="Google Shape;2101;p33"/>
          <p:cNvGrpSpPr/>
          <p:nvPr/>
        </p:nvGrpSpPr>
        <p:grpSpPr>
          <a:xfrm>
            <a:off x="4392475" y="3278697"/>
            <a:ext cx="359135" cy="359243"/>
            <a:chOff x="4393345" y="3143055"/>
            <a:chExt cx="359135" cy="359243"/>
          </a:xfrm>
        </p:grpSpPr>
        <p:sp>
          <p:nvSpPr>
            <p:cNvPr id="2102" name="Google Shape;2102;p33"/>
            <p:cNvSpPr/>
            <p:nvPr/>
          </p:nvSpPr>
          <p:spPr>
            <a:xfrm>
              <a:off x="4393345" y="3143055"/>
              <a:ext cx="359135" cy="359243"/>
            </a:xfrm>
            <a:custGeom>
              <a:rect b="b" l="l" r="r" t="t"/>
              <a:pathLst>
                <a:path extrusionOk="0" h="359243" w="359135">
                  <a:moveTo>
                    <a:pt x="359136" y="179675"/>
                  </a:moveTo>
                  <a:cubicBezTo>
                    <a:pt x="359136" y="278885"/>
                    <a:pt x="278777" y="359243"/>
                    <a:pt x="179568" y="359243"/>
                  </a:cubicBezTo>
                  <a:cubicBezTo>
                    <a:pt x="80359" y="359243"/>
                    <a:pt x="0" y="278885"/>
                    <a:pt x="0" y="179675"/>
                  </a:cubicBezTo>
                  <a:cubicBezTo>
                    <a:pt x="0" y="80466"/>
                    <a:pt x="80359" y="0"/>
                    <a:pt x="179568" y="0"/>
                  </a:cubicBezTo>
                  <a:cubicBezTo>
                    <a:pt x="278777" y="0"/>
                    <a:pt x="359136" y="80466"/>
                    <a:pt x="359136" y="17967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3" name="Google Shape;2103;p33"/>
            <p:cNvSpPr/>
            <p:nvPr/>
          </p:nvSpPr>
          <p:spPr>
            <a:xfrm>
              <a:off x="4555785" y="3166968"/>
              <a:ext cx="34254" cy="34146"/>
            </a:xfrm>
            <a:custGeom>
              <a:rect b="b" l="l" r="r" t="t"/>
              <a:pathLst>
                <a:path extrusionOk="0" h="34146" w="34254">
                  <a:moveTo>
                    <a:pt x="34255" y="17127"/>
                  </a:moveTo>
                  <a:cubicBezTo>
                    <a:pt x="34255" y="26607"/>
                    <a:pt x="26607" y="34147"/>
                    <a:pt x="17127" y="34147"/>
                  </a:cubicBezTo>
                  <a:cubicBezTo>
                    <a:pt x="7648" y="34147"/>
                    <a:pt x="0" y="26607"/>
                    <a:pt x="0" y="17127"/>
                  </a:cubicBezTo>
                  <a:cubicBezTo>
                    <a:pt x="0" y="7648"/>
                    <a:pt x="7648" y="0"/>
                    <a:pt x="17127" y="0"/>
                  </a:cubicBezTo>
                  <a:cubicBezTo>
                    <a:pt x="26607" y="0"/>
                    <a:pt x="34255" y="7648"/>
                    <a:pt x="34255" y="17127"/>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4" name="Google Shape;2104;p33"/>
            <p:cNvSpPr/>
            <p:nvPr/>
          </p:nvSpPr>
          <p:spPr>
            <a:xfrm>
              <a:off x="4555785" y="3443483"/>
              <a:ext cx="34254" cy="34362"/>
            </a:xfrm>
            <a:custGeom>
              <a:rect b="b" l="l" r="r" t="t"/>
              <a:pathLst>
                <a:path extrusionOk="0" h="34362" w="34254">
                  <a:moveTo>
                    <a:pt x="34255" y="17127"/>
                  </a:moveTo>
                  <a:cubicBezTo>
                    <a:pt x="34255" y="26607"/>
                    <a:pt x="26607" y="34362"/>
                    <a:pt x="17127" y="34362"/>
                  </a:cubicBezTo>
                  <a:cubicBezTo>
                    <a:pt x="7648" y="34362"/>
                    <a:pt x="0" y="26714"/>
                    <a:pt x="0" y="17127"/>
                  </a:cubicBezTo>
                  <a:cubicBezTo>
                    <a:pt x="0" y="7540"/>
                    <a:pt x="7648" y="0"/>
                    <a:pt x="17127" y="0"/>
                  </a:cubicBezTo>
                  <a:cubicBezTo>
                    <a:pt x="26607" y="0"/>
                    <a:pt x="34255" y="7648"/>
                    <a:pt x="34255" y="17127"/>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5" name="Google Shape;2105;p33"/>
            <p:cNvSpPr/>
            <p:nvPr/>
          </p:nvSpPr>
          <p:spPr>
            <a:xfrm>
              <a:off x="4694097" y="3305172"/>
              <a:ext cx="34254" cy="34254"/>
            </a:xfrm>
            <a:custGeom>
              <a:rect b="b" l="l" r="r" t="t"/>
              <a:pathLst>
                <a:path extrusionOk="0" h="34254" w="34254">
                  <a:moveTo>
                    <a:pt x="17127" y="34255"/>
                  </a:moveTo>
                  <a:cubicBezTo>
                    <a:pt x="7648" y="34255"/>
                    <a:pt x="0" y="26714"/>
                    <a:pt x="0" y="17127"/>
                  </a:cubicBezTo>
                  <a:cubicBezTo>
                    <a:pt x="0" y="7540"/>
                    <a:pt x="7648" y="0"/>
                    <a:pt x="17127" y="0"/>
                  </a:cubicBezTo>
                  <a:cubicBezTo>
                    <a:pt x="26607" y="0"/>
                    <a:pt x="34255" y="7648"/>
                    <a:pt x="34255" y="17127"/>
                  </a:cubicBezTo>
                  <a:cubicBezTo>
                    <a:pt x="34255" y="26607"/>
                    <a:pt x="26607" y="34255"/>
                    <a:pt x="17127" y="3425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6" name="Google Shape;2106;p33"/>
            <p:cNvSpPr/>
            <p:nvPr/>
          </p:nvSpPr>
          <p:spPr>
            <a:xfrm>
              <a:off x="4417582" y="3305280"/>
              <a:ext cx="34146" cy="34254"/>
            </a:xfrm>
            <a:custGeom>
              <a:rect b="b" l="l" r="r" t="t"/>
              <a:pathLst>
                <a:path extrusionOk="0" h="34254" w="34146">
                  <a:moveTo>
                    <a:pt x="17127" y="34255"/>
                  </a:moveTo>
                  <a:cubicBezTo>
                    <a:pt x="7648" y="34255"/>
                    <a:pt x="0" y="26714"/>
                    <a:pt x="0" y="17127"/>
                  </a:cubicBezTo>
                  <a:cubicBezTo>
                    <a:pt x="0" y="7540"/>
                    <a:pt x="7648" y="0"/>
                    <a:pt x="17127" y="0"/>
                  </a:cubicBezTo>
                  <a:cubicBezTo>
                    <a:pt x="26607" y="0"/>
                    <a:pt x="34147" y="7648"/>
                    <a:pt x="34147" y="17127"/>
                  </a:cubicBezTo>
                  <a:cubicBezTo>
                    <a:pt x="34147" y="26607"/>
                    <a:pt x="26499" y="34255"/>
                    <a:pt x="17127" y="34255"/>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7" name="Google Shape;2107;p33"/>
            <p:cNvSpPr/>
            <p:nvPr/>
          </p:nvSpPr>
          <p:spPr>
            <a:xfrm>
              <a:off x="4554170" y="3303664"/>
              <a:ext cx="37486" cy="37486"/>
            </a:xfrm>
            <a:custGeom>
              <a:rect b="b" l="l" r="r" t="t"/>
              <a:pathLst>
                <a:path extrusionOk="0" h="37486" w="37486">
                  <a:moveTo>
                    <a:pt x="37486" y="18743"/>
                  </a:moveTo>
                  <a:cubicBezTo>
                    <a:pt x="37486" y="29084"/>
                    <a:pt x="29084" y="37486"/>
                    <a:pt x="18743" y="37486"/>
                  </a:cubicBezTo>
                  <a:cubicBezTo>
                    <a:pt x="8402" y="37486"/>
                    <a:pt x="0" y="29084"/>
                    <a:pt x="0" y="18743"/>
                  </a:cubicBezTo>
                  <a:cubicBezTo>
                    <a:pt x="0" y="8402"/>
                    <a:pt x="8294" y="108"/>
                    <a:pt x="18743" y="0"/>
                  </a:cubicBezTo>
                  <a:cubicBezTo>
                    <a:pt x="28976" y="0"/>
                    <a:pt x="37486" y="8294"/>
                    <a:pt x="37486" y="18743"/>
                  </a:cubicBez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8" name="Google Shape;2108;p33"/>
            <p:cNvSpPr/>
            <p:nvPr/>
          </p:nvSpPr>
          <p:spPr>
            <a:xfrm>
              <a:off x="4505588" y="3257453"/>
              <a:ext cx="53644" cy="52136"/>
            </a:xfrm>
            <a:custGeom>
              <a:rect b="b" l="l" r="r" t="t"/>
              <a:pathLst>
                <a:path extrusionOk="0" h="52136" w="53644">
                  <a:moveTo>
                    <a:pt x="53644" y="52136"/>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9" name="Google Shape;2109;p33"/>
            <p:cNvSpPr/>
            <p:nvPr/>
          </p:nvSpPr>
          <p:spPr>
            <a:xfrm>
              <a:off x="4586593" y="3238817"/>
              <a:ext cx="71202" cy="70771"/>
            </a:xfrm>
            <a:custGeom>
              <a:rect b="b" l="l" r="r" t="t"/>
              <a:pathLst>
                <a:path extrusionOk="0" h="70771" w="71202">
                  <a:moveTo>
                    <a:pt x="0" y="70771"/>
                  </a:moveTo>
                  <a:lnTo>
                    <a:pt x="7120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10" name="Google Shape;2110;p33"/>
          <p:cNvSpPr txBox="1"/>
          <p:nvPr/>
        </p:nvSpPr>
        <p:spPr>
          <a:xfrm>
            <a:off x="1873359" y="830676"/>
            <a:ext cx="2128117" cy="6924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Calibri"/>
                <a:ea typeface="Calibri"/>
                <a:cs typeface="Calibri"/>
                <a:sym typeface="Calibri"/>
              </a:rPr>
              <a:t>Lorem ipsum dolor</a:t>
            </a:r>
            <a:endParaRPr/>
          </a:p>
          <a:p>
            <a:pPr indent="0" lvl="0" marL="0" marR="0" rtl="0" algn="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111" name="Google Shape;2111;p33"/>
          <p:cNvSpPr txBox="1"/>
          <p:nvPr/>
        </p:nvSpPr>
        <p:spPr>
          <a:xfrm>
            <a:off x="6641061" y="2109487"/>
            <a:ext cx="2128117" cy="6924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Lorem ipsum dolor</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112" name="Google Shape;2112;p33"/>
          <p:cNvSpPr txBox="1"/>
          <p:nvPr/>
        </p:nvSpPr>
        <p:spPr>
          <a:xfrm>
            <a:off x="5058576" y="3513141"/>
            <a:ext cx="2128117" cy="6924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Lorem ipsum dolor</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113" name="Google Shape;2113;p33"/>
          <p:cNvSpPr txBox="1"/>
          <p:nvPr/>
        </p:nvSpPr>
        <p:spPr>
          <a:xfrm>
            <a:off x="503447" y="2635857"/>
            <a:ext cx="2128117" cy="6924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200">
                <a:solidFill>
                  <a:schemeClr val="dk1"/>
                </a:solidFill>
                <a:latin typeface="Calibri"/>
                <a:ea typeface="Calibri"/>
                <a:cs typeface="Calibri"/>
                <a:sym typeface="Calibri"/>
              </a:rPr>
              <a:t>Lorem ipsum dolor</a:t>
            </a:r>
            <a:endParaRPr/>
          </a:p>
          <a:p>
            <a:pPr indent="0" lvl="0" marL="0" marR="0" rtl="0" algn="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114" name="Google Shape;2114;p33"/>
          <p:cNvSpPr/>
          <p:nvPr/>
        </p:nvSpPr>
        <p:spPr>
          <a:xfrm>
            <a:off x="5684955" y="2187922"/>
            <a:ext cx="768096" cy="771401"/>
          </a:xfrm>
          <a:custGeom>
            <a:rect b="b" l="l" r="r" t="t"/>
            <a:pathLst>
              <a:path extrusionOk="0" h="508438" w="856232">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15" name="Google Shape;2115;p33"/>
          <p:cNvGrpSpPr/>
          <p:nvPr/>
        </p:nvGrpSpPr>
        <p:grpSpPr>
          <a:xfrm>
            <a:off x="5919179" y="2399791"/>
            <a:ext cx="284416" cy="347662"/>
            <a:chOff x="5942600" y="2091499"/>
            <a:chExt cx="284416" cy="347662"/>
          </a:xfrm>
        </p:grpSpPr>
        <p:sp>
          <p:nvSpPr>
            <p:cNvPr id="2116" name="Google Shape;2116;p33"/>
            <p:cNvSpPr/>
            <p:nvPr/>
          </p:nvSpPr>
          <p:spPr>
            <a:xfrm>
              <a:off x="6179487" y="2111501"/>
              <a:ext cx="47529" cy="115633"/>
            </a:xfrm>
            <a:custGeom>
              <a:rect b="b" l="l" r="r" t="t"/>
              <a:pathLst>
                <a:path extrusionOk="0" h="115633" w="47529">
                  <a:moveTo>
                    <a:pt x="8572" y="3048"/>
                  </a:moveTo>
                  <a:cubicBezTo>
                    <a:pt x="12478" y="1048"/>
                    <a:pt x="16954" y="0"/>
                    <a:pt x="21907" y="0"/>
                  </a:cubicBezTo>
                  <a:lnTo>
                    <a:pt x="21907" y="0"/>
                  </a:lnTo>
                  <a:cubicBezTo>
                    <a:pt x="36100" y="0"/>
                    <a:pt x="47530" y="9430"/>
                    <a:pt x="47530" y="21050"/>
                  </a:cubicBezTo>
                  <a:lnTo>
                    <a:pt x="47530" y="95440"/>
                  </a:lnTo>
                  <a:cubicBezTo>
                    <a:pt x="47530" y="104965"/>
                    <a:pt x="18383" y="113062"/>
                    <a:pt x="0" y="115634"/>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7" name="Google Shape;2117;p33"/>
            <p:cNvSpPr/>
            <p:nvPr/>
          </p:nvSpPr>
          <p:spPr>
            <a:xfrm>
              <a:off x="5942600" y="2111501"/>
              <a:ext cx="48005" cy="115633"/>
            </a:xfrm>
            <a:custGeom>
              <a:rect b="b" l="l" r="r" t="t"/>
              <a:pathLst>
                <a:path extrusionOk="0" h="115633" w="48005">
                  <a:moveTo>
                    <a:pt x="40100" y="3524"/>
                  </a:moveTo>
                  <a:cubicBezTo>
                    <a:pt x="36004" y="1238"/>
                    <a:pt x="31052" y="0"/>
                    <a:pt x="25717" y="0"/>
                  </a:cubicBezTo>
                  <a:lnTo>
                    <a:pt x="25717" y="0"/>
                  </a:lnTo>
                  <a:cubicBezTo>
                    <a:pt x="11525" y="0"/>
                    <a:pt x="0" y="9430"/>
                    <a:pt x="0" y="21050"/>
                  </a:cubicBezTo>
                  <a:lnTo>
                    <a:pt x="0" y="95440"/>
                  </a:lnTo>
                  <a:cubicBezTo>
                    <a:pt x="0" y="105061"/>
                    <a:pt x="29718" y="113157"/>
                    <a:pt x="48006" y="115634"/>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8" name="Google Shape;2118;p33"/>
            <p:cNvSpPr/>
            <p:nvPr/>
          </p:nvSpPr>
          <p:spPr>
            <a:xfrm>
              <a:off x="5982128" y="2091499"/>
              <a:ext cx="205930" cy="347662"/>
            </a:xfrm>
            <a:custGeom>
              <a:rect b="b" l="l" r="r" t="t"/>
              <a:pathLst>
                <a:path extrusionOk="0" h="347662" w="205930">
                  <a:moveTo>
                    <a:pt x="0" y="0"/>
                  </a:moveTo>
                  <a:lnTo>
                    <a:pt x="0" y="94583"/>
                  </a:lnTo>
                  <a:cubicBezTo>
                    <a:pt x="0" y="143542"/>
                    <a:pt x="34100" y="184309"/>
                    <a:pt x="79820" y="194881"/>
                  </a:cubicBezTo>
                  <a:lnTo>
                    <a:pt x="79820" y="318992"/>
                  </a:lnTo>
                  <a:lnTo>
                    <a:pt x="48863" y="318992"/>
                  </a:lnTo>
                  <a:cubicBezTo>
                    <a:pt x="38671" y="318992"/>
                    <a:pt x="30480" y="331851"/>
                    <a:pt x="30480" y="347663"/>
                  </a:cubicBezTo>
                  <a:lnTo>
                    <a:pt x="169164" y="347663"/>
                  </a:lnTo>
                  <a:cubicBezTo>
                    <a:pt x="169164" y="347663"/>
                    <a:pt x="160877" y="318992"/>
                    <a:pt x="150686" y="318992"/>
                  </a:cubicBezTo>
                  <a:lnTo>
                    <a:pt x="122396" y="318992"/>
                  </a:lnTo>
                  <a:lnTo>
                    <a:pt x="122396" y="195739"/>
                  </a:lnTo>
                  <a:cubicBezTo>
                    <a:pt x="170021" y="186690"/>
                    <a:pt x="205930" y="144875"/>
                    <a:pt x="205930" y="94679"/>
                  </a:cubicBezTo>
                  <a:lnTo>
                    <a:pt x="205930" y="0"/>
                  </a:lnTo>
                  <a:lnTo>
                    <a:pt x="0" y="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9" name="Google Shape;2119;p33"/>
            <p:cNvSpPr/>
            <p:nvPr/>
          </p:nvSpPr>
          <p:spPr>
            <a:xfrm>
              <a:off x="6018324" y="2122169"/>
              <a:ext cx="130301" cy="123920"/>
            </a:xfrm>
            <a:custGeom>
              <a:rect b="b" l="l" r="r" t="t"/>
              <a:pathLst>
                <a:path extrusionOk="0" h="123920" w="130301">
                  <a:moveTo>
                    <a:pt x="65151" y="0"/>
                  </a:moveTo>
                  <a:lnTo>
                    <a:pt x="85249" y="40767"/>
                  </a:lnTo>
                  <a:lnTo>
                    <a:pt x="130302" y="47339"/>
                  </a:lnTo>
                  <a:lnTo>
                    <a:pt x="97726" y="79058"/>
                  </a:lnTo>
                  <a:lnTo>
                    <a:pt x="105442" y="123920"/>
                  </a:lnTo>
                  <a:lnTo>
                    <a:pt x="65151" y="102775"/>
                  </a:lnTo>
                  <a:lnTo>
                    <a:pt x="24860" y="123920"/>
                  </a:lnTo>
                  <a:lnTo>
                    <a:pt x="32576" y="79058"/>
                  </a:lnTo>
                  <a:lnTo>
                    <a:pt x="0" y="47339"/>
                  </a:lnTo>
                  <a:lnTo>
                    <a:pt x="45053" y="40767"/>
                  </a:lnTo>
                  <a:lnTo>
                    <a:pt x="65151" y="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20" name="Google Shape;2120;p33"/>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121" name="Google Shape;2121;p33"/>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p34"/>
          <p:cNvSpPr/>
          <p:nvPr/>
        </p:nvSpPr>
        <p:spPr>
          <a:xfrm>
            <a:off x="7844790" y="2144778"/>
            <a:ext cx="1005840" cy="100584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8" name="Google Shape;2128;p34"/>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129" name="Google Shape;2129;p34"/>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130" name="Google Shape;2130;p34"/>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2131" name="Google Shape;2131;p34"/>
          <p:cNvSpPr/>
          <p:nvPr/>
        </p:nvSpPr>
        <p:spPr>
          <a:xfrm>
            <a:off x="343285" y="1220919"/>
            <a:ext cx="1150951" cy="1150950"/>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2" name="Google Shape;2132;p34"/>
          <p:cNvSpPr/>
          <p:nvPr/>
        </p:nvSpPr>
        <p:spPr>
          <a:xfrm rot="-4595399">
            <a:off x="1970993" y="3263273"/>
            <a:ext cx="558301" cy="558301"/>
          </a:xfrm>
          <a:prstGeom prst="ellipse">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3" name="Google Shape;2133;p34"/>
          <p:cNvSpPr/>
          <p:nvPr/>
        </p:nvSpPr>
        <p:spPr>
          <a:xfrm>
            <a:off x="2508739" y="2330675"/>
            <a:ext cx="101463" cy="204811"/>
          </a:xfrm>
          <a:custGeom>
            <a:rect b="b" l="l" r="r" t="t"/>
            <a:pathLst>
              <a:path extrusionOk="0" h="204811" w="101463">
                <a:moveTo>
                  <a:pt x="0" y="204811"/>
                </a:moveTo>
                <a:lnTo>
                  <a:pt x="101464" y="102468"/>
                </a:ln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4" name="Google Shape;2134;p34"/>
          <p:cNvSpPr/>
          <p:nvPr/>
        </p:nvSpPr>
        <p:spPr>
          <a:xfrm>
            <a:off x="2061068" y="2433144"/>
            <a:ext cx="549134" cy="12557"/>
          </a:xfrm>
          <a:custGeom>
            <a:rect b="b" l="l" r="r" t="t"/>
            <a:pathLst>
              <a:path extrusionOk="0" h="12557" w="549134">
                <a:moveTo>
                  <a:pt x="549135" y="0"/>
                </a:move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5" name="Google Shape;2135;p34"/>
          <p:cNvSpPr/>
          <p:nvPr/>
        </p:nvSpPr>
        <p:spPr>
          <a:xfrm>
            <a:off x="718055" y="1545336"/>
            <a:ext cx="1604959" cy="2406373"/>
          </a:xfrm>
          <a:custGeom>
            <a:rect b="b" l="l" r="r" t="t"/>
            <a:pathLst>
              <a:path extrusionOk="0" h="2406373" w="1604959">
                <a:moveTo>
                  <a:pt x="1604960" y="289197"/>
                </a:moveTo>
                <a:cubicBezTo>
                  <a:pt x="1604960" y="130095"/>
                  <a:pt x="1474865" y="0"/>
                  <a:pt x="1315763" y="0"/>
                </a:cubicBezTo>
                <a:lnTo>
                  <a:pt x="289197" y="0"/>
                </a:lnTo>
                <a:cubicBezTo>
                  <a:pt x="130220" y="0"/>
                  <a:pt x="0" y="130220"/>
                  <a:pt x="0" y="289197"/>
                </a:cubicBezTo>
                <a:lnTo>
                  <a:pt x="0" y="1809772"/>
                </a:lnTo>
                <a:cubicBezTo>
                  <a:pt x="0" y="1968874"/>
                  <a:pt x="130095" y="2098969"/>
                  <a:pt x="289197" y="2098969"/>
                </a:cubicBezTo>
                <a:lnTo>
                  <a:pt x="558427" y="2098969"/>
                </a:lnTo>
                <a:cubicBezTo>
                  <a:pt x="571863" y="2098969"/>
                  <a:pt x="584421" y="2105875"/>
                  <a:pt x="591704" y="2117177"/>
                </a:cubicBezTo>
                <a:lnTo>
                  <a:pt x="762610" y="2384524"/>
                </a:lnTo>
                <a:cubicBezTo>
                  <a:pt x="781195" y="2413657"/>
                  <a:pt x="823639" y="2413657"/>
                  <a:pt x="842224" y="2384524"/>
                </a:cubicBezTo>
                <a:lnTo>
                  <a:pt x="1013130" y="2117177"/>
                </a:lnTo>
                <a:cubicBezTo>
                  <a:pt x="1020413" y="2105749"/>
                  <a:pt x="1032971" y="2098969"/>
                  <a:pt x="1046407" y="2098969"/>
                </a:cubicBezTo>
                <a:lnTo>
                  <a:pt x="1315638" y="2098969"/>
                </a:lnTo>
                <a:cubicBezTo>
                  <a:pt x="1474740" y="2098969"/>
                  <a:pt x="1604834" y="1968874"/>
                  <a:pt x="1604834" y="1809772"/>
                </a:cubicBezTo>
                <a:lnTo>
                  <a:pt x="1604834" y="1043394"/>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36" name="Google Shape;2136;p34"/>
          <p:cNvGrpSpPr/>
          <p:nvPr/>
        </p:nvGrpSpPr>
        <p:grpSpPr>
          <a:xfrm>
            <a:off x="892449" y="1750714"/>
            <a:ext cx="378338" cy="408363"/>
            <a:chOff x="892449" y="1750714"/>
            <a:chExt cx="378338" cy="408363"/>
          </a:xfrm>
        </p:grpSpPr>
        <p:sp>
          <p:nvSpPr>
            <p:cNvPr id="2137" name="Google Shape;2137;p34"/>
            <p:cNvSpPr/>
            <p:nvPr/>
          </p:nvSpPr>
          <p:spPr>
            <a:xfrm>
              <a:off x="912409" y="1750714"/>
              <a:ext cx="293988" cy="383416"/>
            </a:xfrm>
            <a:custGeom>
              <a:rect b="b" l="l" r="r" t="t"/>
              <a:pathLst>
                <a:path extrusionOk="0" h="383416" w="293988">
                  <a:moveTo>
                    <a:pt x="256249" y="383416"/>
                  </a:moveTo>
                  <a:lnTo>
                    <a:pt x="24066" y="383416"/>
                  </a:lnTo>
                  <a:cubicBezTo>
                    <a:pt x="10757" y="383416"/>
                    <a:pt x="0" y="372659"/>
                    <a:pt x="0" y="359350"/>
                  </a:cubicBezTo>
                  <a:lnTo>
                    <a:pt x="0" y="68916"/>
                  </a:lnTo>
                  <a:cubicBezTo>
                    <a:pt x="0" y="68005"/>
                    <a:pt x="365" y="67184"/>
                    <a:pt x="1003" y="66546"/>
                  </a:cubicBezTo>
                  <a:lnTo>
                    <a:pt x="66546" y="1003"/>
                  </a:lnTo>
                  <a:cubicBezTo>
                    <a:pt x="67184" y="365"/>
                    <a:pt x="68005" y="0"/>
                    <a:pt x="68916" y="0"/>
                  </a:cubicBezTo>
                  <a:lnTo>
                    <a:pt x="269923" y="0"/>
                  </a:lnTo>
                  <a:cubicBezTo>
                    <a:pt x="283232" y="0"/>
                    <a:pt x="293989" y="10757"/>
                    <a:pt x="293989" y="24066"/>
                  </a:cubicBezTo>
                  <a:lnTo>
                    <a:pt x="293989" y="282229"/>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8" name="Google Shape;2138;p34"/>
            <p:cNvSpPr/>
            <p:nvPr/>
          </p:nvSpPr>
          <p:spPr>
            <a:xfrm>
              <a:off x="912409" y="1750714"/>
              <a:ext cx="67640" cy="67457"/>
            </a:xfrm>
            <a:custGeom>
              <a:rect b="b" l="l" r="r" t="t"/>
              <a:pathLst>
                <a:path extrusionOk="0" h="67457" w="67640">
                  <a:moveTo>
                    <a:pt x="0" y="67458"/>
                  </a:moveTo>
                  <a:lnTo>
                    <a:pt x="52690" y="67458"/>
                  </a:lnTo>
                  <a:cubicBezTo>
                    <a:pt x="60986" y="67458"/>
                    <a:pt x="67640" y="60803"/>
                    <a:pt x="67640" y="52508"/>
                  </a:cubicBezTo>
                  <a:lnTo>
                    <a:pt x="6764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9" name="Google Shape;2139;p34"/>
            <p:cNvSpPr/>
            <p:nvPr/>
          </p:nvSpPr>
          <p:spPr>
            <a:xfrm rot="-2744401">
              <a:off x="941447" y="1829598"/>
              <a:ext cx="236649" cy="236649"/>
            </a:xfrm>
            <a:prstGeom prst="ellipse">
              <a:avLst/>
            </a:pr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0" name="Google Shape;2140;p34"/>
            <p:cNvSpPr/>
            <p:nvPr/>
          </p:nvSpPr>
          <p:spPr>
            <a:xfrm>
              <a:off x="1163949" y="2052453"/>
              <a:ext cx="106838" cy="106624"/>
            </a:xfrm>
            <a:custGeom>
              <a:rect b="b" l="l" r="r" t="t"/>
              <a:pathLst>
                <a:path extrusionOk="0" h="106624" w="106838">
                  <a:moveTo>
                    <a:pt x="98056" y="58705"/>
                  </a:moveTo>
                  <a:lnTo>
                    <a:pt x="60043" y="20691"/>
                  </a:lnTo>
                  <a:cubicBezTo>
                    <a:pt x="48556" y="9205"/>
                    <a:pt x="33515" y="2004"/>
                    <a:pt x="17471" y="272"/>
                  </a:cubicBezTo>
                  <a:lnTo>
                    <a:pt x="16104" y="89"/>
                  </a:lnTo>
                  <a:cubicBezTo>
                    <a:pt x="6988" y="-913"/>
                    <a:pt x="-761" y="6653"/>
                    <a:pt x="60" y="15769"/>
                  </a:cubicBezTo>
                  <a:lnTo>
                    <a:pt x="424" y="20327"/>
                  </a:lnTo>
                  <a:cubicBezTo>
                    <a:pt x="1609" y="33636"/>
                    <a:pt x="7352" y="46034"/>
                    <a:pt x="16833" y="55514"/>
                  </a:cubicBezTo>
                  <a:lnTo>
                    <a:pt x="59860" y="98542"/>
                  </a:lnTo>
                  <a:cubicBezTo>
                    <a:pt x="71255" y="109937"/>
                    <a:pt x="90216" y="109298"/>
                    <a:pt x="100791" y="96536"/>
                  </a:cubicBezTo>
                  <a:cubicBezTo>
                    <a:pt x="109998" y="85415"/>
                    <a:pt x="108357" y="68824"/>
                    <a:pt x="98147" y="58614"/>
                  </a:cubicBezTo>
                  <a:close/>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1" name="Google Shape;2141;p34"/>
            <p:cNvSpPr/>
            <p:nvPr/>
          </p:nvSpPr>
          <p:spPr>
            <a:xfrm>
              <a:off x="1143498" y="2031576"/>
              <a:ext cx="24886" cy="24977"/>
            </a:xfrm>
            <a:custGeom>
              <a:rect b="b" l="l" r="r" t="t"/>
              <a:pathLst>
                <a:path extrusionOk="0" h="24977" w="24886">
                  <a:moveTo>
                    <a:pt x="24886" y="24978"/>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2" name="Google Shape;2142;p34"/>
            <p:cNvSpPr/>
            <p:nvPr/>
          </p:nvSpPr>
          <p:spPr>
            <a:xfrm>
              <a:off x="1226088" y="2105780"/>
              <a:ext cx="20601" cy="20693"/>
            </a:xfrm>
            <a:custGeom>
              <a:rect b="b" l="l" r="r" t="t"/>
              <a:pathLst>
                <a:path extrusionOk="0" h="20693" w="20601">
                  <a:moveTo>
                    <a:pt x="20602" y="20693"/>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3" name="Google Shape;2143;p34"/>
            <p:cNvSpPr/>
            <p:nvPr/>
          </p:nvSpPr>
          <p:spPr>
            <a:xfrm>
              <a:off x="1032101" y="1861472"/>
              <a:ext cx="27712" cy="4557"/>
            </a:xfrm>
            <a:custGeom>
              <a:rect b="b" l="l" r="r" t="t"/>
              <a:pathLst>
                <a:path extrusionOk="0" h="4557" w="27712">
                  <a:moveTo>
                    <a:pt x="27712" y="0"/>
                  </a:moveTo>
                  <a:cubicBezTo>
                    <a:pt x="18050" y="0"/>
                    <a:pt x="8660" y="1641"/>
                    <a:pt x="0" y="4558"/>
                  </a:cubicBez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4" name="Google Shape;2144;p34"/>
            <p:cNvSpPr/>
            <p:nvPr/>
          </p:nvSpPr>
          <p:spPr>
            <a:xfrm>
              <a:off x="998646" y="1876696"/>
              <a:ext cx="12033" cy="10027"/>
            </a:xfrm>
            <a:custGeom>
              <a:rect b="b" l="l" r="r" t="t"/>
              <a:pathLst>
                <a:path extrusionOk="0" h="10027" w="12033">
                  <a:moveTo>
                    <a:pt x="12033" y="0"/>
                  </a:moveTo>
                  <a:cubicBezTo>
                    <a:pt x="7749" y="3008"/>
                    <a:pt x="3646" y="6381"/>
                    <a:pt x="0" y="10028"/>
                  </a:cubicBezTo>
                </a:path>
              </a:pathLst>
            </a:custGeom>
            <a:noFill/>
            <a:ln cap="rnd" cmpd="sng" w="12700">
              <a:solidFill>
                <a:srgbClr val="000000"/>
              </a:solidFill>
              <a:prstDash val="dashDot"/>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5" name="Google Shape;2145;p34"/>
            <p:cNvSpPr/>
            <p:nvPr/>
          </p:nvSpPr>
          <p:spPr>
            <a:xfrm>
              <a:off x="991353" y="1913616"/>
              <a:ext cx="9115" cy="21878"/>
            </a:xfrm>
            <a:custGeom>
              <a:rect b="b" l="l" r="r" t="t"/>
              <a:pathLst>
                <a:path extrusionOk="0" h="21878" w="9115">
                  <a:moveTo>
                    <a:pt x="0" y="0"/>
                  </a:moveTo>
                  <a:lnTo>
                    <a:pt x="0" y="21878"/>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6" name="Google Shape;2146;p34"/>
            <p:cNvSpPr/>
            <p:nvPr/>
          </p:nvSpPr>
          <p:spPr>
            <a:xfrm>
              <a:off x="1025538" y="1902221"/>
              <a:ext cx="9115" cy="33273"/>
            </a:xfrm>
            <a:custGeom>
              <a:rect b="b" l="l" r="r" t="t"/>
              <a:pathLst>
                <a:path extrusionOk="0" h="33273" w="9115">
                  <a:moveTo>
                    <a:pt x="0" y="0"/>
                  </a:moveTo>
                  <a:lnTo>
                    <a:pt x="0" y="33273"/>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7" name="Google Shape;2147;p34"/>
            <p:cNvSpPr/>
            <p:nvPr/>
          </p:nvSpPr>
          <p:spPr>
            <a:xfrm>
              <a:off x="1059813" y="1906049"/>
              <a:ext cx="9115" cy="29444"/>
            </a:xfrm>
            <a:custGeom>
              <a:rect b="b" l="l" r="r" t="t"/>
              <a:pathLst>
                <a:path extrusionOk="0" h="29444" w="9115">
                  <a:moveTo>
                    <a:pt x="0" y="0"/>
                  </a:moveTo>
                  <a:lnTo>
                    <a:pt x="0" y="2944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8" name="Google Shape;2148;p34"/>
            <p:cNvSpPr/>
            <p:nvPr/>
          </p:nvSpPr>
          <p:spPr>
            <a:xfrm>
              <a:off x="1093998" y="1887088"/>
              <a:ext cx="9115" cy="48405"/>
            </a:xfrm>
            <a:custGeom>
              <a:rect b="b" l="l" r="r" t="t"/>
              <a:pathLst>
                <a:path extrusionOk="0" h="48405" w="9115">
                  <a:moveTo>
                    <a:pt x="0" y="0"/>
                  </a:moveTo>
                  <a:lnTo>
                    <a:pt x="0" y="48406"/>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9" name="Google Shape;2149;p34"/>
            <p:cNvSpPr/>
            <p:nvPr/>
          </p:nvSpPr>
          <p:spPr>
            <a:xfrm>
              <a:off x="1128183" y="1909787"/>
              <a:ext cx="9115" cy="25706"/>
            </a:xfrm>
            <a:custGeom>
              <a:rect b="b" l="l" r="r" t="t"/>
              <a:pathLst>
                <a:path extrusionOk="0" h="25706" w="9115">
                  <a:moveTo>
                    <a:pt x="0" y="0"/>
                  </a:moveTo>
                  <a:lnTo>
                    <a:pt x="0" y="25707"/>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0" name="Google Shape;2150;p34"/>
            <p:cNvSpPr/>
            <p:nvPr/>
          </p:nvSpPr>
          <p:spPr>
            <a:xfrm>
              <a:off x="1128183" y="1963297"/>
              <a:ext cx="9115" cy="7566"/>
            </a:xfrm>
            <a:custGeom>
              <a:rect b="b" l="l" r="r" t="t"/>
              <a:pathLst>
                <a:path extrusionOk="0" h="7566" w="9115">
                  <a:moveTo>
                    <a:pt x="0" y="7566"/>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34"/>
            <p:cNvSpPr/>
            <p:nvPr/>
          </p:nvSpPr>
          <p:spPr>
            <a:xfrm>
              <a:off x="1093998" y="1963297"/>
              <a:ext cx="9115" cy="26527"/>
            </a:xfrm>
            <a:custGeom>
              <a:rect b="b" l="l" r="r" t="t"/>
              <a:pathLst>
                <a:path extrusionOk="0" h="26527" w="9115">
                  <a:moveTo>
                    <a:pt x="0" y="26527"/>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2" name="Google Shape;2152;p34"/>
            <p:cNvSpPr/>
            <p:nvPr/>
          </p:nvSpPr>
          <p:spPr>
            <a:xfrm>
              <a:off x="1059813" y="1963297"/>
              <a:ext cx="9115" cy="49226"/>
            </a:xfrm>
            <a:custGeom>
              <a:rect b="b" l="l" r="r" t="t"/>
              <a:pathLst>
                <a:path extrusionOk="0" h="49226" w="9115">
                  <a:moveTo>
                    <a:pt x="0" y="49226"/>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3" name="Google Shape;2153;p34"/>
            <p:cNvSpPr/>
            <p:nvPr/>
          </p:nvSpPr>
          <p:spPr>
            <a:xfrm>
              <a:off x="1025538" y="1963297"/>
              <a:ext cx="9115" cy="30356"/>
            </a:xfrm>
            <a:custGeom>
              <a:rect b="b" l="l" r="r" t="t"/>
              <a:pathLst>
                <a:path extrusionOk="0" h="30356" w="9115">
                  <a:moveTo>
                    <a:pt x="0" y="30356"/>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4" name="Google Shape;2154;p34"/>
            <p:cNvSpPr/>
            <p:nvPr/>
          </p:nvSpPr>
          <p:spPr>
            <a:xfrm>
              <a:off x="991353" y="1963297"/>
              <a:ext cx="9115" cy="7566"/>
            </a:xfrm>
            <a:custGeom>
              <a:rect b="b" l="l" r="r" t="t"/>
              <a:pathLst>
                <a:path extrusionOk="0" h="7566" w="9115">
                  <a:moveTo>
                    <a:pt x="0" y="7566"/>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5" name="Google Shape;2155;p34"/>
          <p:cNvSpPr txBox="1"/>
          <p:nvPr/>
        </p:nvSpPr>
        <p:spPr>
          <a:xfrm>
            <a:off x="790166" y="1820586"/>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lt1"/>
                </a:solidFill>
                <a:latin typeface="Calibri"/>
                <a:ea typeface="Calibri"/>
                <a:cs typeface="Calibri"/>
                <a:sym typeface="Calibri"/>
              </a:rPr>
              <a:t>Lorem</a:t>
            </a:r>
            <a:br>
              <a:rPr b="1" lang="en-US" sz="1200">
                <a:solidFill>
                  <a:schemeClr val="lt1"/>
                </a:solidFill>
                <a:latin typeface="Calibri"/>
                <a:ea typeface="Calibri"/>
                <a:cs typeface="Calibri"/>
                <a:sym typeface="Calibri"/>
              </a:rPr>
            </a:br>
            <a:r>
              <a:rPr b="1" lang="en-US" sz="1200">
                <a:solidFill>
                  <a:schemeClr val="lt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lt1"/>
              </a:solidFill>
              <a:latin typeface="Calibri"/>
              <a:ea typeface="Calibri"/>
              <a:cs typeface="Calibri"/>
              <a:sym typeface="Calibri"/>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amet, consectetur adipiscing</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elit, sed do eiusmod tempor incididunt ut labore</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et dolore magna aliqua.</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Ut enim ad minim veniam,</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quis nostrud exercitation</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ullamco laboris nisi.</a:t>
            </a:r>
            <a:endParaRPr/>
          </a:p>
        </p:txBody>
      </p:sp>
      <p:sp>
        <p:nvSpPr>
          <p:cNvPr id="2156" name="Google Shape;2156;p34"/>
          <p:cNvSpPr/>
          <p:nvPr/>
        </p:nvSpPr>
        <p:spPr>
          <a:xfrm>
            <a:off x="2757124" y="1220919"/>
            <a:ext cx="1150951" cy="1150951"/>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7" name="Google Shape;2157;p34"/>
          <p:cNvSpPr/>
          <p:nvPr/>
        </p:nvSpPr>
        <p:spPr>
          <a:xfrm rot="-4595399">
            <a:off x="4384832" y="3263273"/>
            <a:ext cx="558301" cy="558301"/>
          </a:xfrm>
          <a:prstGeom prst="ellipse">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8" name="Google Shape;2158;p34"/>
          <p:cNvSpPr/>
          <p:nvPr/>
        </p:nvSpPr>
        <p:spPr>
          <a:xfrm>
            <a:off x="4922578" y="2330675"/>
            <a:ext cx="101463" cy="204811"/>
          </a:xfrm>
          <a:custGeom>
            <a:rect b="b" l="l" r="r" t="t"/>
            <a:pathLst>
              <a:path extrusionOk="0" h="204811" w="101463">
                <a:moveTo>
                  <a:pt x="0" y="204811"/>
                </a:moveTo>
                <a:lnTo>
                  <a:pt x="101464" y="102468"/>
                </a:ln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9" name="Google Shape;2159;p34"/>
          <p:cNvSpPr/>
          <p:nvPr/>
        </p:nvSpPr>
        <p:spPr>
          <a:xfrm>
            <a:off x="4474907" y="2433144"/>
            <a:ext cx="549134" cy="12557"/>
          </a:xfrm>
          <a:custGeom>
            <a:rect b="b" l="l" r="r" t="t"/>
            <a:pathLst>
              <a:path extrusionOk="0" h="12557" w="549134">
                <a:moveTo>
                  <a:pt x="549135" y="0"/>
                </a:move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0" name="Google Shape;2160;p34"/>
          <p:cNvSpPr/>
          <p:nvPr/>
        </p:nvSpPr>
        <p:spPr>
          <a:xfrm>
            <a:off x="3131894" y="1545336"/>
            <a:ext cx="1604960" cy="2406373"/>
          </a:xfrm>
          <a:custGeom>
            <a:rect b="b" l="l" r="r" t="t"/>
            <a:pathLst>
              <a:path extrusionOk="0" h="2406373" w="1604960">
                <a:moveTo>
                  <a:pt x="1604961" y="289197"/>
                </a:moveTo>
                <a:cubicBezTo>
                  <a:pt x="1604961" y="130095"/>
                  <a:pt x="1474866" y="0"/>
                  <a:pt x="1315764" y="0"/>
                </a:cubicBezTo>
                <a:lnTo>
                  <a:pt x="289197" y="0"/>
                </a:lnTo>
                <a:cubicBezTo>
                  <a:pt x="130220" y="0"/>
                  <a:pt x="0" y="130220"/>
                  <a:pt x="0" y="289197"/>
                </a:cubicBezTo>
                <a:lnTo>
                  <a:pt x="0" y="1809772"/>
                </a:lnTo>
                <a:cubicBezTo>
                  <a:pt x="0" y="1968874"/>
                  <a:pt x="130095" y="2098969"/>
                  <a:pt x="289197" y="2098969"/>
                </a:cubicBezTo>
                <a:lnTo>
                  <a:pt x="558427" y="2098969"/>
                </a:lnTo>
                <a:cubicBezTo>
                  <a:pt x="571864" y="2098969"/>
                  <a:pt x="584421" y="2105875"/>
                  <a:pt x="591704" y="2117177"/>
                </a:cubicBezTo>
                <a:lnTo>
                  <a:pt x="762611" y="2384524"/>
                </a:lnTo>
                <a:cubicBezTo>
                  <a:pt x="781196" y="2413657"/>
                  <a:pt x="823640" y="2413657"/>
                  <a:pt x="842224" y="2384524"/>
                </a:cubicBezTo>
                <a:lnTo>
                  <a:pt x="1013131" y="2117177"/>
                </a:lnTo>
                <a:cubicBezTo>
                  <a:pt x="1020414" y="2105749"/>
                  <a:pt x="1032971" y="2098969"/>
                  <a:pt x="1046408" y="2098969"/>
                </a:cubicBezTo>
                <a:lnTo>
                  <a:pt x="1315638" y="2098969"/>
                </a:lnTo>
                <a:cubicBezTo>
                  <a:pt x="1474741" y="2098969"/>
                  <a:pt x="1604835" y="1968874"/>
                  <a:pt x="1604835" y="1809772"/>
                </a:cubicBezTo>
                <a:lnTo>
                  <a:pt x="1604835" y="1043394"/>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1" name="Google Shape;2161;p34"/>
          <p:cNvSpPr txBox="1"/>
          <p:nvPr/>
        </p:nvSpPr>
        <p:spPr>
          <a:xfrm>
            <a:off x="3204006" y="1820586"/>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lt1"/>
                </a:solidFill>
                <a:latin typeface="Calibri"/>
                <a:ea typeface="Calibri"/>
                <a:cs typeface="Calibri"/>
                <a:sym typeface="Calibri"/>
              </a:rPr>
              <a:t>Lorem</a:t>
            </a:r>
            <a:br>
              <a:rPr b="1" lang="en-US" sz="1200">
                <a:solidFill>
                  <a:schemeClr val="lt1"/>
                </a:solidFill>
                <a:latin typeface="Calibri"/>
                <a:ea typeface="Calibri"/>
                <a:cs typeface="Calibri"/>
                <a:sym typeface="Calibri"/>
              </a:rPr>
            </a:br>
            <a:r>
              <a:rPr b="1" lang="en-US" sz="1200">
                <a:solidFill>
                  <a:schemeClr val="lt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lt1"/>
              </a:solidFill>
              <a:latin typeface="Calibri"/>
              <a:ea typeface="Calibri"/>
              <a:cs typeface="Calibri"/>
              <a:sym typeface="Calibri"/>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amet, consectetur adipiscing</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elit, sed do eiusmod tempor incididunt ut labore</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et dolore magna aliqua.</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Ut enim ad minim veniam,</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quis nostrud exercitation</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ullamco laboris nisi.</a:t>
            </a:r>
            <a:endParaRPr/>
          </a:p>
        </p:txBody>
      </p:sp>
      <p:sp>
        <p:nvSpPr>
          <p:cNvPr id="2162" name="Google Shape;2162;p34"/>
          <p:cNvSpPr/>
          <p:nvPr/>
        </p:nvSpPr>
        <p:spPr>
          <a:xfrm>
            <a:off x="3271971" y="1744789"/>
            <a:ext cx="457298" cy="437415"/>
          </a:xfrm>
          <a:prstGeom prst="rect">
            <a:avLst/>
          </a:prstGeom>
          <a:noFill/>
          <a:ln>
            <a:noFill/>
          </a:ln>
        </p:spPr>
      </p:sp>
      <p:sp>
        <p:nvSpPr>
          <p:cNvPr id="2163" name="Google Shape;2163;p34"/>
          <p:cNvSpPr/>
          <p:nvPr/>
        </p:nvSpPr>
        <p:spPr>
          <a:xfrm>
            <a:off x="5170964" y="1220919"/>
            <a:ext cx="1150951" cy="1150951"/>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4" name="Google Shape;2164;p34"/>
          <p:cNvSpPr/>
          <p:nvPr/>
        </p:nvSpPr>
        <p:spPr>
          <a:xfrm rot="-4595399">
            <a:off x="6798671" y="3263273"/>
            <a:ext cx="558301" cy="558301"/>
          </a:xfrm>
          <a:prstGeom prst="ellipse">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5" name="Google Shape;2165;p34"/>
          <p:cNvSpPr/>
          <p:nvPr/>
        </p:nvSpPr>
        <p:spPr>
          <a:xfrm>
            <a:off x="7336417" y="2330675"/>
            <a:ext cx="101463" cy="204811"/>
          </a:xfrm>
          <a:custGeom>
            <a:rect b="b" l="l" r="r" t="t"/>
            <a:pathLst>
              <a:path extrusionOk="0" h="204811" w="101463">
                <a:moveTo>
                  <a:pt x="0" y="204811"/>
                </a:moveTo>
                <a:lnTo>
                  <a:pt x="101464" y="102468"/>
                </a:ln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6" name="Google Shape;2166;p34"/>
          <p:cNvSpPr/>
          <p:nvPr/>
        </p:nvSpPr>
        <p:spPr>
          <a:xfrm>
            <a:off x="6888746" y="2433144"/>
            <a:ext cx="549134" cy="12557"/>
          </a:xfrm>
          <a:custGeom>
            <a:rect b="b" l="l" r="r" t="t"/>
            <a:pathLst>
              <a:path extrusionOk="0" h="12557" w="549134">
                <a:moveTo>
                  <a:pt x="549135" y="0"/>
                </a:moveTo>
                <a:lnTo>
                  <a:pt x="0" y="0"/>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7" name="Google Shape;2167;p34"/>
          <p:cNvSpPr/>
          <p:nvPr/>
        </p:nvSpPr>
        <p:spPr>
          <a:xfrm>
            <a:off x="5545733" y="1545336"/>
            <a:ext cx="1604960" cy="2406373"/>
          </a:xfrm>
          <a:custGeom>
            <a:rect b="b" l="l" r="r" t="t"/>
            <a:pathLst>
              <a:path extrusionOk="0" h="2406373" w="1604960">
                <a:moveTo>
                  <a:pt x="1604961" y="289197"/>
                </a:moveTo>
                <a:cubicBezTo>
                  <a:pt x="1604961" y="130095"/>
                  <a:pt x="1474866" y="0"/>
                  <a:pt x="1315764" y="0"/>
                </a:cubicBezTo>
                <a:lnTo>
                  <a:pt x="289197" y="0"/>
                </a:lnTo>
                <a:cubicBezTo>
                  <a:pt x="130220" y="0"/>
                  <a:pt x="0" y="130220"/>
                  <a:pt x="0" y="289197"/>
                </a:cubicBezTo>
                <a:lnTo>
                  <a:pt x="0" y="1809772"/>
                </a:lnTo>
                <a:cubicBezTo>
                  <a:pt x="0" y="1968874"/>
                  <a:pt x="130095" y="2098969"/>
                  <a:pt x="289197" y="2098969"/>
                </a:cubicBezTo>
                <a:lnTo>
                  <a:pt x="558427" y="2098969"/>
                </a:lnTo>
                <a:cubicBezTo>
                  <a:pt x="571864" y="2098969"/>
                  <a:pt x="584421" y="2105875"/>
                  <a:pt x="591704" y="2117177"/>
                </a:cubicBezTo>
                <a:lnTo>
                  <a:pt x="762611" y="2384524"/>
                </a:lnTo>
                <a:cubicBezTo>
                  <a:pt x="781196" y="2413657"/>
                  <a:pt x="823640" y="2413657"/>
                  <a:pt x="842224" y="2384524"/>
                </a:cubicBezTo>
                <a:lnTo>
                  <a:pt x="1013131" y="2117177"/>
                </a:lnTo>
                <a:cubicBezTo>
                  <a:pt x="1020414" y="2105749"/>
                  <a:pt x="1032971" y="2098969"/>
                  <a:pt x="1046408" y="2098969"/>
                </a:cubicBezTo>
                <a:lnTo>
                  <a:pt x="1315638" y="2098969"/>
                </a:lnTo>
                <a:cubicBezTo>
                  <a:pt x="1474741" y="2098969"/>
                  <a:pt x="1604835" y="1968874"/>
                  <a:pt x="1604835" y="1809772"/>
                </a:cubicBezTo>
                <a:lnTo>
                  <a:pt x="1604835" y="1043394"/>
                </a:lnTo>
              </a:path>
            </a:pathLst>
          </a:custGeom>
          <a:noFill/>
          <a:ln cap="rnd" cmpd="sng" w="16900">
            <a:solidFill>
              <a:srgbClr val="F2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8" name="Google Shape;2168;p34"/>
          <p:cNvSpPr txBox="1"/>
          <p:nvPr/>
        </p:nvSpPr>
        <p:spPr>
          <a:xfrm>
            <a:off x="5617845" y="1820586"/>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lt1"/>
                </a:solidFill>
                <a:latin typeface="Calibri"/>
                <a:ea typeface="Calibri"/>
                <a:cs typeface="Calibri"/>
                <a:sym typeface="Calibri"/>
              </a:rPr>
              <a:t>Lorem</a:t>
            </a:r>
            <a:br>
              <a:rPr b="1" lang="en-US" sz="1200">
                <a:solidFill>
                  <a:schemeClr val="lt1"/>
                </a:solidFill>
                <a:latin typeface="Calibri"/>
                <a:ea typeface="Calibri"/>
                <a:cs typeface="Calibri"/>
                <a:sym typeface="Calibri"/>
              </a:rPr>
            </a:br>
            <a:r>
              <a:rPr b="1" lang="en-US" sz="1200">
                <a:solidFill>
                  <a:schemeClr val="lt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lt1"/>
              </a:solidFill>
              <a:latin typeface="Calibri"/>
              <a:ea typeface="Calibri"/>
              <a:cs typeface="Calibri"/>
              <a:sym typeface="Calibri"/>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amet, consectetur adipiscing</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elit, sed do eiusmod tempor incididunt ut labore</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et dolore magna aliqua.</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Ut enim ad minim veniam,</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quis nostrud exercitation</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ullamco laboris nisi.</a:t>
            </a:r>
            <a:endParaRPr/>
          </a:p>
        </p:txBody>
      </p:sp>
      <p:grpSp>
        <p:nvGrpSpPr>
          <p:cNvPr id="2169" name="Google Shape;2169;p34"/>
          <p:cNvGrpSpPr/>
          <p:nvPr/>
        </p:nvGrpSpPr>
        <p:grpSpPr>
          <a:xfrm>
            <a:off x="5706828" y="1741297"/>
            <a:ext cx="445393" cy="445393"/>
            <a:chOff x="5706828" y="1741297"/>
            <a:chExt cx="445393" cy="445393"/>
          </a:xfrm>
        </p:grpSpPr>
        <p:sp>
          <p:nvSpPr>
            <p:cNvPr id="2170" name="Google Shape;2170;p34"/>
            <p:cNvSpPr/>
            <p:nvPr/>
          </p:nvSpPr>
          <p:spPr>
            <a:xfrm>
              <a:off x="5851088" y="1905241"/>
              <a:ext cx="156972" cy="120637"/>
            </a:xfrm>
            <a:custGeom>
              <a:rect b="b" l="l" r="r" t="t"/>
              <a:pathLst>
                <a:path extrusionOk="0" h="120637" w="156972">
                  <a:moveTo>
                    <a:pt x="50999" y="118400"/>
                  </a:moveTo>
                  <a:lnTo>
                    <a:pt x="1491" y="68893"/>
                  </a:lnTo>
                  <a:cubicBezTo>
                    <a:pt x="-497" y="66905"/>
                    <a:pt x="-497" y="63723"/>
                    <a:pt x="1491" y="61735"/>
                  </a:cubicBezTo>
                  <a:lnTo>
                    <a:pt x="17695" y="45531"/>
                  </a:lnTo>
                  <a:cubicBezTo>
                    <a:pt x="19684" y="43543"/>
                    <a:pt x="22865" y="43543"/>
                    <a:pt x="24853" y="45531"/>
                  </a:cubicBezTo>
                  <a:lnTo>
                    <a:pt x="52888" y="73565"/>
                  </a:lnTo>
                  <a:cubicBezTo>
                    <a:pt x="54876" y="75554"/>
                    <a:pt x="58057" y="75554"/>
                    <a:pt x="60045" y="73565"/>
                  </a:cubicBezTo>
                  <a:lnTo>
                    <a:pt x="132119" y="1491"/>
                  </a:lnTo>
                  <a:cubicBezTo>
                    <a:pt x="134108" y="-497"/>
                    <a:pt x="137289" y="-497"/>
                    <a:pt x="139277" y="1491"/>
                  </a:cubicBezTo>
                  <a:lnTo>
                    <a:pt x="155481" y="17695"/>
                  </a:lnTo>
                  <a:cubicBezTo>
                    <a:pt x="157470" y="19684"/>
                    <a:pt x="157470" y="22865"/>
                    <a:pt x="155481" y="24853"/>
                  </a:cubicBezTo>
                  <a:lnTo>
                    <a:pt x="61934" y="118400"/>
                  </a:lnTo>
                  <a:cubicBezTo>
                    <a:pt x="58952" y="121383"/>
                    <a:pt x="54080" y="121383"/>
                    <a:pt x="51098" y="118400"/>
                  </a:cubicBezTo>
                  <a:close/>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1" name="Google Shape;2171;p34"/>
            <p:cNvSpPr/>
            <p:nvPr/>
          </p:nvSpPr>
          <p:spPr>
            <a:xfrm>
              <a:off x="5706828" y="1741297"/>
              <a:ext cx="445393" cy="445393"/>
            </a:xfrm>
            <a:custGeom>
              <a:rect b="b" l="l" r="r" t="t"/>
              <a:pathLst>
                <a:path extrusionOk="0" h="445393" w="445393">
                  <a:moveTo>
                    <a:pt x="444586" y="163447"/>
                  </a:moveTo>
                  <a:lnTo>
                    <a:pt x="421522" y="107776"/>
                  </a:lnTo>
                  <a:cubicBezTo>
                    <a:pt x="419434" y="102805"/>
                    <a:pt x="413967" y="100320"/>
                    <a:pt x="408897" y="102010"/>
                  </a:cubicBezTo>
                  <a:lnTo>
                    <a:pt x="357003" y="119009"/>
                  </a:lnTo>
                  <a:cubicBezTo>
                    <a:pt x="353027" y="120302"/>
                    <a:pt x="348752" y="119009"/>
                    <a:pt x="345968" y="115828"/>
                  </a:cubicBezTo>
                  <a:cubicBezTo>
                    <a:pt x="340898" y="109963"/>
                    <a:pt x="335431" y="104495"/>
                    <a:pt x="329665" y="99425"/>
                  </a:cubicBezTo>
                  <a:cubicBezTo>
                    <a:pt x="326484" y="96642"/>
                    <a:pt x="325191" y="92367"/>
                    <a:pt x="326484" y="88390"/>
                  </a:cubicBezTo>
                  <a:lnTo>
                    <a:pt x="343384" y="36596"/>
                  </a:lnTo>
                  <a:cubicBezTo>
                    <a:pt x="345074" y="31526"/>
                    <a:pt x="342489" y="26059"/>
                    <a:pt x="337618" y="23971"/>
                  </a:cubicBezTo>
                  <a:lnTo>
                    <a:pt x="281947" y="907"/>
                  </a:lnTo>
                  <a:cubicBezTo>
                    <a:pt x="276976" y="-1180"/>
                    <a:pt x="271310" y="907"/>
                    <a:pt x="268924" y="5679"/>
                  </a:cubicBezTo>
                  <a:lnTo>
                    <a:pt x="244269" y="54292"/>
                  </a:lnTo>
                  <a:cubicBezTo>
                    <a:pt x="242381" y="58070"/>
                    <a:pt x="238404" y="60157"/>
                    <a:pt x="234229" y="59859"/>
                  </a:cubicBezTo>
                  <a:cubicBezTo>
                    <a:pt x="226574" y="59362"/>
                    <a:pt x="218919" y="59362"/>
                    <a:pt x="211165" y="59859"/>
                  </a:cubicBezTo>
                  <a:cubicBezTo>
                    <a:pt x="206990" y="60157"/>
                    <a:pt x="203013" y="58070"/>
                    <a:pt x="201124" y="54292"/>
                  </a:cubicBezTo>
                  <a:lnTo>
                    <a:pt x="176470" y="5580"/>
                  </a:lnTo>
                  <a:cubicBezTo>
                    <a:pt x="174084" y="808"/>
                    <a:pt x="168418" y="-1280"/>
                    <a:pt x="163447" y="808"/>
                  </a:cubicBezTo>
                  <a:lnTo>
                    <a:pt x="107776" y="23872"/>
                  </a:lnTo>
                  <a:cubicBezTo>
                    <a:pt x="102805" y="25959"/>
                    <a:pt x="100320" y="31427"/>
                    <a:pt x="102010" y="36497"/>
                  </a:cubicBezTo>
                  <a:lnTo>
                    <a:pt x="119009" y="88390"/>
                  </a:lnTo>
                  <a:cubicBezTo>
                    <a:pt x="120302" y="92367"/>
                    <a:pt x="119009" y="96642"/>
                    <a:pt x="115828" y="99425"/>
                  </a:cubicBezTo>
                  <a:cubicBezTo>
                    <a:pt x="109963" y="104495"/>
                    <a:pt x="104495" y="109963"/>
                    <a:pt x="99425" y="115729"/>
                  </a:cubicBezTo>
                  <a:cubicBezTo>
                    <a:pt x="96642" y="118910"/>
                    <a:pt x="92367" y="120202"/>
                    <a:pt x="88390" y="118910"/>
                  </a:cubicBezTo>
                  <a:lnTo>
                    <a:pt x="36596" y="102010"/>
                  </a:lnTo>
                  <a:cubicBezTo>
                    <a:pt x="31526" y="100320"/>
                    <a:pt x="26059" y="102905"/>
                    <a:pt x="23971" y="107776"/>
                  </a:cubicBezTo>
                  <a:lnTo>
                    <a:pt x="907" y="163447"/>
                  </a:lnTo>
                  <a:cubicBezTo>
                    <a:pt x="-1180" y="168418"/>
                    <a:pt x="907" y="174084"/>
                    <a:pt x="5679" y="176470"/>
                  </a:cubicBezTo>
                  <a:lnTo>
                    <a:pt x="54292" y="201124"/>
                  </a:lnTo>
                  <a:cubicBezTo>
                    <a:pt x="58070" y="203013"/>
                    <a:pt x="60157" y="206990"/>
                    <a:pt x="59859" y="211165"/>
                  </a:cubicBezTo>
                  <a:cubicBezTo>
                    <a:pt x="59362" y="218820"/>
                    <a:pt x="59362" y="226475"/>
                    <a:pt x="59859" y="234229"/>
                  </a:cubicBezTo>
                  <a:cubicBezTo>
                    <a:pt x="60157" y="238404"/>
                    <a:pt x="58070" y="242381"/>
                    <a:pt x="54292" y="244269"/>
                  </a:cubicBezTo>
                  <a:lnTo>
                    <a:pt x="5580" y="268924"/>
                  </a:lnTo>
                  <a:cubicBezTo>
                    <a:pt x="808" y="271310"/>
                    <a:pt x="-1280" y="276976"/>
                    <a:pt x="808" y="281947"/>
                  </a:cubicBezTo>
                  <a:lnTo>
                    <a:pt x="23872" y="337618"/>
                  </a:lnTo>
                  <a:cubicBezTo>
                    <a:pt x="25959" y="342588"/>
                    <a:pt x="31427" y="345074"/>
                    <a:pt x="36497" y="343384"/>
                  </a:cubicBezTo>
                  <a:lnTo>
                    <a:pt x="88390" y="326384"/>
                  </a:lnTo>
                  <a:cubicBezTo>
                    <a:pt x="92367" y="325092"/>
                    <a:pt x="96642" y="326384"/>
                    <a:pt x="99425" y="329565"/>
                  </a:cubicBezTo>
                  <a:cubicBezTo>
                    <a:pt x="104495" y="335431"/>
                    <a:pt x="109963" y="340898"/>
                    <a:pt x="115729" y="345968"/>
                  </a:cubicBezTo>
                  <a:cubicBezTo>
                    <a:pt x="118910" y="348752"/>
                    <a:pt x="120202" y="353027"/>
                    <a:pt x="118910" y="357003"/>
                  </a:cubicBezTo>
                  <a:lnTo>
                    <a:pt x="102010" y="408797"/>
                  </a:lnTo>
                  <a:cubicBezTo>
                    <a:pt x="100320" y="413867"/>
                    <a:pt x="102905" y="419335"/>
                    <a:pt x="107776" y="421423"/>
                  </a:cubicBezTo>
                  <a:lnTo>
                    <a:pt x="163447" y="444486"/>
                  </a:lnTo>
                  <a:cubicBezTo>
                    <a:pt x="168418" y="446574"/>
                    <a:pt x="174084" y="444486"/>
                    <a:pt x="176470" y="439715"/>
                  </a:cubicBezTo>
                  <a:lnTo>
                    <a:pt x="201124" y="391102"/>
                  </a:lnTo>
                  <a:cubicBezTo>
                    <a:pt x="203013" y="387324"/>
                    <a:pt x="206990" y="385236"/>
                    <a:pt x="211165" y="385535"/>
                  </a:cubicBezTo>
                  <a:cubicBezTo>
                    <a:pt x="218820" y="386032"/>
                    <a:pt x="226475" y="386032"/>
                    <a:pt x="234229" y="385535"/>
                  </a:cubicBezTo>
                  <a:cubicBezTo>
                    <a:pt x="238404" y="385236"/>
                    <a:pt x="242381" y="387324"/>
                    <a:pt x="244269" y="391102"/>
                  </a:cubicBezTo>
                  <a:lnTo>
                    <a:pt x="268924" y="439814"/>
                  </a:lnTo>
                  <a:cubicBezTo>
                    <a:pt x="271310" y="444586"/>
                    <a:pt x="276976" y="446673"/>
                    <a:pt x="281947" y="444586"/>
                  </a:cubicBezTo>
                  <a:lnTo>
                    <a:pt x="337618" y="421522"/>
                  </a:lnTo>
                  <a:cubicBezTo>
                    <a:pt x="342588" y="419434"/>
                    <a:pt x="345074" y="413967"/>
                    <a:pt x="343384" y="408897"/>
                  </a:cubicBezTo>
                  <a:lnTo>
                    <a:pt x="326384" y="357003"/>
                  </a:lnTo>
                  <a:cubicBezTo>
                    <a:pt x="325092" y="353027"/>
                    <a:pt x="326384" y="348752"/>
                    <a:pt x="329565" y="345968"/>
                  </a:cubicBezTo>
                  <a:cubicBezTo>
                    <a:pt x="335431" y="340898"/>
                    <a:pt x="340898" y="335431"/>
                    <a:pt x="345968" y="329665"/>
                  </a:cubicBezTo>
                  <a:cubicBezTo>
                    <a:pt x="348752" y="326484"/>
                    <a:pt x="353027" y="325191"/>
                    <a:pt x="357003" y="326484"/>
                  </a:cubicBezTo>
                  <a:lnTo>
                    <a:pt x="408797" y="343384"/>
                  </a:lnTo>
                  <a:cubicBezTo>
                    <a:pt x="413867" y="345074"/>
                    <a:pt x="419335" y="342489"/>
                    <a:pt x="421423" y="337618"/>
                  </a:cubicBezTo>
                  <a:lnTo>
                    <a:pt x="444486" y="281947"/>
                  </a:lnTo>
                  <a:cubicBezTo>
                    <a:pt x="446574" y="276976"/>
                    <a:pt x="444486" y="271310"/>
                    <a:pt x="439715" y="268924"/>
                  </a:cubicBezTo>
                  <a:lnTo>
                    <a:pt x="391102" y="244269"/>
                  </a:lnTo>
                  <a:cubicBezTo>
                    <a:pt x="387324" y="242381"/>
                    <a:pt x="385236" y="238404"/>
                    <a:pt x="385535" y="234229"/>
                  </a:cubicBezTo>
                  <a:cubicBezTo>
                    <a:pt x="386032" y="226574"/>
                    <a:pt x="386032" y="218919"/>
                    <a:pt x="385535" y="211165"/>
                  </a:cubicBezTo>
                  <a:cubicBezTo>
                    <a:pt x="385236" y="206990"/>
                    <a:pt x="387324" y="203013"/>
                    <a:pt x="391102" y="201124"/>
                  </a:cubicBezTo>
                  <a:lnTo>
                    <a:pt x="439814" y="176470"/>
                  </a:lnTo>
                  <a:cubicBezTo>
                    <a:pt x="444586" y="174084"/>
                    <a:pt x="446673" y="168418"/>
                    <a:pt x="444586" y="163447"/>
                  </a:cubicBezTo>
                  <a:close/>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2" name="Google Shape;2172;p34"/>
            <p:cNvSpPr/>
            <p:nvPr/>
          </p:nvSpPr>
          <p:spPr>
            <a:xfrm>
              <a:off x="5812649" y="1847118"/>
              <a:ext cx="233750" cy="233750"/>
            </a:xfrm>
            <a:custGeom>
              <a:rect b="b" l="l" r="r" t="t"/>
              <a:pathLst>
                <a:path extrusionOk="0" h="233750" w="233750">
                  <a:moveTo>
                    <a:pt x="224837" y="72139"/>
                  </a:moveTo>
                  <a:cubicBezTo>
                    <a:pt x="249492" y="131787"/>
                    <a:pt x="221258" y="200183"/>
                    <a:pt x="161611" y="224837"/>
                  </a:cubicBezTo>
                  <a:cubicBezTo>
                    <a:pt x="101963" y="249492"/>
                    <a:pt x="33567" y="221258"/>
                    <a:pt x="8913" y="161611"/>
                  </a:cubicBezTo>
                  <a:cubicBezTo>
                    <a:pt x="-15741" y="101963"/>
                    <a:pt x="12492" y="33567"/>
                    <a:pt x="72139" y="8913"/>
                  </a:cubicBezTo>
                  <a:cubicBezTo>
                    <a:pt x="131787" y="-15741"/>
                    <a:pt x="200183" y="12492"/>
                    <a:pt x="224837" y="72139"/>
                  </a:cubicBezTo>
                  <a:close/>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3" name="Google Shape;2173;p34"/>
          <p:cNvSpPr/>
          <p:nvPr/>
        </p:nvSpPr>
        <p:spPr>
          <a:xfrm>
            <a:off x="8021807" y="2366237"/>
            <a:ext cx="651806" cy="562922"/>
          </a:xfrm>
          <a:prstGeom prst="rect">
            <a:avLst/>
          </a:prstGeom>
          <a:noFill/>
          <a:ln>
            <a:noFill/>
          </a:ln>
        </p:spPr>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35"/>
          <p:cNvSpPr/>
          <p:nvPr/>
        </p:nvSpPr>
        <p:spPr>
          <a:xfrm>
            <a:off x="7844790" y="2144778"/>
            <a:ext cx="1005840" cy="100584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0" name="Google Shape;2180;p35"/>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2181" name="Google Shape;2181;p35"/>
          <p:cNvSpPr/>
          <p:nvPr/>
        </p:nvSpPr>
        <p:spPr>
          <a:xfrm>
            <a:off x="343285" y="1220919"/>
            <a:ext cx="1150951" cy="1150950"/>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2" name="Google Shape;2182;p35"/>
          <p:cNvSpPr/>
          <p:nvPr/>
        </p:nvSpPr>
        <p:spPr>
          <a:xfrm>
            <a:off x="709642" y="1536923"/>
            <a:ext cx="1908723" cy="2423577"/>
          </a:xfrm>
          <a:prstGeom prst="rect">
            <a:avLst/>
          </a:prstGeom>
          <a:noFill/>
          <a:ln>
            <a:noFill/>
          </a:ln>
        </p:spPr>
      </p:sp>
      <p:sp>
        <p:nvSpPr>
          <p:cNvPr id="2183" name="Google Shape;2183;p35"/>
          <p:cNvSpPr/>
          <p:nvPr/>
        </p:nvSpPr>
        <p:spPr>
          <a:xfrm>
            <a:off x="906484" y="1744789"/>
            <a:ext cx="373753" cy="419333"/>
          </a:xfrm>
          <a:prstGeom prst="rect">
            <a:avLst/>
          </a:prstGeom>
          <a:noFill/>
          <a:ln>
            <a:noFill/>
          </a:ln>
        </p:spPr>
      </p:sp>
      <p:sp>
        <p:nvSpPr>
          <p:cNvPr id="2184" name="Google Shape;2184;p35"/>
          <p:cNvSpPr txBox="1"/>
          <p:nvPr/>
        </p:nvSpPr>
        <p:spPr>
          <a:xfrm>
            <a:off x="790166" y="1820586"/>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dk1"/>
                </a:solidFill>
                <a:latin typeface="Calibri"/>
                <a:ea typeface="Calibri"/>
                <a:cs typeface="Calibri"/>
                <a:sym typeface="Calibri"/>
              </a:rPr>
              <a:t>Lorem</a:t>
            </a:r>
            <a:br>
              <a:rPr b="1" lang="en-US" sz="1200">
                <a:solidFill>
                  <a:schemeClr val="dk1"/>
                </a:solidFill>
                <a:latin typeface="Calibri"/>
                <a:ea typeface="Calibri"/>
                <a:cs typeface="Calibri"/>
                <a:sym typeface="Calibri"/>
              </a:rPr>
            </a:br>
            <a:r>
              <a:rPr b="1" lang="en-US" sz="1200">
                <a:solidFill>
                  <a:schemeClr val="dk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amet, consectetur adipiscing</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elit, sed do eiusmod tempor incididunt ut labore</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et dolore magna aliqua.</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Ut enim ad minim veniam,</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quis nostrud exercitation</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ullamco laboris nisi.</a:t>
            </a:r>
            <a:endParaRPr/>
          </a:p>
        </p:txBody>
      </p:sp>
      <p:grpSp>
        <p:nvGrpSpPr>
          <p:cNvPr id="2185" name="Google Shape;2185;p35"/>
          <p:cNvGrpSpPr/>
          <p:nvPr/>
        </p:nvGrpSpPr>
        <p:grpSpPr>
          <a:xfrm>
            <a:off x="2757124" y="1220919"/>
            <a:ext cx="2275081" cy="2739581"/>
            <a:chOff x="2595199" y="961612"/>
            <a:chExt cx="2275081" cy="2739581"/>
          </a:xfrm>
        </p:grpSpPr>
        <p:sp>
          <p:nvSpPr>
            <p:cNvPr id="2186" name="Google Shape;2186;p35"/>
            <p:cNvSpPr/>
            <p:nvPr/>
          </p:nvSpPr>
          <p:spPr>
            <a:xfrm>
              <a:off x="2595199" y="961612"/>
              <a:ext cx="1150951" cy="1150951"/>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7" name="Google Shape;2187;p35"/>
            <p:cNvSpPr/>
            <p:nvPr/>
          </p:nvSpPr>
          <p:spPr>
            <a:xfrm>
              <a:off x="2961556" y="1277616"/>
              <a:ext cx="1908724" cy="2423577"/>
            </a:xfrm>
            <a:prstGeom prst="rect">
              <a:avLst/>
            </a:prstGeom>
            <a:noFill/>
            <a:ln>
              <a:noFill/>
            </a:ln>
          </p:spPr>
        </p:sp>
        <p:sp>
          <p:nvSpPr>
            <p:cNvPr id="2188" name="Google Shape;2188;p35"/>
            <p:cNvSpPr txBox="1"/>
            <p:nvPr/>
          </p:nvSpPr>
          <p:spPr>
            <a:xfrm>
              <a:off x="3042081" y="1561279"/>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dk1"/>
                  </a:solidFill>
                  <a:latin typeface="Calibri"/>
                  <a:ea typeface="Calibri"/>
                  <a:cs typeface="Calibri"/>
                  <a:sym typeface="Calibri"/>
                </a:rPr>
                <a:t>Lorem</a:t>
              </a:r>
              <a:br>
                <a:rPr b="1" lang="en-US" sz="1200">
                  <a:solidFill>
                    <a:schemeClr val="dk1"/>
                  </a:solidFill>
                  <a:latin typeface="Calibri"/>
                  <a:ea typeface="Calibri"/>
                  <a:cs typeface="Calibri"/>
                  <a:sym typeface="Calibri"/>
                </a:rPr>
              </a:br>
              <a:r>
                <a:rPr b="1" lang="en-US" sz="1200">
                  <a:solidFill>
                    <a:schemeClr val="dk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amet, consectetur adipiscing</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elit, sed do eiusmod tempor incididunt ut labore</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et dolore magna aliqua.</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Ut enim ad minim veniam,</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quis nostrud exercitation</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ullamco laboris nisi.</a:t>
              </a:r>
              <a:endParaRPr/>
            </a:p>
          </p:txBody>
        </p:sp>
        <p:sp>
          <p:nvSpPr>
            <p:cNvPr id="2189" name="Google Shape;2189;p35"/>
            <p:cNvSpPr/>
            <p:nvPr/>
          </p:nvSpPr>
          <p:spPr>
            <a:xfrm>
              <a:off x="3110046" y="1485482"/>
              <a:ext cx="457298" cy="437415"/>
            </a:xfrm>
            <a:prstGeom prst="rect">
              <a:avLst/>
            </a:prstGeom>
            <a:noFill/>
            <a:ln>
              <a:noFill/>
            </a:ln>
          </p:spPr>
        </p:sp>
      </p:grpSp>
      <p:grpSp>
        <p:nvGrpSpPr>
          <p:cNvPr id="2190" name="Google Shape;2190;p35"/>
          <p:cNvGrpSpPr/>
          <p:nvPr/>
        </p:nvGrpSpPr>
        <p:grpSpPr>
          <a:xfrm>
            <a:off x="5170964" y="1220919"/>
            <a:ext cx="2275080" cy="2739581"/>
            <a:chOff x="4847114" y="961612"/>
            <a:chExt cx="2275080" cy="2739581"/>
          </a:xfrm>
        </p:grpSpPr>
        <p:sp>
          <p:nvSpPr>
            <p:cNvPr id="2191" name="Google Shape;2191;p35"/>
            <p:cNvSpPr/>
            <p:nvPr/>
          </p:nvSpPr>
          <p:spPr>
            <a:xfrm>
              <a:off x="4847114" y="961612"/>
              <a:ext cx="1150951" cy="1150951"/>
            </a:xfrm>
            <a:custGeom>
              <a:rect b="b" l="l" r="r" t="t"/>
              <a:pathLst>
                <a:path extrusionOk="0" h="1452646" w="1452646">
                  <a:moveTo>
                    <a:pt x="1452646" y="726323"/>
                  </a:moveTo>
                  <a:cubicBezTo>
                    <a:pt x="1452646" y="1127461"/>
                    <a:pt x="1127460" y="1452647"/>
                    <a:pt x="726323" y="1452647"/>
                  </a:cubicBezTo>
                  <a:cubicBezTo>
                    <a:pt x="325186" y="1452647"/>
                    <a:pt x="0" y="1127461"/>
                    <a:pt x="0" y="726323"/>
                  </a:cubicBezTo>
                  <a:cubicBezTo>
                    <a:pt x="0" y="325186"/>
                    <a:pt x="325186" y="0"/>
                    <a:pt x="726323" y="0"/>
                  </a:cubicBezTo>
                  <a:cubicBezTo>
                    <a:pt x="1127460" y="0"/>
                    <a:pt x="1452646" y="325186"/>
                    <a:pt x="1452646" y="726323"/>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2" name="Google Shape;2192;p35"/>
            <p:cNvSpPr/>
            <p:nvPr/>
          </p:nvSpPr>
          <p:spPr>
            <a:xfrm>
              <a:off x="5213470" y="1277616"/>
              <a:ext cx="1908724" cy="2423577"/>
            </a:xfrm>
            <a:prstGeom prst="rect">
              <a:avLst/>
            </a:prstGeom>
            <a:noFill/>
            <a:ln>
              <a:noFill/>
            </a:ln>
          </p:spPr>
        </p:sp>
        <p:sp>
          <p:nvSpPr>
            <p:cNvPr id="2193" name="Google Shape;2193;p35"/>
            <p:cNvSpPr txBox="1"/>
            <p:nvPr/>
          </p:nvSpPr>
          <p:spPr>
            <a:xfrm>
              <a:off x="5293995" y="1561279"/>
              <a:ext cx="1676213" cy="1654224"/>
            </a:xfrm>
            <a:prstGeom prst="rect">
              <a:avLst/>
            </a:prstGeom>
            <a:noFill/>
            <a:ln>
              <a:noFill/>
            </a:ln>
          </p:spPr>
          <p:txBody>
            <a:bodyPr anchorCtr="0" anchor="t" bIns="45700" lIns="91425" spcFirstLastPara="1" rIns="91425" wrap="square" tIns="45700">
              <a:noAutofit/>
            </a:bodyPr>
            <a:lstStyle/>
            <a:p>
              <a:pPr indent="0" lvl="0" marL="628650" marR="0" rtl="0" algn="l">
                <a:spcBef>
                  <a:spcPts val="0"/>
                </a:spcBef>
                <a:spcAft>
                  <a:spcPts val="0"/>
                </a:spcAft>
                <a:buNone/>
              </a:pPr>
              <a:r>
                <a:rPr b="1" lang="en-US" sz="1200">
                  <a:solidFill>
                    <a:schemeClr val="dk1"/>
                  </a:solidFill>
                  <a:latin typeface="Calibri"/>
                  <a:ea typeface="Calibri"/>
                  <a:cs typeface="Calibri"/>
                  <a:sym typeface="Calibri"/>
                </a:rPr>
                <a:t>Lorem</a:t>
              </a:r>
              <a:br>
                <a:rPr b="1" lang="en-US" sz="1200">
                  <a:solidFill>
                    <a:schemeClr val="dk1"/>
                  </a:solidFill>
                  <a:latin typeface="Calibri"/>
                  <a:ea typeface="Calibri"/>
                  <a:cs typeface="Calibri"/>
                  <a:sym typeface="Calibri"/>
                </a:rPr>
              </a:br>
              <a:r>
                <a:rPr b="1" lang="en-US" sz="1200">
                  <a:solidFill>
                    <a:schemeClr val="dk1"/>
                  </a:solidFill>
                  <a:latin typeface="Calibri"/>
                  <a:ea typeface="Calibri"/>
                  <a:cs typeface="Calibri"/>
                  <a:sym typeface="Calibri"/>
                </a:rPr>
                <a:t>ipsum dolor</a:t>
              </a:r>
              <a:endParaRPr/>
            </a:p>
            <a:p>
              <a:pPr indent="0" lvl="0" marL="0" marR="0" rtl="0" algn="l">
                <a:spcBef>
                  <a:spcPts val="30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amet, consectetur adipiscing</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elit, sed do eiusmod tempor incididunt ut labore</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et dolore magna aliqua.</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Ut enim ad minim veniam,</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quis nostrud exercitation</a:t>
              </a:r>
              <a:br>
                <a:rPr lang="en-US" sz="9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ullamco laboris nisi.</a:t>
              </a:r>
              <a:endParaRPr/>
            </a:p>
          </p:txBody>
        </p:sp>
        <p:sp>
          <p:nvSpPr>
            <p:cNvPr id="2194" name="Google Shape;2194;p35"/>
            <p:cNvSpPr/>
            <p:nvPr/>
          </p:nvSpPr>
          <p:spPr>
            <a:xfrm>
              <a:off x="5376529" y="1475541"/>
              <a:ext cx="457298" cy="457298"/>
            </a:xfrm>
            <a:prstGeom prst="rect">
              <a:avLst/>
            </a:prstGeom>
            <a:noFill/>
            <a:ln>
              <a:noFill/>
            </a:ln>
          </p:spPr>
        </p:sp>
      </p:grpSp>
      <p:sp>
        <p:nvSpPr>
          <p:cNvPr id="2195" name="Google Shape;2195;p35"/>
          <p:cNvSpPr/>
          <p:nvPr/>
        </p:nvSpPr>
        <p:spPr>
          <a:xfrm>
            <a:off x="8021807" y="2366237"/>
            <a:ext cx="651806" cy="562922"/>
          </a:xfrm>
          <a:prstGeom prst="rect">
            <a:avLst/>
          </a:prstGeom>
          <a:noFill/>
          <a:ln>
            <a:noFill/>
          </a:ln>
        </p:spPr>
      </p:sp>
      <p:sp>
        <p:nvSpPr>
          <p:cNvPr id="2196" name="Google Shape;2196;p35"/>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197" name="Google Shape;2197;p35"/>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2" name="Shape 2202"/>
        <p:cNvGrpSpPr/>
        <p:nvPr/>
      </p:nvGrpSpPr>
      <p:grpSpPr>
        <a:xfrm>
          <a:off x="0" y="0"/>
          <a:ext cx="0" cy="0"/>
          <a:chOff x="0" y="0"/>
          <a:chExt cx="0" cy="0"/>
        </a:xfrm>
      </p:grpSpPr>
      <p:graphicFrame>
        <p:nvGraphicFramePr>
          <p:cNvPr id="2203" name="Google Shape;2203;p36"/>
          <p:cNvGraphicFramePr/>
          <p:nvPr/>
        </p:nvGraphicFramePr>
        <p:xfrm>
          <a:off x="1409700" y="720090"/>
          <a:ext cx="6385560" cy="3840479"/>
        </p:xfrm>
        <a:graphic>
          <a:graphicData uri="http://schemas.openxmlformats.org/drawingml/2006/chart">
            <c:chart r:id="rId3"/>
          </a:graphicData>
        </a:graphic>
      </p:graphicFrame>
      <p:sp>
        <p:nvSpPr>
          <p:cNvPr id="2204" name="Google Shape;2204;p3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205" name="Google Shape;2205;p36"/>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206" name="Google Shape;2206;p36"/>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2207" name="Google Shape;2207;p36"/>
          <p:cNvSpPr txBox="1"/>
          <p:nvPr/>
        </p:nvSpPr>
        <p:spPr>
          <a:xfrm>
            <a:off x="3977415" y="2640329"/>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graphicFrame>
        <p:nvGraphicFramePr>
          <p:cNvPr id="2213" name="Google Shape;2213;p37"/>
          <p:cNvGraphicFramePr/>
          <p:nvPr/>
        </p:nvGraphicFramePr>
        <p:xfrm>
          <a:off x="1409700" y="720090"/>
          <a:ext cx="6385560" cy="3840479"/>
        </p:xfrm>
        <a:graphic>
          <a:graphicData uri="http://schemas.openxmlformats.org/drawingml/2006/chart">
            <c:chart r:id="rId3"/>
          </a:graphicData>
        </a:graphic>
      </p:graphicFrame>
      <p:sp>
        <p:nvSpPr>
          <p:cNvPr id="2214" name="Google Shape;2214;p3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2215" name="Google Shape;2215;p37"/>
          <p:cNvSpPr txBox="1"/>
          <p:nvPr/>
        </p:nvSpPr>
        <p:spPr>
          <a:xfrm>
            <a:off x="3977415" y="2640329"/>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2216" name="Google Shape;2216;p3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217" name="Google Shape;2217;p3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sp>
        <p:nvSpPr>
          <p:cNvPr id="2223" name="Google Shape;2223;p3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224" name="Google Shape;2224;p3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225" name="Google Shape;2225;p3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2226" name="Google Shape;2226;p38"/>
          <p:cNvGrpSpPr/>
          <p:nvPr/>
        </p:nvGrpSpPr>
        <p:grpSpPr>
          <a:xfrm>
            <a:off x="713105" y="1293467"/>
            <a:ext cx="1295400" cy="2556565"/>
            <a:chOff x="838200" y="1469335"/>
            <a:chExt cx="1295400" cy="2556565"/>
          </a:xfrm>
        </p:grpSpPr>
        <p:sp>
          <p:nvSpPr>
            <p:cNvPr id="2227" name="Google Shape;2227;p38"/>
            <p:cNvSpPr/>
            <p:nvPr/>
          </p:nvSpPr>
          <p:spPr>
            <a:xfrm flipH="1">
              <a:off x="838200" y="2730500"/>
              <a:ext cx="1295400" cy="1295400"/>
            </a:xfrm>
            <a:prstGeom prst="teardrop">
              <a:avLst>
                <a:gd fmla="val 10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8" name="Google Shape;2228;p38"/>
            <p:cNvSpPr/>
            <p:nvPr/>
          </p:nvSpPr>
          <p:spPr>
            <a:xfrm flipH="1">
              <a:off x="963295" y="2855595"/>
              <a:ext cx="1045210" cy="104521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29" name="Google Shape;2229;p38"/>
            <p:cNvCxnSpPr/>
            <p:nvPr/>
          </p:nvCxnSpPr>
          <p:spPr>
            <a:xfrm>
              <a:off x="838200" y="1469335"/>
              <a:ext cx="0" cy="1178615"/>
            </a:xfrm>
            <a:prstGeom prst="straightConnector1">
              <a:avLst/>
            </a:prstGeom>
            <a:noFill/>
            <a:ln cap="flat" cmpd="sng" w="9525">
              <a:solidFill>
                <a:srgbClr val="BFBFBF"/>
              </a:solidFill>
              <a:prstDash val="solid"/>
              <a:miter lim="8000"/>
              <a:headEnd len="med" w="med" type="oval"/>
              <a:tailEnd len="med" w="med" type="triangle"/>
            </a:ln>
          </p:spPr>
        </p:cxnSp>
        <p:sp>
          <p:nvSpPr>
            <p:cNvPr id="2230" name="Google Shape;2230;p38"/>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31" name="Google Shape;2231;p38"/>
          <p:cNvGrpSpPr/>
          <p:nvPr/>
        </p:nvGrpSpPr>
        <p:grpSpPr>
          <a:xfrm>
            <a:off x="2335237" y="1779065"/>
            <a:ext cx="1295400" cy="2556565"/>
            <a:chOff x="838200" y="1469335"/>
            <a:chExt cx="1295400" cy="2556565"/>
          </a:xfrm>
        </p:grpSpPr>
        <p:sp>
          <p:nvSpPr>
            <p:cNvPr id="2232" name="Google Shape;2232;p38"/>
            <p:cNvSpPr/>
            <p:nvPr/>
          </p:nvSpPr>
          <p:spPr>
            <a:xfrm flipH="1">
              <a:off x="838200" y="2730500"/>
              <a:ext cx="1295400" cy="1295400"/>
            </a:xfrm>
            <a:prstGeom prst="teardrop">
              <a:avLst>
                <a:gd fmla="val 10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3" name="Google Shape;2233;p38"/>
            <p:cNvSpPr/>
            <p:nvPr/>
          </p:nvSpPr>
          <p:spPr>
            <a:xfrm flipH="1">
              <a:off x="963295" y="2855595"/>
              <a:ext cx="1045210" cy="104521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34" name="Google Shape;2234;p38"/>
            <p:cNvCxnSpPr/>
            <p:nvPr/>
          </p:nvCxnSpPr>
          <p:spPr>
            <a:xfrm>
              <a:off x="838200" y="1469335"/>
              <a:ext cx="0" cy="1178615"/>
            </a:xfrm>
            <a:prstGeom prst="straightConnector1">
              <a:avLst/>
            </a:prstGeom>
            <a:noFill/>
            <a:ln cap="flat" cmpd="sng" w="9525">
              <a:solidFill>
                <a:srgbClr val="BFBFBF"/>
              </a:solidFill>
              <a:prstDash val="solid"/>
              <a:miter lim="8000"/>
              <a:headEnd len="med" w="med" type="oval"/>
              <a:tailEnd len="med" w="med" type="triangle"/>
            </a:ln>
          </p:spPr>
        </p:cxnSp>
        <p:sp>
          <p:nvSpPr>
            <p:cNvPr id="2235" name="Google Shape;2235;p38"/>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36" name="Google Shape;2236;p38"/>
          <p:cNvGrpSpPr/>
          <p:nvPr/>
        </p:nvGrpSpPr>
        <p:grpSpPr>
          <a:xfrm>
            <a:off x="3957369" y="1293467"/>
            <a:ext cx="1295400" cy="2556565"/>
            <a:chOff x="838200" y="1469335"/>
            <a:chExt cx="1295400" cy="2556565"/>
          </a:xfrm>
        </p:grpSpPr>
        <p:sp>
          <p:nvSpPr>
            <p:cNvPr id="2237" name="Google Shape;2237;p38"/>
            <p:cNvSpPr/>
            <p:nvPr/>
          </p:nvSpPr>
          <p:spPr>
            <a:xfrm flipH="1">
              <a:off x="838200" y="2730500"/>
              <a:ext cx="1295400" cy="1295400"/>
            </a:xfrm>
            <a:prstGeom prst="teardrop">
              <a:avLst>
                <a:gd fmla="val 100000" name="adj"/>
              </a:avLst>
            </a:prstGeom>
            <a:solidFill>
              <a:srgbClr val="76C76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8" name="Google Shape;2238;p38"/>
            <p:cNvSpPr/>
            <p:nvPr/>
          </p:nvSpPr>
          <p:spPr>
            <a:xfrm flipH="1">
              <a:off x="963295" y="2855595"/>
              <a:ext cx="1045210" cy="104521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39" name="Google Shape;2239;p38"/>
            <p:cNvCxnSpPr/>
            <p:nvPr/>
          </p:nvCxnSpPr>
          <p:spPr>
            <a:xfrm>
              <a:off x="838200" y="1469335"/>
              <a:ext cx="0" cy="1178615"/>
            </a:xfrm>
            <a:prstGeom prst="straightConnector1">
              <a:avLst/>
            </a:prstGeom>
            <a:noFill/>
            <a:ln cap="flat" cmpd="sng" w="9525">
              <a:solidFill>
                <a:srgbClr val="BFBFBF"/>
              </a:solidFill>
              <a:prstDash val="solid"/>
              <a:miter lim="8000"/>
              <a:headEnd len="med" w="med" type="oval"/>
              <a:tailEnd len="med" w="med" type="triangle"/>
            </a:ln>
          </p:spPr>
        </p:cxnSp>
        <p:sp>
          <p:nvSpPr>
            <p:cNvPr id="2240" name="Google Shape;2240;p38"/>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41" name="Google Shape;2241;p38"/>
          <p:cNvGrpSpPr/>
          <p:nvPr/>
        </p:nvGrpSpPr>
        <p:grpSpPr>
          <a:xfrm>
            <a:off x="5579501" y="1779065"/>
            <a:ext cx="1295400" cy="2556565"/>
            <a:chOff x="838200" y="1469335"/>
            <a:chExt cx="1295400" cy="2556565"/>
          </a:xfrm>
        </p:grpSpPr>
        <p:sp>
          <p:nvSpPr>
            <p:cNvPr id="2242" name="Google Shape;2242;p38"/>
            <p:cNvSpPr/>
            <p:nvPr/>
          </p:nvSpPr>
          <p:spPr>
            <a:xfrm flipH="1">
              <a:off x="838200" y="2730500"/>
              <a:ext cx="1295400" cy="1295400"/>
            </a:xfrm>
            <a:prstGeom prst="teardrop">
              <a:avLst>
                <a:gd fmla="val 10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3" name="Google Shape;2243;p38"/>
            <p:cNvSpPr/>
            <p:nvPr/>
          </p:nvSpPr>
          <p:spPr>
            <a:xfrm flipH="1">
              <a:off x="963295" y="2855595"/>
              <a:ext cx="1045210" cy="104521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44" name="Google Shape;2244;p38"/>
            <p:cNvCxnSpPr/>
            <p:nvPr/>
          </p:nvCxnSpPr>
          <p:spPr>
            <a:xfrm>
              <a:off x="838200" y="1469335"/>
              <a:ext cx="0" cy="1178615"/>
            </a:xfrm>
            <a:prstGeom prst="straightConnector1">
              <a:avLst/>
            </a:prstGeom>
            <a:noFill/>
            <a:ln cap="flat" cmpd="sng" w="9525">
              <a:solidFill>
                <a:srgbClr val="BFBFBF"/>
              </a:solidFill>
              <a:prstDash val="solid"/>
              <a:miter lim="8000"/>
              <a:headEnd len="med" w="med" type="oval"/>
              <a:tailEnd len="med" w="med" type="triangle"/>
            </a:ln>
          </p:spPr>
        </p:cxnSp>
        <p:sp>
          <p:nvSpPr>
            <p:cNvPr id="2245" name="Google Shape;2245;p38"/>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46" name="Google Shape;2246;p38"/>
          <p:cNvGrpSpPr/>
          <p:nvPr/>
        </p:nvGrpSpPr>
        <p:grpSpPr>
          <a:xfrm>
            <a:off x="7201633" y="1293467"/>
            <a:ext cx="1295400" cy="2556565"/>
            <a:chOff x="838200" y="1469335"/>
            <a:chExt cx="1295400" cy="2556565"/>
          </a:xfrm>
        </p:grpSpPr>
        <p:sp>
          <p:nvSpPr>
            <p:cNvPr id="2247" name="Google Shape;2247;p38"/>
            <p:cNvSpPr/>
            <p:nvPr/>
          </p:nvSpPr>
          <p:spPr>
            <a:xfrm flipH="1">
              <a:off x="838200" y="2730500"/>
              <a:ext cx="1295400" cy="1295400"/>
            </a:xfrm>
            <a:prstGeom prst="teardrop">
              <a:avLst>
                <a:gd fmla="val 10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8" name="Google Shape;2248;p38"/>
            <p:cNvSpPr/>
            <p:nvPr/>
          </p:nvSpPr>
          <p:spPr>
            <a:xfrm flipH="1">
              <a:off x="963295" y="2855595"/>
              <a:ext cx="1045210" cy="104521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49" name="Google Shape;2249;p38"/>
            <p:cNvCxnSpPr/>
            <p:nvPr/>
          </p:nvCxnSpPr>
          <p:spPr>
            <a:xfrm>
              <a:off x="838200" y="1469335"/>
              <a:ext cx="0" cy="1178615"/>
            </a:xfrm>
            <a:prstGeom prst="straightConnector1">
              <a:avLst/>
            </a:prstGeom>
            <a:noFill/>
            <a:ln cap="flat" cmpd="sng" w="9525">
              <a:solidFill>
                <a:srgbClr val="BFBFBF"/>
              </a:solidFill>
              <a:prstDash val="solid"/>
              <a:miter lim="8000"/>
              <a:headEnd len="med" w="med" type="oval"/>
              <a:tailEnd len="med" w="med" type="triangle"/>
            </a:ln>
          </p:spPr>
        </p:cxnSp>
        <p:sp>
          <p:nvSpPr>
            <p:cNvPr id="2250" name="Google Shape;2250;p38"/>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grpSp>
      <p:sp>
        <p:nvSpPr>
          <p:cNvPr id="2251" name="Google Shape;2251;p38"/>
          <p:cNvSpPr/>
          <p:nvPr/>
        </p:nvSpPr>
        <p:spPr>
          <a:xfrm>
            <a:off x="1086185" y="2915283"/>
            <a:ext cx="604352" cy="546794"/>
          </a:xfrm>
          <a:prstGeom prst="rect">
            <a:avLst/>
          </a:prstGeom>
          <a:noFill/>
          <a:ln>
            <a:noFill/>
          </a:ln>
        </p:spPr>
      </p:sp>
      <p:sp>
        <p:nvSpPr>
          <p:cNvPr id="2252" name="Google Shape;2252;p38"/>
          <p:cNvSpPr/>
          <p:nvPr/>
        </p:nvSpPr>
        <p:spPr>
          <a:xfrm>
            <a:off x="2716977" y="3401163"/>
            <a:ext cx="573534" cy="573534"/>
          </a:xfrm>
          <a:prstGeom prst="rect">
            <a:avLst/>
          </a:prstGeom>
          <a:noFill/>
          <a:ln>
            <a:noFill/>
          </a:ln>
        </p:spPr>
      </p:sp>
      <p:sp>
        <p:nvSpPr>
          <p:cNvPr id="2253" name="Google Shape;2253;p38"/>
          <p:cNvSpPr/>
          <p:nvPr/>
        </p:nvSpPr>
        <p:spPr>
          <a:xfrm>
            <a:off x="4307897" y="2905160"/>
            <a:ext cx="594344" cy="594344"/>
          </a:xfrm>
          <a:prstGeom prst="rect">
            <a:avLst/>
          </a:prstGeom>
          <a:noFill/>
          <a:ln>
            <a:noFill/>
          </a:ln>
        </p:spPr>
      </p:sp>
      <p:sp>
        <p:nvSpPr>
          <p:cNvPr id="2254" name="Google Shape;2254;p38"/>
          <p:cNvSpPr/>
          <p:nvPr/>
        </p:nvSpPr>
        <p:spPr>
          <a:xfrm>
            <a:off x="5943811" y="3424782"/>
            <a:ext cx="566780" cy="526296"/>
          </a:xfrm>
          <a:prstGeom prst="rect">
            <a:avLst/>
          </a:prstGeom>
          <a:noFill/>
          <a:ln>
            <a:noFill/>
          </a:ln>
        </p:spPr>
      </p:sp>
      <p:sp>
        <p:nvSpPr>
          <p:cNvPr id="2255" name="Google Shape;2255;p38"/>
          <p:cNvSpPr/>
          <p:nvPr/>
        </p:nvSpPr>
        <p:spPr>
          <a:xfrm>
            <a:off x="7571476" y="2871714"/>
            <a:ext cx="575340" cy="554544"/>
          </a:xfrm>
          <a:prstGeom prst="rect">
            <a:avLst/>
          </a:prstGeom>
          <a:noFill/>
          <a:ln>
            <a:noFill/>
          </a:ln>
        </p:spPr>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0" name="Shape 2260"/>
        <p:cNvGrpSpPr/>
        <p:nvPr/>
      </p:nvGrpSpPr>
      <p:grpSpPr>
        <a:xfrm>
          <a:off x="0" y="0"/>
          <a:ext cx="0" cy="0"/>
          <a:chOff x="0" y="0"/>
          <a:chExt cx="0" cy="0"/>
        </a:xfrm>
      </p:grpSpPr>
      <p:sp>
        <p:nvSpPr>
          <p:cNvPr id="2261" name="Google Shape;2261;p3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2262" name="Google Shape;2262;p39"/>
          <p:cNvGrpSpPr/>
          <p:nvPr/>
        </p:nvGrpSpPr>
        <p:grpSpPr>
          <a:xfrm>
            <a:off x="713105" y="1293467"/>
            <a:ext cx="1295400" cy="2556565"/>
            <a:chOff x="838200" y="1469335"/>
            <a:chExt cx="1295400" cy="2556565"/>
          </a:xfrm>
        </p:grpSpPr>
        <p:sp>
          <p:nvSpPr>
            <p:cNvPr id="2263" name="Google Shape;2263;p39"/>
            <p:cNvSpPr/>
            <p:nvPr/>
          </p:nvSpPr>
          <p:spPr>
            <a:xfrm flipH="1">
              <a:off x="838200" y="2730500"/>
              <a:ext cx="1295400" cy="1295400"/>
            </a:xfrm>
            <a:prstGeom prst="teardrop">
              <a:avLst>
                <a:gd fmla="val 10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4" name="Google Shape;2264;p39"/>
            <p:cNvSpPr/>
            <p:nvPr/>
          </p:nvSpPr>
          <p:spPr>
            <a:xfrm flipH="1">
              <a:off x="963295" y="2855595"/>
              <a:ext cx="1045210" cy="104521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65" name="Google Shape;2265;p39"/>
            <p:cNvCxnSpPr/>
            <p:nvPr/>
          </p:nvCxnSpPr>
          <p:spPr>
            <a:xfrm>
              <a:off x="838200" y="1469335"/>
              <a:ext cx="0" cy="1178615"/>
            </a:xfrm>
            <a:prstGeom prst="straightConnector1">
              <a:avLst/>
            </a:prstGeom>
            <a:noFill/>
            <a:ln cap="flat" cmpd="sng" w="9525">
              <a:solidFill>
                <a:srgbClr val="595959"/>
              </a:solidFill>
              <a:prstDash val="solid"/>
              <a:miter lim="8000"/>
              <a:headEnd len="med" w="med" type="oval"/>
              <a:tailEnd len="med" w="med" type="triangle"/>
            </a:ln>
          </p:spPr>
        </p:cxnSp>
        <p:sp>
          <p:nvSpPr>
            <p:cNvPr id="2266" name="Google Shape;2266;p39"/>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67" name="Google Shape;2267;p39"/>
          <p:cNvGrpSpPr/>
          <p:nvPr/>
        </p:nvGrpSpPr>
        <p:grpSpPr>
          <a:xfrm>
            <a:off x="2335237" y="1779065"/>
            <a:ext cx="1295400" cy="2556565"/>
            <a:chOff x="838200" y="1469335"/>
            <a:chExt cx="1295400" cy="2556565"/>
          </a:xfrm>
        </p:grpSpPr>
        <p:sp>
          <p:nvSpPr>
            <p:cNvPr id="2268" name="Google Shape;2268;p39"/>
            <p:cNvSpPr/>
            <p:nvPr/>
          </p:nvSpPr>
          <p:spPr>
            <a:xfrm flipH="1">
              <a:off x="838200" y="2730500"/>
              <a:ext cx="1295400" cy="1295400"/>
            </a:xfrm>
            <a:prstGeom prst="teardrop">
              <a:avLst>
                <a:gd fmla="val 10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9" name="Google Shape;2269;p39"/>
            <p:cNvSpPr/>
            <p:nvPr/>
          </p:nvSpPr>
          <p:spPr>
            <a:xfrm flipH="1">
              <a:off x="963295" y="2855595"/>
              <a:ext cx="1045210" cy="104521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70" name="Google Shape;2270;p39"/>
            <p:cNvCxnSpPr/>
            <p:nvPr/>
          </p:nvCxnSpPr>
          <p:spPr>
            <a:xfrm>
              <a:off x="838200" y="1469335"/>
              <a:ext cx="0" cy="1178615"/>
            </a:xfrm>
            <a:prstGeom prst="straightConnector1">
              <a:avLst/>
            </a:prstGeom>
            <a:noFill/>
            <a:ln cap="flat" cmpd="sng" w="9525">
              <a:solidFill>
                <a:srgbClr val="595959"/>
              </a:solidFill>
              <a:prstDash val="solid"/>
              <a:miter lim="8000"/>
              <a:headEnd len="med" w="med" type="oval"/>
              <a:tailEnd len="med" w="med" type="triangle"/>
            </a:ln>
          </p:spPr>
        </p:cxnSp>
        <p:sp>
          <p:nvSpPr>
            <p:cNvPr id="2271" name="Google Shape;2271;p39"/>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72" name="Google Shape;2272;p39"/>
          <p:cNvGrpSpPr/>
          <p:nvPr/>
        </p:nvGrpSpPr>
        <p:grpSpPr>
          <a:xfrm>
            <a:off x="3957369" y="1293467"/>
            <a:ext cx="1295400" cy="2556565"/>
            <a:chOff x="838200" y="1469335"/>
            <a:chExt cx="1295400" cy="2556565"/>
          </a:xfrm>
        </p:grpSpPr>
        <p:sp>
          <p:nvSpPr>
            <p:cNvPr id="2273" name="Google Shape;2273;p39"/>
            <p:cNvSpPr/>
            <p:nvPr/>
          </p:nvSpPr>
          <p:spPr>
            <a:xfrm flipH="1">
              <a:off x="838200" y="2730500"/>
              <a:ext cx="1295400" cy="1295400"/>
            </a:xfrm>
            <a:prstGeom prst="teardrop">
              <a:avLst>
                <a:gd fmla="val 100000" name="adj"/>
              </a:avLst>
            </a:prstGeom>
            <a:solidFill>
              <a:srgbClr val="76C76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4" name="Google Shape;2274;p39"/>
            <p:cNvSpPr/>
            <p:nvPr/>
          </p:nvSpPr>
          <p:spPr>
            <a:xfrm flipH="1">
              <a:off x="963295" y="2855595"/>
              <a:ext cx="1045210" cy="104521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75" name="Google Shape;2275;p39"/>
            <p:cNvCxnSpPr/>
            <p:nvPr/>
          </p:nvCxnSpPr>
          <p:spPr>
            <a:xfrm>
              <a:off x="838200" y="1469335"/>
              <a:ext cx="0" cy="1178615"/>
            </a:xfrm>
            <a:prstGeom prst="straightConnector1">
              <a:avLst/>
            </a:prstGeom>
            <a:noFill/>
            <a:ln cap="flat" cmpd="sng" w="9525">
              <a:solidFill>
                <a:srgbClr val="595959"/>
              </a:solidFill>
              <a:prstDash val="solid"/>
              <a:miter lim="8000"/>
              <a:headEnd len="med" w="med" type="oval"/>
              <a:tailEnd len="med" w="med" type="triangle"/>
            </a:ln>
          </p:spPr>
        </p:cxnSp>
        <p:sp>
          <p:nvSpPr>
            <p:cNvPr id="2276" name="Google Shape;2276;p39"/>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77" name="Google Shape;2277;p39"/>
          <p:cNvGrpSpPr/>
          <p:nvPr/>
        </p:nvGrpSpPr>
        <p:grpSpPr>
          <a:xfrm>
            <a:off x="5579501" y="1779065"/>
            <a:ext cx="1295400" cy="2556565"/>
            <a:chOff x="838200" y="1469335"/>
            <a:chExt cx="1295400" cy="2556565"/>
          </a:xfrm>
        </p:grpSpPr>
        <p:sp>
          <p:nvSpPr>
            <p:cNvPr id="2278" name="Google Shape;2278;p39"/>
            <p:cNvSpPr/>
            <p:nvPr/>
          </p:nvSpPr>
          <p:spPr>
            <a:xfrm flipH="1">
              <a:off x="838200" y="2730500"/>
              <a:ext cx="1295400" cy="1295400"/>
            </a:xfrm>
            <a:prstGeom prst="teardrop">
              <a:avLst>
                <a:gd fmla="val 10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9" name="Google Shape;2279;p39"/>
            <p:cNvSpPr/>
            <p:nvPr/>
          </p:nvSpPr>
          <p:spPr>
            <a:xfrm flipH="1">
              <a:off x="963295" y="2855595"/>
              <a:ext cx="1045210" cy="104521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80" name="Google Shape;2280;p39"/>
            <p:cNvCxnSpPr/>
            <p:nvPr/>
          </p:nvCxnSpPr>
          <p:spPr>
            <a:xfrm>
              <a:off x="838200" y="1469335"/>
              <a:ext cx="0" cy="1178615"/>
            </a:xfrm>
            <a:prstGeom prst="straightConnector1">
              <a:avLst/>
            </a:prstGeom>
            <a:noFill/>
            <a:ln cap="flat" cmpd="sng" w="9525">
              <a:solidFill>
                <a:srgbClr val="595959"/>
              </a:solidFill>
              <a:prstDash val="solid"/>
              <a:miter lim="8000"/>
              <a:headEnd len="med" w="med" type="oval"/>
              <a:tailEnd len="med" w="med" type="triangle"/>
            </a:ln>
          </p:spPr>
        </p:cxnSp>
        <p:sp>
          <p:nvSpPr>
            <p:cNvPr id="2281" name="Google Shape;2281;p39"/>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grpSp>
      <p:grpSp>
        <p:nvGrpSpPr>
          <p:cNvPr id="2282" name="Google Shape;2282;p39"/>
          <p:cNvGrpSpPr/>
          <p:nvPr/>
        </p:nvGrpSpPr>
        <p:grpSpPr>
          <a:xfrm>
            <a:off x="7201633" y="1293467"/>
            <a:ext cx="1295400" cy="2556565"/>
            <a:chOff x="838200" y="1469335"/>
            <a:chExt cx="1295400" cy="2556565"/>
          </a:xfrm>
        </p:grpSpPr>
        <p:sp>
          <p:nvSpPr>
            <p:cNvPr id="2283" name="Google Shape;2283;p39"/>
            <p:cNvSpPr/>
            <p:nvPr/>
          </p:nvSpPr>
          <p:spPr>
            <a:xfrm flipH="1">
              <a:off x="838200" y="2730500"/>
              <a:ext cx="1295400" cy="1295400"/>
            </a:xfrm>
            <a:prstGeom prst="teardrop">
              <a:avLst>
                <a:gd fmla="val 10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4" name="Google Shape;2284;p39"/>
            <p:cNvSpPr/>
            <p:nvPr/>
          </p:nvSpPr>
          <p:spPr>
            <a:xfrm flipH="1">
              <a:off x="963295" y="2855595"/>
              <a:ext cx="1045210" cy="104521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85" name="Google Shape;2285;p39"/>
            <p:cNvCxnSpPr/>
            <p:nvPr/>
          </p:nvCxnSpPr>
          <p:spPr>
            <a:xfrm>
              <a:off x="838200" y="1469335"/>
              <a:ext cx="0" cy="1178615"/>
            </a:xfrm>
            <a:prstGeom prst="straightConnector1">
              <a:avLst/>
            </a:prstGeom>
            <a:noFill/>
            <a:ln cap="flat" cmpd="sng" w="9525">
              <a:solidFill>
                <a:srgbClr val="595959"/>
              </a:solidFill>
              <a:prstDash val="solid"/>
              <a:miter lim="8000"/>
              <a:headEnd len="med" w="med" type="oval"/>
              <a:tailEnd len="med" w="med" type="triangle"/>
            </a:ln>
          </p:spPr>
        </p:cxnSp>
        <p:sp>
          <p:nvSpPr>
            <p:cNvPr id="2286" name="Google Shape;2286;p39"/>
            <p:cNvSpPr txBox="1"/>
            <p:nvPr/>
          </p:nvSpPr>
          <p:spPr>
            <a:xfrm>
              <a:off x="868286" y="1500335"/>
              <a:ext cx="1142999"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grpSp>
      <p:sp>
        <p:nvSpPr>
          <p:cNvPr id="2287" name="Google Shape;2287;p39"/>
          <p:cNvSpPr/>
          <p:nvPr/>
        </p:nvSpPr>
        <p:spPr>
          <a:xfrm>
            <a:off x="1086185" y="2915283"/>
            <a:ext cx="604352" cy="546794"/>
          </a:xfrm>
          <a:prstGeom prst="rect">
            <a:avLst/>
          </a:prstGeom>
          <a:noFill/>
          <a:ln>
            <a:noFill/>
          </a:ln>
        </p:spPr>
      </p:sp>
      <p:sp>
        <p:nvSpPr>
          <p:cNvPr id="2288" name="Google Shape;2288;p39"/>
          <p:cNvSpPr/>
          <p:nvPr/>
        </p:nvSpPr>
        <p:spPr>
          <a:xfrm>
            <a:off x="2716977" y="3401163"/>
            <a:ext cx="573534" cy="573534"/>
          </a:xfrm>
          <a:prstGeom prst="rect">
            <a:avLst/>
          </a:prstGeom>
          <a:noFill/>
          <a:ln>
            <a:noFill/>
          </a:ln>
        </p:spPr>
      </p:sp>
      <p:sp>
        <p:nvSpPr>
          <p:cNvPr id="2289" name="Google Shape;2289;p39"/>
          <p:cNvSpPr/>
          <p:nvPr/>
        </p:nvSpPr>
        <p:spPr>
          <a:xfrm>
            <a:off x="4307897" y="2905160"/>
            <a:ext cx="594344" cy="594344"/>
          </a:xfrm>
          <a:prstGeom prst="rect">
            <a:avLst/>
          </a:prstGeom>
          <a:noFill/>
          <a:ln>
            <a:noFill/>
          </a:ln>
        </p:spPr>
      </p:sp>
      <p:sp>
        <p:nvSpPr>
          <p:cNvPr id="2290" name="Google Shape;2290;p39"/>
          <p:cNvSpPr/>
          <p:nvPr/>
        </p:nvSpPr>
        <p:spPr>
          <a:xfrm>
            <a:off x="5943811" y="3424782"/>
            <a:ext cx="566780" cy="526296"/>
          </a:xfrm>
          <a:prstGeom prst="rect">
            <a:avLst/>
          </a:prstGeom>
          <a:noFill/>
          <a:ln>
            <a:noFill/>
          </a:ln>
        </p:spPr>
      </p:sp>
      <p:sp>
        <p:nvSpPr>
          <p:cNvPr id="2291" name="Google Shape;2291;p39"/>
          <p:cNvSpPr/>
          <p:nvPr/>
        </p:nvSpPr>
        <p:spPr>
          <a:xfrm>
            <a:off x="7571476" y="2871714"/>
            <a:ext cx="575340" cy="554544"/>
          </a:xfrm>
          <a:prstGeom prst="rect">
            <a:avLst/>
          </a:prstGeom>
          <a:noFill/>
          <a:ln>
            <a:noFill/>
          </a:ln>
        </p:spPr>
      </p:sp>
      <p:sp>
        <p:nvSpPr>
          <p:cNvPr id="2292" name="Google Shape;2292;p39"/>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293" name="Google Shape;2293;p39"/>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7" name="Shape 2297"/>
        <p:cNvGrpSpPr/>
        <p:nvPr/>
      </p:nvGrpSpPr>
      <p:grpSpPr>
        <a:xfrm>
          <a:off x="0" y="0"/>
          <a:ext cx="0" cy="0"/>
          <a:chOff x="0" y="0"/>
          <a:chExt cx="0" cy="0"/>
        </a:xfrm>
      </p:grpSpPr>
      <p:sp>
        <p:nvSpPr>
          <p:cNvPr id="2298" name="Google Shape;2298;p40"/>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299" name="Google Shape;2299;p40"/>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300" name="Google Shape;2300;p4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2301" name="Google Shape;2301;p40"/>
          <p:cNvSpPr/>
          <p:nvPr/>
        </p:nvSpPr>
        <p:spPr>
          <a:xfrm>
            <a:off x="1511929" y="1123950"/>
            <a:ext cx="1249680" cy="12496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lt1"/>
                </a:solidFill>
                <a:latin typeface="Calibri"/>
                <a:ea typeface="Calibri"/>
                <a:cs typeface="Calibri"/>
                <a:sym typeface="Calibri"/>
              </a:rPr>
              <a:t>60%</a:t>
            </a:r>
            <a:endParaRPr/>
          </a:p>
        </p:txBody>
      </p:sp>
      <p:sp>
        <p:nvSpPr>
          <p:cNvPr id="2302" name="Google Shape;2302;p40"/>
          <p:cNvSpPr/>
          <p:nvPr/>
        </p:nvSpPr>
        <p:spPr>
          <a:xfrm>
            <a:off x="3947160" y="1123950"/>
            <a:ext cx="1249680" cy="1249680"/>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dk1"/>
                </a:solidFill>
                <a:latin typeface="Calibri"/>
                <a:ea typeface="Calibri"/>
                <a:cs typeface="Calibri"/>
                <a:sym typeface="Calibri"/>
              </a:rPr>
              <a:t>30%</a:t>
            </a:r>
            <a:endParaRPr/>
          </a:p>
        </p:txBody>
      </p:sp>
      <p:sp>
        <p:nvSpPr>
          <p:cNvPr id="2303" name="Google Shape;2303;p40"/>
          <p:cNvSpPr/>
          <p:nvPr/>
        </p:nvSpPr>
        <p:spPr>
          <a:xfrm>
            <a:off x="6382391" y="1123950"/>
            <a:ext cx="1249680" cy="1249680"/>
          </a:xfrm>
          <a:prstGeom prst="ellipse">
            <a:avLst/>
          </a:prstGeom>
          <a:solidFill>
            <a:srgbClr val="76C76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lt1"/>
                </a:solidFill>
                <a:latin typeface="Calibri"/>
                <a:ea typeface="Calibri"/>
                <a:cs typeface="Calibri"/>
                <a:sym typeface="Calibri"/>
              </a:rPr>
              <a:t>10%</a:t>
            </a:r>
            <a:endParaRPr/>
          </a:p>
        </p:txBody>
      </p:sp>
      <p:cxnSp>
        <p:nvCxnSpPr>
          <p:cNvPr id="2304" name="Google Shape;2304;p40"/>
          <p:cNvCxnSpPr/>
          <p:nvPr/>
        </p:nvCxnSpPr>
        <p:spPr>
          <a:xfrm>
            <a:off x="2136769" y="2373630"/>
            <a:ext cx="0" cy="453390"/>
          </a:xfrm>
          <a:prstGeom prst="straightConnector1">
            <a:avLst/>
          </a:prstGeom>
          <a:noFill/>
          <a:ln cap="flat" cmpd="sng" w="19050">
            <a:solidFill>
              <a:srgbClr val="4E84C4"/>
            </a:solidFill>
            <a:prstDash val="solid"/>
            <a:miter lim="8000"/>
            <a:headEnd len="sm" w="sm" type="none"/>
            <a:tailEnd len="med" w="med" type="oval"/>
          </a:ln>
        </p:spPr>
      </p:cxnSp>
      <p:cxnSp>
        <p:nvCxnSpPr>
          <p:cNvPr id="2305" name="Google Shape;2305;p40"/>
          <p:cNvCxnSpPr/>
          <p:nvPr/>
        </p:nvCxnSpPr>
        <p:spPr>
          <a:xfrm>
            <a:off x="4572000" y="2373630"/>
            <a:ext cx="0" cy="453390"/>
          </a:xfrm>
          <a:prstGeom prst="straightConnector1">
            <a:avLst/>
          </a:prstGeom>
          <a:noFill/>
          <a:ln cap="flat" cmpd="sng" w="19050">
            <a:solidFill>
              <a:srgbClr val="FBB034"/>
            </a:solidFill>
            <a:prstDash val="solid"/>
            <a:miter lim="8000"/>
            <a:headEnd len="sm" w="sm" type="none"/>
            <a:tailEnd len="med" w="med" type="oval"/>
          </a:ln>
        </p:spPr>
      </p:cxnSp>
      <p:cxnSp>
        <p:nvCxnSpPr>
          <p:cNvPr id="2306" name="Google Shape;2306;p40"/>
          <p:cNvCxnSpPr/>
          <p:nvPr/>
        </p:nvCxnSpPr>
        <p:spPr>
          <a:xfrm>
            <a:off x="7007231" y="2373630"/>
            <a:ext cx="0" cy="453390"/>
          </a:xfrm>
          <a:prstGeom prst="straightConnector1">
            <a:avLst/>
          </a:prstGeom>
          <a:noFill/>
          <a:ln cap="flat" cmpd="sng" w="19050">
            <a:solidFill>
              <a:srgbClr val="76C76D"/>
            </a:solidFill>
            <a:prstDash val="solid"/>
            <a:miter lim="8000"/>
            <a:headEnd len="sm" w="sm" type="none"/>
            <a:tailEnd len="med" w="med" type="oval"/>
          </a:ln>
        </p:spPr>
      </p:cxnSp>
      <p:grpSp>
        <p:nvGrpSpPr>
          <p:cNvPr id="2307" name="Google Shape;2307;p40"/>
          <p:cNvGrpSpPr/>
          <p:nvPr/>
        </p:nvGrpSpPr>
        <p:grpSpPr>
          <a:xfrm>
            <a:off x="1400169" y="2881660"/>
            <a:ext cx="1473200" cy="1084550"/>
            <a:chOff x="1400169" y="3153424"/>
            <a:chExt cx="1473200" cy="1084550"/>
          </a:xfrm>
        </p:grpSpPr>
        <p:sp>
          <p:nvSpPr>
            <p:cNvPr id="2308" name="Google Shape;2308;p40"/>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309" name="Google Shape;2309;p40"/>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lt1"/>
                  </a:solidFill>
                  <a:latin typeface="Calibri"/>
                  <a:ea typeface="Calibri"/>
                  <a:cs typeface="Calibri"/>
                  <a:sym typeface="Calibri"/>
                </a:rPr>
                <a:t>Stage 1</a:t>
              </a:r>
              <a:endParaRPr b="1" sz="1800">
                <a:solidFill>
                  <a:schemeClr val="lt1"/>
                </a:solidFill>
                <a:latin typeface="Calibri"/>
                <a:ea typeface="Calibri"/>
                <a:cs typeface="Calibri"/>
                <a:sym typeface="Calibri"/>
              </a:endParaRPr>
            </a:p>
          </p:txBody>
        </p:sp>
      </p:grpSp>
      <p:grpSp>
        <p:nvGrpSpPr>
          <p:cNvPr id="2310" name="Google Shape;2310;p40"/>
          <p:cNvGrpSpPr/>
          <p:nvPr/>
        </p:nvGrpSpPr>
        <p:grpSpPr>
          <a:xfrm>
            <a:off x="3835400" y="2881660"/>
            <a:ext cx="1473200" cy="1084550"/>
            <a:chOff x="1400169" y="3153424"/>
            <a:chExt cx="1473200" cy="1084550"/>
          </a:xfrm>
        </p:grpSpPr>
        <p:sp>
          <p:nvSpPr>
            <p:cNvPr id="2311" name="Google Shape;2311;p40"/>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312" name="Google Shape;2312;p40"/>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lt1"/>
                  </a:solidFill>
                  <a:latin typeface="Calibri"/>
                  <a:ea typeface="Calibri"/>
                  <a:cs typeface="Calibri"/>
                  <a:sym typeface="Calibri"/>
                </a:rPr>
                <a:t>Stage 2</a:t>
              </a:r>
              <a:endParaRPr b="1" sz="1800">
                <a:solidFill>
                  <a:schemeClr val="lt1"/>
                </a:solidFill>
                <a:latin typeface="Calibri"/>
                <a:ea typeface="Calibri"/>
                <a:cs typeface="Calibri"/>
                <a:sym typeface="Calibri"/>
              </a:endParaRPr>
            </a:p>
          </p:txBody>
        </p:sp>
      </p:grpSp>
      <p:grpSp>
        <p:nvGrpSpPr>
          <p:cNvPr id="2313" name="Google Shape;2313;p40"/>
          <p:cNvGrpSpPr/>
          <p:nvPr/>
        </p:nvGrpSpPr>
        <p:grpSpPr>
          <a:xfrm>
            <a:off x="6271094" y="2881660"/>
            <a:ext cx="1473200" cy="1084550"/>
            <a:chOff x="1400169" y="3153424"/>
            <a:chExt cx="1473200" cy="1084550"/>
          </a:xfrm>
        </p:grpSpPr>
        <p:sp>
          <p:nvSpPr>
            <p:cNvPr id="2314" name="Google Shape;2314;p40"/>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lt1"/>
                  </a:solidFill>
                  <a:latin typeface="Calibri"/>
                  <a:ea typeface="Calibri"/>
                  <a:cs typeface="Calibri"/>
                  <a:sym typeface="Calibri"/>
                </a:rPr>
                <a:t>Lorem ipsum dolor sit amet consectetur adipiscing elit. Quisque faucibus ex sapien vitae pellentesque sem placerat. </a:t>
              </a:r>
              <a:endParaRPr/>
            </a:p>
          </p:txBody>
        </p:sp>
        <p:sp>
          <p:nvSpPr>
            <p:cNvPr id="2315" name="Google Shape;2315;p40"/>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lt1"/>
                  </a:solidFill>
                  <a:latin typeface="Calibri"/>
                  <a:ea typeface="Calibri"/>
                  <a:cs typeface="Calibri"/>
                  <a:sym typeface="Calibri"/>
                </a:rPr>
                <a:t>Stage 3</a:t>
              </a:r>
              <a:endParaRPr b="1" sz="1800">
                <a:solidFill>
                  <a:schemeClr val="lt1"/>
                </a:solidFill>
                <a:latin typeface="Calibri"/>
                <a:ea typeface="Calibri"/>
                <a:cs typeface="Calibri"/>
                <a:sym typeface="Calibri"/>
              </a:endParaRPr>
            </a:p>
          </p:txBody>
        </p:sp>
      </p:gr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9" name="Shape 2319"/>
        <p:cNvGrpSpPr/>
        <p:nvPr/>
      </p:nvGrpSpPr>
      <p:grpSpPr>
        <a:xfrm>
          <a:off x="0" y="0"/>
          <a:ext cx="0" cy="0"/>
          <a:chOff x="0" y="0"/>
          <a:chExt cx="0" cy="0"/>
        </a:xfrm>
      </p:grpSpPr>
      <p:sp>
        <p:nvSpPr>
          <p:cNvPr id="2320" name="Google Shape;2320;p4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2321" name="Google Shape;2321;p41"/>
          <p:cNvSpPr/>
          <p:nvPr/>
        </p:nvSpPr>
        <p:spPr>
          <a:xfrm>
            <a:off x="1511929" y="1123950"/>
            <a:ext cx="1249680" cy="12496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latin typeface="Calibri"/>
                <a:ea typeface="Calibri"/>
                <a:cs typeface="Calibri"/>
                <a:sym typeface="Calibri"/>
              </a:rPr>
              <a:t>60%</a:t>
            </a:r>
            <a:endParaRPr/>
          </a:p>
        </p:txBody>
      </p:sp>
      <p:sp>
        <p:nvSpPr>
          <p:cNvPr id="2322" name="Google Shape;2322;p41"/>
          <p:cNvSpPr/>
          <p:nvPr/>
        </p:nvSpPr>
        <p:spPr>
          <a:xfrm>
            <a:off x="3947160" y="1123950"/>
            <a:ext cx="1249680" cy="1249680"/>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dk1"/>
                </a:solidFill>
                <a:latin typeface="Calibri"/>
                <a:ea typeface="Calibri"/>
                <a:cs typeface="Calibri"/>
                <a:sym typeface="Calibri"/>
              </a:rPr>
              <a:t>30%</a:t>
            </a:r>
            <a:endParaRPr/>
          </a:p>
        </p:txBody>
      </p:sp>
      <p:sp>
        <p:nvSpPr>
          <p:cNvPr id="2323" name="Google Shape;2323;p41"/>
          <p:cNvSpPr/>
          <p:nvPr/>
        </p:nvSpPr>
        <p:spPr>
          <a:xfrm>
            <a:off x="6382391" y="1123950"/>
            <a:ext cx="1249680" cy="1249680"/>
          </a:xfrm>
          <a:prstGeom prst="ellipse">
            <a:avLst/>
          </a:prstGeom>
          <a:solidFill>
            <a:srgbClr val="76C76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latin typeface="Calibri"/>
                <a:ea typeface="Calibri"/>
                <a:cs typeface="Calibri"/>
                <a:sym typeface="Calibri"/>
              </a:rPr>
              <a:t>10%</a:t>
            </a:r>
            <a:endParaRPr/>
          </a:p>
        </p:txBody>
      </p:sp>
      <p:cxnSp>
        <p:nvCxnSpPr>
          <p:cNvPr id="2324" name="Google Shape;2324;p41"/>
          <p:cNvCxnSpPr/>
          <p:nvPr/>
        </p:nvCxnSpPr>
        <p:spPr>
          <a:xfrm>
            <a:off x="2136769" y="2373630"/>
            <a:ext cx="0" cy="453390"/>
          </a:xfrm>
          <a:prstGeom prst="straightConnector1">
            <a:avLst/>
          </a:prstGeom>
          <a:noFill/>
          <a:ln cap="flat" cmpd="sng" w="19050">
            <a:solidFill>
              <a:srgbClr val="4E84C4"/>
            </a:solidFill>
            <a:prstDash val="solid"/>
            <a:miter lim="8000"/>
            <a:headEnd len="sm" w="sm" type="none"/>
            <a:tailEnd len="med" w="med" type="oval"/>
          </a:ln>
        </p:spPr>
      </p:cxnSp>
      <p:cxnSp>
        <p:nvCxnSpPr>
          <p:cNvPr id="2325" name="Google Shape;2325;p41"/>
          <p:cNvCxnSpPr/>
          <p:nvPr/>
        </p:nvCxnSpPr>
        <p:spPr>
          <a:xfrm>
            <a:off x="4572000" y="2373630"/>
            <a:ext cx="0" cy="453390"/>
          </a:xfrm>
          <a:prstGeom prst="straightConnector1">
            <a:avLst/>
          </a:prstGeom>
          <a:noFill/>
          <a:ln cap="flat" cmpd="sng" w="19050">
            <a:solidFill>
              <a:srgbClr val="FBB034"/>
            </a:solidFill>
            <a:prstDash val="solid"/>
            <a:miter lim="8000"/>
            <a:headEnd len="sm" w="sm" type="none"/>
            <a:tailEnd len="med" w="med" type="oval"/>
          </a:ln>
        </p:spPr>
      </p:cxnSp>
      <p:cxnSp>
        <p:nvCxnSpPr>
          <p:cNvPr id="2326" name="Google Shape;2326;p41"/>
          <p:cNvCxnSpPr/>
          <p:nvPr/>
        </p:nvCxnSpPr>
        <p:spPr>
          <a:xfrm>
            <a:off x="7007231" y="2373630"/>
            <a:ext cx="0" cy="453390"/>
          </a:xfrm>
          <a:prstGeom prst="straightConnector1">
            <a:avLst/>
          </a:prstGeom>
          <a:noFill/>
          <a:ln cap="flat" cmpd="sng" w="19050">
            <a:solidFill>
              <a:srgbClr val="76C76D"/>
            </a:solidFill>
            <a:prstDash val="solid"/>
            <a:miter lim="8000"/>
            <a:headEnd len="sm" w="sm" type="none"/>
            <a:tailEnd len="med" w="med" type="oval"/>
          </a:ln>
        </p:spPr>
      </p:cxnSp>
      <p:grpSp>
        <p:nvGrpSpPr>
          <p:cNvPr id="2327" name="Google Shape;2327;p41"/>
          <p:cNvGrpSpPr/>
          <p:nvPr/>
        </p:nvGrpSpPr>
        <p:grpSpPr>
          <a:xfrm>
            <a:off x="1400169" y="2881660"/>
            <a:ext cx="1473200" cy="1084550"/>
            <a:chOff x="1400169" y="3153424"/>
            <a:chExt cx="1473200" cy="1084550"/>
          </a:xfrm>
        </p:grpSpPr>
        <p:sp>
          <p:nvSpPr>
            <p:cNvPr id="2328" name="Google Shape;2328;p41"/>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329" name="Google Shape;2329;p41"/>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dk1"/>
                  </a:solidFill>
                  <a:latin typeface="Calibri"/>
                  <a:ea typeface="Calibri"/>
                  <a:cs typeface="Calibri"/>
                  <a:sym typeface="Calibri"/>
                </a:rPr>
                <a:t>Stage 1</a:t>
              </a:r>
              <a:endParaRPr b="1" sz="1800">
                <a:solidFill>
                  <a:schemeClr val="dk1"/>
                </a:solidFill>
                <a:latin typeface="Calibri"/>
                <a:ea typeface="Calibri"/>
                <a:cs typeface="Calibri"/>
                <a:sym typeface="Calibri"/>
              </a:endParaRPr>
            </a:p>
          </p:txBody>
        </p:sp>
      </p:grpSp>
      <p:grpSp>
        <p:nvGrpSpPr>
          <p:cNvPr id="2330" name="Google Shape;2330;p41"/>
          <p:cNvGrpSpPr/>
          <p:nvPr/>
        </p:nvGrpSpPr>
        <p:grpSpPr>
          <a:xfrm>
            <a:off x="3835400" y="2881660"/>
            <a:ext cx="1473200" cy="1084550"/>
            <a:chOff x="1400169" y="3153424"/>
            <a:chExt cx="1473200" cy="1084550"/>
          </a:xfrm>
        </p:grpSpPr>
        <p:sp>
          <p:nvSpPr>
            <p:cNvPr id="2331" name="Google Shape;2331;p41"/>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332" name="Google Shape;2332;p41"/>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dk1"/>
                  </a:solidFill>
                  <a:latin typeface="Calibri"/>
                  <a:ea typeface="Calibri"/>
                  <a:cs typeface="Calibri"/>
                  <a:sym typeface="Calibri"/>
                </a:rPr>
                <a:t>Stage 2</a:t>
              </a:r>
              <a:endParaRPr b="1" sz="1800">
                <a:solidFill>
                  <a:schemeClr val="dk1"/>
                </a:solidFill>
                <a:latin typeface="Calibri"/>
                <a:ea typeface="Calibri"/>
                <a:cs typeface="Calibri"/>
                <a:sym typeface="Calibri"/>
              </a:endParaRPr>
            </a:p>
          </p:txBody>
        </p:sp>
      </p:grpSp>
      <p:grpSp>
        <p:nvGrpSpPr>
          <p:cNvPr id="2333" name="Google Shape;2333;p41"/>
          <p:cNvGrpSpPr/>
          <p:nvPr/>
        </p:nvGrpSpPr>
        <p:grpSpPr>
          <a:xfrm>
            <a:off x="6271094" y="2881660"/>
            <a:ext cx="1473200" cy="1084550"/>
            <a:chOff x="1400169" y="3153424"/>
            <a:chExt cx="1473200" cy="1084550"/>
          </a:xfrm>
        </p:grpSpPr>
        <p:sp>
          <p:nvSpPr>
            <p:cNvPr id="2334" name="Google Shape;2334;p41"/>
            <p:cNvSpPr txBox="1"/>
            <p:nvPr/>
          </p:nvSpPr>
          <p:spPr>
            <a:xfrm>
              <a:off x="1400169" y="3453144"/>
              <a:ext cx="1437737" cy="784830"/>
            </a:xfrm>
            <a:prstGeom prst="rect">
              <a:avLst/>
            </a:prstGeom>
            <a:noFill/>
            <a:ln>
              <a:noFill/>
            </a:ln>
          </p:spPr>
          <p:txBody>
            <a:bodyPr anchorCtr="0" anchor="t" bIns="45700" lIns="91425" spcFirstLastPara="1" rIns="91425" wrap="square" tIns="45700">
              <a:spAutoFit/>
            </a:bodyPr>
            <a:lstStyle/>
            <a:p>
              <a:pPr indent="0" lvl="0" marL="0" marR="231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335" name="Google Shape;2335;p41"/>
            <p:cNvSpPr txBox="1"/>
            <p:nvPr/>
          </p:nvSpPr>
          <p:spPr>
            <a:xfrm>
              <a:off x="1400169" y="3153424"/>
              <a:ext cx="1473200" cy="275576"/>
            </a:xfrm>
            <a:prstGeom prst="rect">
              <a:avLst/>
            </a:prstGeom>
            <a:noFill/>
            <a:ln>
              <a:noFill/>
            </a:ln>
          </p:spPr>
          <p:txBody>
            <a:bodyPr anchorCtr="0" anchor="ctr" bIns="45700" lIns="91425" spcFirstLastPara="1" rIns="91425" wrap="square" tIns="45700">
              <a:noAutofit/>
            </a:bodyPr>
            <a:lstStyle/>
            <a:p>
              <a:pPr indent="0" lvl="0" marL="0" marR="2310" rtl="0" algn="ctr">
                <a:spcBef>
                  <a:spcPts val="0"/>
                </a:spcBef>
                <a:spcAft>
                  <a:spcPts val="0"/>
                </a:spcAft>
                <a:buNone/>
              </a:pPr>
              <a:r>
                <a:rPr b="1" lang="en-US" sz="1800">
                  <a:solidFill>
                    <a:schemeClr val="dk1"/>
                  </a:solidFill>
                  <a:latin typeface="Calibri"/>
                  <a:ea typeface="Calibri"/>
                  <a:cs typeface="Calibri"/>
                  <a:sym typeface="Calibri"/>
                </a:rPr>
                <a:t>Stage 3</a:t>
              </a:r>
              <a:endParaRPr b="1" sz="1800">
                <a:solidFill>
                  <a:schemeClr val="dk1"/>
                </a:solidFill>
                <a:latin typeface="Calibri"/>
                <a:ea typeface="Calibri"/>
                <a:cs typeface="Calibri"/>
                <a:sym typeface="Calibri"/>
              </a:endParaRPr>
            </a:p>
          </p:txBody>
        </p:sp>
      </p:grpSp>
      <p:sp>
        <p:nvSpPr>
          <p:cNvPr id="2336" name="Google Shape;2336;p4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337" name="Google Shape;2337;p4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4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344" name="Google Shape;2344;p4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345" name="Google Shape;2345;p42"/>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2346" name="Google Shape;2346;p42"/>
          <p:cNvSpPr/>
          <p:nvPr/>
        </p:nvSpPr>
        <p:spPr>
          <a:xfrm>
            <a:off x="2450257" y="1335047"/>
            <a:ext cx="2057317" cy="1253745"/>
          </a:xfrm>
          <a:custGeom>
            <a:rect b="b" l="l" r="r" t="t"/>
            <a:pathLst>
              <a:path extrusionOk="0" h="1253745" w="2057317">
                <a:moveTo>
                  <a:pt x="1764573" y="179"/>
                </a:moveTo>
                <a:lnTo>
                  <a:pt x="293478" y="179"/>
                </a:lnTo>
                <a:cubicBezTo>
                  <a:pt x="131417" y="179"/>
                  <a:pt x="33" y="131838"/>
                  <a:pt x="33" y="294250"/>
                </a:cubicBezTo>
                <a:lnTo>
                  <a:pt x="33" y="959786"/>
                </a:lnTo>
                <a:cubicBezTo>
                  <a:pt x="180" y="1108078"/>
                  <a:pt x="110489" y="1233045"/>
                  <a:pt x="257331" y="1251317"/>
                </a:cubicBezTo>
                <a:cubicBezTo>
                  <a:pt x="269149" y="1252748"/>
                  <a:pt x="281034" y="1253509"/>
                  <a:pt x="292945" y="1253590"/>
                </a:cubicBezTo>
                <a:lnTo>
                  <a:pt x="701634" y="1253590"/>
                </a:lnTo>
                <a:cubicBezTo>
                  <a:pt x="710664" y="1254405"/>
                  <a:pt x="718641" y="1247735"/>
                  <a:pt x="719454" y="1238699"/>
                </a:cubicBezTo>
                <a:cubicBezTo>
                  <a:pt x="720268" y="1229650"/>
                  <a:pt x="713612" y="1221656"/>
                  <a:pt x="704595" y="1220841"/>
                </a:cubicBezTo>
                <a:cubicBezTo>
                  <a:pt x="703608" y="1220747"/>
                  <a:pt x="702621" y="1220747"/>
                  <a:pt x="701634" y="1220841"/>
                </a:cubicBezTo>
                <a:lnTo>
                  <a:pt x="293478" y="1220841"/>
                </a:lnTo>
                <a:cubicBezTo>
                  <a:pt x="282861" y="1220854"/>
                  <a:pt x="272257" y="1220146"/>
                  <a:pt x="261733" y="1218702"/>
                </a:cubicBezTo>
                <a:cubicBezTo>
                  <a:pt x="131137" y="1202635"/>
                  <a:pt x="33006" y="1091503"/>
                  <a:pt x="32979" y="959652"/>
                </a:cubicBezTo>
                <a:lnTo>
                  <a:pt x="32979" y="293982"/>
                </a:lnTo>
                <a:cubicBezTo>
                  <a:pt x="33206" y="149970"/>
                  <a:pt x="149637" y="33282"/>
                  <a:pt x="293345" y="33061"/>
                </a:cubicBezTo>
                <a:lnTo>
                  <a:pt x="1764439" y="33061"/>
                </a:lnTo>
                <a:cubicBezTo>
                  <a:pt x="1908174" y="33208"/>
                  <a:pt x="2024659" y="149941"/>
                  <a:pt x="2024805" y="293982"/>
                </a:cubicBezTo>
                <a:lnTo>
                  <a:pt x="2024805" y="959519"/>
                </a:lnTo>
                <a:cubicBezTo>
                  <a:pt x="2024859" y="1091329"/>
                  <a:pt x="1926848" y="1202502"/>
                  <a:pt x="1796318" y="1218702"/>
                </a:cubicBezTo>
                <a:cubicBezTo>
                  <a:pt x="1785794" y="1220039"/>
                  <a:pt x="1775190" y="1220707"/>
                  <a:pt x="1764573" y="1220707"/>
                </a:cubicBezTo>
                <a:lnTo>
                  <a:pt x="1351082" y="1220707"/>
                </a:lnTo>
                <a:cubicBezTo>
                  <a:pt x="1342025" y="1220707"/>
                  <a:pt x="1334675" y="1228072"/>
                  <a:pt x="1334675" y="1237148"/>
                </a:cubicBezTo>
                <a:cubicBezTo>
                  <a:pt x="1334675" y="1246224"/>
                  <a:pt x="1342025" y="1253590"/>
                  <a:pt x="1351082" y="1253590"/>
                </a:cubicBezTo>
                <a:lnTo>
                  <a:pt x="1764573" y="1253590"/>
                </a:lnTo>
                <a:cubicBezTo>
                  <a:pt x="1776484" y="1253630"/>
                  <a:pt x="1788382" y="1252881"/>
                  <a:pt x="1800186" y="1251317"/>
                </a:cubicBezTo>
                <a:cubicBezTo>
                  <a:pt x="1946976" y="1232991"/>
                  <a:pt x="2057204" y="1108025"/>
                  <a:pt x="2057351" y="959786"/>
                </a:cubicBezTo>
                <a:lnTo>
                  <a:pt x="2057351" y="293982"/>
                </a:lnTo>
                <a:cubicBezTo>
                  <a:pt x="2057351" y="131884"/>
                  <a:pt x="1926461" y="354"/>
                  <a:pt x="176470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7" name="Google Shape;2347;p42"/>
          <p:cNvSpPr/>
          <p:nvPr/>
        </p:nvSpPr>
        <p:spPr>
          <a:xfrm>
            <a:off x="1353839" y="2554672"/>
            <a:ext cx="2057317" cy="1253147"/>
          </a:xfrm>
          <a:custGeom>
            <a:rect b="b" l="l" r="r" t="t"/>
            <a:pathLst>
              <a:path extrusionOk="0" h="1253147" w="2057317">
                <a:moveTo>
                  <a:pt x="1763906" y="-85"/>
                </a:moveTo>
                <a:lnTo>
                  <a:pt x="1355217" y="-85"/>
                </a:lnTo>
                <a:cubicBezTo>
                  <a:pt x="1346187" y="730"/>
                  <a:pt x="1339544" y="8724"/>
                  <a:pt x="1340357" y="17773"/>
                </a:cubicBezTo>
                <a:cubicBezTo>
                  <a:pt x="1341065" y="25686"/>
                  <a:pt x="1347320" y="31942"/>
                  <a:pt x="1355217" y="32664"/>
                </a:cubicBezTo>
                <a:lnTo>
                  <a:pt x="1763906" y="32664"/>
                </a:lnTo>
                <a:cubicBezTo>
                  <a:pt x="1774523" y="32664"/>
                  <a:pt x="1785127" y="33332"/>
                  <a:pt x="1795651" y="34669"/>
                </a:cubicBezTo>
                <a:cubicBezTo>
                  <a:pt x="1926141" y="50789"/>
                  <a:pt x="2024178" y="161828"/>
                  <a:pt x="2024272" y="293585"/>
                </a:cubicBezTo>
                <a:lnTo>
                  <a:pt x="2024272" y="958453"/>
                </a:lnTo>
                <a:cubicBezTo>
                  <a:pt x="2023832" y="1102214"/>
                  <a:pt x="1907494" y="1218559"/>
                  <a:pt x="1764039" y="1218706"/>
                </a:cubicBezTo>
                <a:lnTo>
                  <a:pt x="293478" y="1218706"/>
                </a:lnTo>
                <a:cubicBezTo>
                  <a:pt x="149869" y="1218559"/>
                  <a:pt x="33466" y="1101973"/>
                  <a:pt x="33246" y="958052"/>
                </a:cubicBezTo>
                <a:lnTo>
                  <a:pt x="33246" y="293585"/>
                </a:lnTo>
                <a:cubicBezTo>
                  <a:pt x="33466" y="149664"/>
                  <a:pt x="149869" y="33078"/>
                  <a:pt x="293478" y="32931"/>
                </a:cubicBezTo>
                <a:lnTo>
                  <a:pt x="495155" y="32931"/>
                </a:lnTo>
                <a:cubicBezTo>
                  <a:pt x="504216" y="32931"/>
                  <a:pt x="511562" y="25566"/>
                  <a:pt x="511562" y="16490"/>
                </a:cubicBezTo>
                <a:cubicBezTo>
                  <a:pt x="511562" y="7414"/>
                  <a:pt x="504216" y="49"/>
                  <a:pt x="495155" y="49"/>
                </a:cubicBezTo>
                <a:lnTo>
                  <a:pt x="293478" y="49"/>
                </a:lnTo>
                <a:cubicBezTo>
                  <a:pt x="131413" y="49"/>
                  <a:pt x="33" y="131712"/>
                  <a:pt x="33" y="294120"/>
                </a:cubicBezTo>
                <a:lnTo>
                  <a:pt x="33" y="958988"/>
                </a:lnTo>
                <a:cubicBezTo>
                  <a:pt x="33" y="1121395"/>
                  <a:pt x="131413" y="1253059"/>
                  <a:pt x="293478" y="1253059"/>
                </a:cubicBezTo>
                <a:lnTo>
                  <a:pt x="1763906" y="1253059"/>
                </a:lnTo>
                <a:cubicBezTo>
                  <a:pt x="1925967" y="1253059"/>
                  <a:pt x="2057351" y="1121395"/>
                  <a:pt x="2057351" y="958988"/>
                </a:cubicBezTo>
                <a:lnTo>
                  <a:pt x="2057351" y="293585"/>
                </a:lnTo>
                <a:cubicBezTo>
                  <a:pt x="2057031" y="145213"/>
                  <a:pt x="1946482" y="20326"/>
                  <a:pt x="1799519" y="2321"/>
                </a:cubicBezTo>
                <a:cubicBezTo>
                  <a:pt x="1787728" y="650"/>
                  <a:pt x="1775817" y="-152"/>
                  <a:pt x="1763906" y="-85"/>
                </a:cubicBezTo>
                <a:close/>
              </a:path>
            </a:pathLst>
          </a:custGeom>
          <a:solidFill>
            <a:srgbClr val="4D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8" name="Google Shape;2348;p42"/>
          <p:cNvSpPr/>
          <p:nvPr/>
        </p:nvSpPr>
        <p:spPr>
          <a:xfrm>
            <a:off x="296636" y="1335315"/>
            <a:ext cx="2057584" cy="1253413"/>
          </a:xfrm>
          <a:custGeom>
            <a:rect b="b" l="l" r="r" t="t"/>
            <a:pathLst>
              <a:path extrusionOk="0" h="1253413" w="2057584">
                <a:moveTo>
                  <a:pt x="1764172" y="-89"/>
                </a:moveTo>
                <a:lnTo>
                  <a:pt x="293478" y="-89"/>
                </a:lnTo>
                <a:cubicBezTo>
                  <a:pt x="131413" y="-89"/>
                  <a:pt x="33" y="131571"/>
                  <a:pt x="33" y="293982"/>
                </a:cubicBezTo>
                <a:lnTo>
                  <a:pt x="33" y="959518"/>
                </a:lnTo>
                <a:cubicBezTo>
                  <a:pt x="184" y="1107811"/>
                  <a:pt x="110485" y="1232777"/>
                  <a:pt x="257331" y="1251050"/>
                </a:cubicBezTo>
                <a:cubicBezTo>
                  <a:pt x="269195" y="1252480"/>
                  <a:pt x="281130" y="1253242"/>
                  <a:pt x="293078" y="1253322"/>
                </a:cubicBezTo>
                <a:lnTo>
                  <a:pt x="1064306" y="1253322"/>
                </a:lnTo>
                <a:cubicBezTo>
                  <a:pt x="1073329" y="1252507"/>
                  <a:pt x="1079984" y="1244513"/>
                  <a:pt x="1079167" y="1235464"/>
                </a:cubicBezTo>
                <a:cubicBezTo>
                  <a:pt x="1078454" y="1227551"/>
                  <a:pt x="1072199" y="1221295"/>
                  <a:pt x="1064306" y="1220573"/>
                </a:cubicBezTo>
                <a:lnTo>
                  <a:pt x="293478" y="1220573"/>
                </a:lnTo>
                <a:cubicBezTo>
                  <a:pt x="282816" y="1220587"/>
                  <a:pt x="272165" y="1219878"/>
                  <a:pt x="261600" y="1218435"/>
                </a:cubicBezTo>
                <a:cubicBezTo>
                  <a:pt x="131032" y="1202368"/>
                  <a:pt x="32942" y="1091209"/>
                  <a:pt x="32979" y="959385"/>
                </a:cubicBezTo>
                <a:lnTo>
                  <a:pt x="32979" y="293715"/>
                </a:lnTo>
                <a:cubicBezTo>
                  <a:pt x="33126" y="149726"/>
                  <a:pt x="149529" y="33014"/>
                  <a:pt x="293212" y="32794"/>
                </a:cubicBezTo>
                <a:lnTo>
                  <a:pt x="1764172" y="32794"/>
                </a:lnTo>
                <a:cubicBezTo>
                  <a:pt x="1907854" y="33014"/>
                  <a:pt x="2024258" y="149726"/>
                  <a:pt x="2024405" y="293715"/>
                </a:cubicBezTo>
                <a:lnTo>
                  <a:pt x="2024405" y="959251"/>
                </a:lnTo>
                <a:cubicBezTo>
                  <a:pt x="2024458" y="1091062"/>
                  <a:pt x="1926448" y="1202234"/>
                  <a:pt x="1795918" y="1218435"/>
                </a:cubicBezTo>
                <a:cubicBezTo>
                  <a:pt x="1785394" y="1219771"/>
                  <a:pt x="1774786" y="1220440"/>
                  <a:pt x="1764172" y="1220440"/>
                </a:cubicBezTo>
                <a:lnTo>
                  <a:pt x="1537419" y="1220440"/>
                </a:lnTo>
                <a:cubicBezTo>
                  <a:pt x="1528359" y="1220440"/>
                  <a:pt x="1521013" y="1227805"/>
                  <a:pt x="1521013" y="1236881"/>
                </a:cubicBezTo>
                <a:cubicBezTo>
                  <a:pt x="1521013" y="1245957"/>
                  <a:pt x="1528359" y="1253322"/>
                  <a:pt x="1537419" y="1253322"/>
                </a:cubicBezTo>
                <a:lnTo>
                  <a:pt x="1764172" y="1253322"/>
                </a:lnTo>
                <a:cubicBezTo>
                  <a:pt x="1776081" y="1253376"/>
                  <a:pt x="1787982" y="1252614"/>
                  <a:pt x="1799786" y="1251050"/>
                </a:cubicBezTo>
                <a:cubicBezTo>
                  <a:pt x="1946842" y="1233031"/>
                  <a:pt x="2057431" y="1107984"/>
                  <a:pt x="2057618" y="959518"/>
                </a:cubicBezTo>
                <a:lnTo>
                  <a:pt x="2057618" y="293715"/>
                </a:lnTo>
                <a:cubicBezTo>
                  <a:pt x="2057471" y="131408"/>
                  <a:pt x="1926127" y="-89"/>
                  <a:pt x="1764172"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9" name="Google Shape;2349;p42"/>
          <p:cNvSpPr/>
          <p:nvPr/>
        </p:nvSpPr>
        <p:spPr>
          <a:xfrm>
            <a:off x="3541873" y="2554609"/>
            <a:ext cx="2058651" cy="1252676"/>
          </a:xfrm>
          <a:custGeom>
            <a:rect b="b" l="l" r="r" t="t"/>
            <a:pathLst>
              <a:path extrusionOk="0" h="1252676" w="2058651">
                <a:moveTo>
                  <a:pt x="1765106" y="-21"/>
                </a:moveTo>
                <a:lnTo>
                  <a:pt x="1356284" y="-21"/>
                </a:lnTo>
                <a:cubicBezTo>
                  <a:pt x="1347254" y="-837"/>
                  <a:pt x="1339277" y="5833"/>
                  <a:pt x="1338464" y="14869"/>
                </a:cubicBezTo>
                <a:cubicBezTo>
                  <a:pt x="1337650" y="23919"/>
                  <a:pt x="1344306" y="31912"/>
                  <a:pt x="1353322" y="32728"/>
                </a:cubicBezTo>
                <a:cubicBezTo>
                  <a:pt x="1354310" y="32821"/>
                  <a:pt x="1355297" y="32821"/>
                  <a:pt x="1356284" y="32728"/>
                </a:cubicBezTo>
                <a:lnTo>
                  <a:pt x="1765106" y="32728"/>
                </a:lnTo>
                <a:cubicBezTo>
                  <a:pt x="1775764" y="32728"/>
                  <a:pt x="1786408" y="33396"/>
                  <a:pt x="1796985" y="34733"/>
                </a:cubicBezTo>
                <a:cubicBezTo>
                  <a:pt x="1927421" y="50920"/>
                  <a:pt x="2025392" y="161945"/>
                  <a:pt x="2025472" y="293649"/>
                </a:cubicBezTo>
                <a:lnTo>
                  <a:pt x="2025472" y="958650"/>
                </a:lnTo>
                <a:cubicBezTo>
                  <a:pt x="2025245" y="1102638"/>
                  <a:pt x="1908788" y="1219291"/>
                  <a:pt x="1765106" y="1219438"/>
                </a:cubicBezTo>
                <a:lnTo>
                  <a:pt x="292945" y="1219438"/>
                </a:lnTo>
                <a:cubicBezTo>
                  <a:pt x="149264" y="1219291"/>
                  <a:pt x="32806" y="1102638"/>
                  <a:pt x="32579" y="958650"/>
                </a:cubicBezTo>
                <a:lnTo>
                  <a:pt x="32579" y="293649"/>
                </a:lnTo>
                <a:cubicBezTo>
                  <a:pt x="32713" y="161958"/>
                  <a:pt x="130656" y="50973"/>
                  <a:pt x="261066" y="34733"/>
                </a:cubicBezTo>
                <a:cubicBezTo>
                  <a:pt x="271644" y="33396"/>
                  <a:pt x="282288" y="32728"/>
                  <a:pt x="292945" y="32728"/>
                </a:cubicBezTo>
                <a:lnTo>
                  <a:pt x="706436" y="32728"/>
                </a:lnTo>
                <a:cubicBezTo>
                  <a:pt x="715466" y="31912"/>
                  <a:pt x="722108" y="23919"/>
                  <a:pt x="721295" y="14869"/>
                </a:cubicBezTo>
                <a:cubicBezTo>
                  <a:pt x="720588" y="6956"/>
                  <a:pt x="714332" y="700"/>
                  <a:pt x="706436" y="-21"/>
                </a:cubicBezTo>
                <a:lnTo>
                  <a:pt x="292945" y="-21"/>
                </a:lnTo>
                <a:cubicBezTo>
                  <a:pt x="281034" y="-75"/>
                  <a:pt x="269136" y="687"/>
                  <a:pt x="257331" y="2251"/>
                </a:cubicBezTo>
                <a:cubicBezTo>
                  <a:pt x="110582" y="20510"/>
                  <a:pt x="313" y="145330"/>
                  <a:pt x="33" y="293515"/>
                </a:cubicBezTo>
                <a:lnTo>
                  <a:pt x="33" y="958517"/>
                </a:lnTo>
                <a:cubicBezTo>
                  <a:pt x="33" y="1120924"/>
                  <a:pt x="131417" y="1252588"/>
                  <a:pt x="293478" y="1252588"/>
                </a:cubicBezTo>
                <a:lnTo>
                  <a:pt x="1765240" y="1252588"/>
                </a:lnTo>
                <a:cubicBezTo>
                  <a:pt x="1927301" y="1252588"/>
                  <a:pt x="2058685" y="1120924"/>
                  <a:pt x="2058685" y="958517"/>
                </a:cubicBezTo>
                <a:lnTo>
                  <a:pt x="2058685" y="293515"/>
                </a:lnTo>
                <a:cubicBezTo>
                  <a:pt x="2058311" y="145250"/>
                  <a:pt x="1947843" y="20443"/>
                  <a:pt x="1800987" y="2385"/>
                </a:cubicBezTo>
                <a:cubicBezTo>
                  <a:pt x="1789089" y="834"/>
                  <a:pt x="1777098" y="72"/>
                  <a:pt x="1765106" y="112"/>
                </a:cubicBezTo>
                <a:close/>
              </a:path>
            </a:pathLst>
          </a:custGeom>
          <a:solidFill>
            <a:srgbClr val="4D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0" name="Google Shape;2350;p42"/>
          <p:cNvSpPr/>
          <p:nvPr/>
        </p:nvSpPr>
        <p:spPr>
          <a:xfrm>
            <a:off x="4638691" y="1335047"/>
            <a:ext cx="2057050" cy="1253745"/>
          </a:xfrm>
          <a:custGeom>
            <a:rect b="b" l="l" r="r" t="t"/>
            <a:pathLst>
              <a:path extrusionOk="0" h="1253745" w="2057050">
                <a:moveTo>
                  <a:pt x="1764306" y="179"/>
                </a:moveTo>
                <a:lnTo>
                  <a:pt x="293478" y="179"/>
                </a:lnTo>
                <a:cubicBezTo>
                  <a:pt x="131417" y="179"/>
                  <a:pt x="33" y="131838"/>
                  <a:pt x="33" y="294250"/>
                </a:cubicBezTo>
                <a:lnTo>
                  <a:pt x="33" y="959786"/>
                </a:lnTo>
                <a:cubicBezTo>
                  <a:pt x="180" y="1108078"/>
                  <a:pt x="110489" y="1233045"/>
                  <a:pt x="257331" y="1251317"/>
                </a:cubicBezTo>
                <a:cubicBezTo>
                  <a:pt x="269189" y="1252748"/>
                  <a:pt x="281127" y="1253496"/>
                  <a:pt x="293078" y="1253590"/>
                </a:cubicBezTo>
                <a:lnTo>
                  <a:pt x="702034" y="1253590"/>
                </a:lnTo>
                <a:cubicBezTo>
                  <a:pt x="711064" y="1254405"/>
                  <a:pt x="719041" y="1247735"/>
                  <a:pt x="719854" y="1238699"/>
                </a:cubicBezTo>
                <a:cubicBezTo>
                  <a:pt x="720668" y="1229650"/>
                  <a:pt x="714012" y="1221656"/>
                  <a:pt x="704996" y="1220841"/>
                </a:cubicBezTo>
                <a:cubicBezTo>
                  <a:pt x="704008" y="1220747"/>
                  <a:pt x="703021" y="1220747"/>
                  <a:pt x="702034" y="1220841"/>
                </a:cubicBezTo>
                <a:lnTo>
                  <a:pt x="293478" y="1220841"/>
                </a:lnTo>
                <a:cubicBezTo>
                  <a:pt x="282821" y="1220854"/>
                  <a:pt x="272164" y="1220146"/>
                  <a:pt x="261600" y="1218702"/>
                </a:cubicBezTo>
                <a:cubicBezTo>
                  <a:pt x="131056" y="1202568"/>
                  <a:pt x="33006" y="1091463"/>
                  <a:pt x="32979" y="959652"/>
                </a:cubicBezTo>
                <a:lnTo>
                  <a:pt x="32979" y="293982"/>
                </a:lnTo>
                <a:cubicBezTo>
                  <a:pt x="33126" y="149993"/>
                  <a:pt x="149530" y="33282"/>
                  <a:pt x="293212" y="33061"/>
                </a:cubicBezTo>
                <a:lnTo>
                  <a:pt x="1764173" y="33061"/>
                </a:lnTo>
                <a:cubicBezTo>
                  <a:pt x="1907641" y="33576"/>
                  <a:pt x="2023725" y="150200"/>
                  <a:pt x="2023872" y="293982"/>
                </a:cubicBezTo>
                <a:lnTo>
                  <a:pt x="2023872" y="959519"/>
                </a:lnTo>
                <a:cubicBezTo>
                  <a:pt x="2023925" y="1091329"/>
                  <a:pt x="1925914" y="1202502"/>
                  <a:pt x="1795384" y="1218702"/>
                </a:cubicBezTo>
                <a:cubicBezTo>
                  <a:pt x="1784860" y="1220039"/>
                  <a:pt x="1774257" y="1220707"/>
                  <a:pt x="1763639" y="1220707"/>
                </a:cubicBezTo>
                <a:lnTo>
                  <a:pt x="1351615" y="1220707"/>
                </a:lnTo>
                <a:cubicBezTo>
                  <a:pt x="1342558" y="1220707"/>
                  <a:pt x="1335209" y="1228072"/>
                  <a:pt x="1335209" y="1237148"/>
                </a:cubicBezTo>
                <a:cubicBezTo>
                  <a:pt x="1335209" y="1246224"/>
                  <a:pt x="1342558" y="1253590"/>
                  <a:pt x="1351615" y="1253590"/>
                </a:cubicBezTo>
                <a:lnTo>
                  <a:pt x="1764306" y="1253590"/>
                </a:lnTo>
                <a:cubicBezTo>
                  <a:pt x="1776257" y="1253630"/>
                  <a:pt x="1788195" y="1252881"/>
                  <a:pt x="1800053" y="1251317"/>
                </a:cubicBezTo>
                <a:cubicBezTo>
                  <a:pt x="1946789" y="1232924"/>
                  <a:pt x="2056951" y="1107984"/>
                  <a:pt x="2057084" y="959786"/>
                </a:cubicBezTo>
                <a:lnTo>
                  <a:pt x="2057084" y="293982"/>
                </a:lnTo>
                <a:cubicBezTo>
                  <a:pt x="2057084" y="131832"/>
                  <a:pt x="1926114" y="280"/>
                  <a:pt x="176430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1" name="Google Shape;2351;p42"/>
          <p:cNvSpPr/>
          <p:nvPr/>
        </p:nvSpPr>
        <p:spPr>
          <a:xfrm>
            <a:off x="5731508" y="2554609"/>
            <a:ext cx="2057584" cy="1253211"/>
          </a:xfrm>
          <a:custGeom>
            <a:rect b="b" l="l" r="r" t="t"/>
            <a:pathLst>
              <a:path extrusionOk="0" h="1253211" w="2057584">
                <a:moveTo>
                  <a:pt x="293478" y="-21"/>
                </a:moveTo>
                <a:lnTo>
                  <a:pt x="702034" y="-21"/>
                </a:lnTo>
                <a:cubicBezTo>
                  <a:pt x="711064" y="-837"/>
                  <a:pt x="719041" y="5833"/>
                  <a:pt x="719854" y="14869"/>
                </a:cubicBezTo>
                <a:cubicBezTo>
                  <a:pt x="720668" y="23919"/>
                  <a:pt x="714012" y="31912"/>
                  <a:pt x="704995" y="32728"/>
                </a:cubicBezTo>
                <a:cubicBezTo>
                  <a:pt x="704008" y="32821"/>
                  <a:pt x="703021" y="32821"/>
                  <a:pt x="702034" y="32728"/>
                </a:cubicBezTo>
                <a:lnTo>
                  <a:pt x="293478" y="32728"/>
                </a:lnTo>
                <a:cubicBezTo>
                  <a:pt x="282821" y="32728"/>
                  <a:pt x="272177" y="33396"/>
                  <a:pt x="261599" y="34733"/>
                </a:cubicBezTo>
                <a:cubicBezTo>
                  <a:pt x="131110" y="50853"/>
                  <a:pt x="33072" y="161892"/>
                  <a:pt x="32979" y="293649"/>
                </a:cubicBezTo>
                <a:lnTo>
                  <a:pt x="32979" y="958517"/>
                </a:lnTo>
                <a:cubicBezTo>
                  <a:pt x="33419" y="1102277"/>
                  <a:pt x="149757" y="1218623"/>
                  <a:pt x="293211" y="1218769"/>
                </a:cubicBezTo>
                <a:lnTo>
                  <a:pt x="1764172" y="1218769"/>
                </a:lnTo>
                <a:cubicBezTo>
                  <a:pt x="1907787" y="1218850"/>
                  <a:pt x="2024365" y="1102438"/>
                  <a:pt x="2024805" y="958517"/>
                </a:cubicBezTo>
                <a:lnTo>
                  <a:pt x="2024805" y="293649"/>
                </a:lnTo>
                <a:cubicBezTo>
                  <a:pt x="2024578" y="149728"/>
                  <a:pt x="1908187" y="33142"/>
                  <a:pt x="1764572" y="32995"/>
                </a:cubicBezTo>
                <a:lnTo>
                  <a:pt x="1562095" y="32995"/>
                </a:lnTo>
                <a:cubicBezTo>
                  <a:pt x="1553039" y="32995"/>
                  <a:pt x="1545689" y="25630"/>
                  <a:pt x="1545689" y="16554"/>
                </a:cubicBezTo>
                <a:cubicBezTo>
                  <a:pt x="1545689" y="7477"/>
                  <a:pt x="1553039" y="112"/>
                  <a:pt x="1562095" y="112"/>
                </a:cubicBezTo>
                <a:lnTo>
                  <a:pt x="1764172" y="112"/>
                </a:lnTo>
                <a:cubicBezTo>
                  <a:pt x="1926234" y="112"/>
                  <a:pt x="2057618" y="131776"/>
                  <a:pt x="2057618" y="294183"/>
                </a:cubicBezTo>
                <a:lnTo>
                  <a:pt x="2057618" y="959051"/>
                </a:lnTo>
                <a:cubicBezTo>
                  <a:pt x="2057618" y="1121459"/>
                  <a:pt x="1926234" y="1253122"/>
                  <a:pt x="1764172" y="1253122"/>
                </a:cubicBezTo>
                <a:lnTo>
                  <a:pt x="293478" y="1253122"/>
                </a:lnTo>
                <a:cubicBezTo>
                  <a:pt x="131416" y="1253122"/>
                  <a:pt x="33" y="1121459"/>
                  <a:pt x="33" y="959051"/>
                </a:cubicBezTo>
                <a:lnTo>
                  <a:pt x="33" y="293649"/>
                </a:lnTo>
                <a:cubicBezTo>
                  <a:pt x="353" y="145277"/>
                  <a:pt x="110902" y="20390"/>
                  <a:pt x="257865" y="2385"/>
                </a:cubicBezTo>
                <a:cubicBezTo>
                  <a:pt x="269656" y="700"/>
                  <a:pt x="281567" y="-102"/>
                  <a:pt x="293478" y="-21"/>
                </a:cubicBezTo>
                <a:close/>
              </a:path>
            </a:pathLst>
          </a:custGeom>
          <a:solidFill>
            <a:srgbClr val="4D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2" name="Google Shape;2352;p42"/>
          <p:cNvSpPr/>
          <p:nvPr/>
        </p:nvSpPr>
        <p:spPr>
          <a:xfrm>
            <a:off x="6788443" y="1335047"/>
            <a:ext cx="2057585" cy="1253745"/>
          </a:xfrm>
          <a:custGeom>
            <a:rect b="b" l="l" r="r" t="t"/>
            <a:pathLst>
              <a:path extrusionOk="0" h="1253745" w="2057585">
                <a:moveTo>
                  <a:pt x="293079" y="179"/>
                </a:moveTo>
                <a:lnTo>
                  <a:pt x="1764174" y="179"/>
                </a:lnTo>
                <a:cubicBezTo>
                  <a:pt x="1926235" y="179"/>
                  <a:pt x="2057619" y="131838"/>
                  <a:pt x="2057619" y="294250"/>
                </a:cubicBezTo>
                <a:lnTo>
                  <a:pt x="2057619" y="959786"/>
                </a:lnTo>
                <a:cubicBezTo>
                  <a:pt x="2057459" y="1108118"/>
                  <a:pt x="1947084" y="1233112"/>
                  <a:pt x="1800188" y="1251317"/>
                </a:cubicBezTo>
                <a:cubicBezTo>
                  <a:pt x="1788369" y="1252748"/>
                  <a:pt x="1776472" y="1253509"/>
                  <a:pt x="1764573" y="1253590"/>
                </a:cubicBezTo>
                <a:lnTo>
                  <a:pt x="993346" y="1253590"/>
                </a:lnTo>
                <a:cubicBezTo>
                  <a:pt x="984316" y="1254405"/>
                  <a:pt x="976340" y="1247735"/>
                  <a:pt x="975526" y="1238699"/>
                </a:cubicBezTo>
                <a:cubicBezTo>
                  <a:pt x="974713" y="1229650"/>
                  <a:pt x="981369" y="1221656"/>
                  <a:pt x="990385" y="1220841"/>
                </a:cubicBezTo>
                <a:cubicBezTo>
                  <a:pt x="991373" y="1220747"/>
                  <a:pt x="992359" y="1220747"/>
                  <a:pt x="993346" y="1220841"/>
                </a:cubicBezTo>
                <a:lnTo>
                  <a:pt x="1764174" y="1220841"/>
                </a:lnTo>
                <a:cubicBezTo>
                  <a:pt x="1774791" y="1220854"/>
                  <a:pt x="1785395" y="1220146"/>
                  <a:pt x="1795919" y="1218702"/>
                </a:cubicBezTo>
                <a:cubicBezTo>
                  <a:pt x="1926515" y="1202635"/>
                  <a:pt x="2024647" y="1091503"/>
                  <a:pt x="2024673" y="959652"/>
                </a:cubicBezTo>
                <a:lnTo>
                  <a:pt x="2024673" y="293982"/>
                </a:lnTo>
                <a:cubicBezTo>
                  <a:pt x="2024446" y="149970"/>
                  <a:pt x="1908015" y="33282"/>
                  <a:pt x="1764307" y="33061"/>
                </a:cubicBezTo>
                <a:lnTo>
                  <a:pt x="293346" y="33061"/>
                </a:lnTo>
                <a:cubicBezTo>
                  <a:pt x="149638" y="33282"/>
                  <a:pt x="33207" y="149972"/>
                  <a:pt x="32980" y="293982"/>
                </a:cubicBezTo>
                <a:lnTo>
                  <a:pt x="32980" y="959519"/>
                </a:lnTo>
                <a:cubicBezTo>
                  <a:pt x="32887" y="1091155"/>
                  <a:pt x="130618" y="1202261"/>
                  <a:pt x="260934" y="1218702"/>
                </a:cubicBezTo>
                <a:cubicBezTo>
                  <a:pt x="271511" y="1220039"/>
                  <a:pt x="282155" y="1220721"/>
                  <a:pt x="292813" y="1220707"/>
                </a:cubicBezTo>
                <a:lnTo>
                  <a:pt x="519566" y="1220707"/>
                </a:lnTo>
                <a:cubicBezTo>
                  <a:pt x="528623" y="1220707"/>
                  <a:pt x="535972" y="1228072"/>
                  <a:pt x="535972" y="1237148"/>
                </a:cubicBezTo>
                <a:cubicBezTo>
                  <a:pt x="535972" y="1246224"/>
                  <a:pt x="528623" y="1253590"/>
                  <a:pt x="519566" y="1253590"/>
                </a:cubicBezTo>
                <a:lnTo>
                  <a:pt x="292813" y="1253590"/>
                </a:lnTo>
                <a:cubicBezTo>
                  <a:pt x="280861" y="1253643"/>
                  <a:pt x="268910" y="1252881"/>
                  <a:pt x="257066" y="1251317"/>
                </a:cubicBezTo>
                <a:cubicBezTo>
                  <a:pt x="110330" y="1232924"/>
                  <a:pt x="168" y="1107984"/>
                  <a:pt x="34" y="959786"/>
                </a:cubicBezTo>
                <a:lnTo>
                  <a:pt x="34" y="293982"/>
                </a:lnTo>
                <a:cubicBezTo>
                  <a:pt x="-406" y="132015"/>
                  <a:pt x="130257" y="355"/>
                  <a:pt x="291879" y="-87"/>
                </a:cubicBezTo>
                <a:cubicBezTo>
                  <a:pt x="292106" y="-89"/>
                  <a:pt x="292319" y="-89"/>
                  <a:pt x="29254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3" name="Google Shape;2353;p42"/>
          <p:cNvSpPr txBox="1"/>
          <p:nvPr/>
        </p:nvSpPr>
        <p:spPr>
          <a:xfrm>
            <a:off x="1420009"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b="0" sz="1100">
              <a:solidFill>
                <a:schemeClr val="lt1"/>
              </a:solidFill>
              <a:latin typeface="Calibri"/>
              <a:ea typeface="Calibri"/>
              <a:cs typeface="Calibri"/>
              <a:sym typeface="Calibri"/>
            </a:endParaRPr>
          </a:p>
        </p:txBody>
      </p:sp>
      <p:sp>
        <p:nvSpPr>
          <p:cNvPr id="2354" name="Google Shape;2354;p42"/>
          <p:cNvSpPr txBox="1"/>
          <p:nvPr/>
        </p:nvSpPr>
        <p:spPr>
          <a:xfrm>
            <a:off x="343565" y="1705567"/>
            <a:ext cx="1929110" cy="5879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a:p>
        </p:txBody>
      </p:sp>
      <p:sp>
        <p:nvSpPr>
          <p:cNvPr id="2355" name="Google Shape;2355;p42"/>
          <p:cNvSpPr txBox="1"/>
          <p:nvPr/>
        </p:nvSpPr>
        <p:spPr>
          <a:xfrm>
            <a:off x="2491331" y="1725741"/>
            <a:ext cx="1926037"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b="0" sz="1100">
              <a:solidFill>
                <a:schemeClr val="lt1"/>
              </a:solidFill>
              <a:latin typeface="Calibri"/>
              <a:ea typeface="Calibri"/>
              <a:cs typeface="Calibri"/>
              <a:sym typeface="Calibri"/>
            </a:endParaRPr>
          </a:p>
        </p:txBody>
      </p:sp>
      <p:sp>
        <p:nvSpPr>
          <p:cNvPr id="2356" name="Google Shape;2356;p42"/>
          <p:cNvSpPr txBox="1"/>
          <p:nvPr/>
        </p:nvSpPr>
        <p:spPr>
          <a:xfrm>
            <a:off x="3593053"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a:p>
        </p:txBody>
      </p:sp>
      <p:sp>
        <p:nvSpPr>
          <p:cNvPr id="2357" name="Google Shape;2357;p42"/>
          <p:cNvSpPr txBox="1"/>
          <p:nvPr/>
        </p:nvSpPr>
        <p:spPr>
          <a:xfrm>
            <a:off x="4648199" y="1725741"/>
            <a:ext cx="2038351"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a:p>
        </p:txBody>
      </p:sp>
      <p:sp>
        <p:nvSpPr>
          <p:cNvPr id="2358" name="Google Shape;2358;p42"/>
          <p:cNvSpPr txBox="1"/>
          <p:nvPr/>
        </p:nvSpPr>
        <p:spPr>
          <a:xfrm>
            <a:off x="5809128"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b="0" sz="1100">
              <a:solidFill>
                <a:schemeClr val="lt1"/>
              </a:solidFill>
              <a:latin typeface="Calibri"/>
              <a:ea typeface="Calibri"/>
              <a:cs typeface="Calibri"/>
              <a:sym typeface="Calibri"/>
            </a:endParaRPr>
          </a:p>
        </p:txBody>
      </p:sp>
      <p:sp>
        <p:nvSpPr>
          <p:cNvPr id="2359" name="Google Shape;2359;p42"/>
          <p:cNvSpPr txBox="1"/>
          <p:nvPr/>
        </p:nvSpPr>
        <p:spPr>
          <a:xfrm>
            <a:off x="6880450" y="1725741"/>
            <a:ext cx="1926037"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1100"/>
              <a:buFont typeface="Calibri"/>
              <a:buNone/>
            </a:pPr>
            <a:r>
              <a:rPr b="0" lang="en-US" sz="1100">
                <a:solidFill>
                  <a:schemeClr val="lt1"/>
                </a:solidFill>
                <a:latin typeface="Calibri"/>
                <a:ea typeface="Calibri"/>
                <a:cs typeface="Calibri"/>
                <a:sym typeface="Calibri"/>
              </a:rPr>
              <a:t>Lorem ipsum dolor sit amet consectetur adipiscing elit. Quisque faucibus ex sapien.</a:t>
            </a:r>
            <a:endParaRPr/>
          </a:p>
        </p:txBody>
      </p:sp>
      <p:sp>
        <p:nvSpPr>
          <p:cNvPr id="2360" name="Google Shape;2360;p42"/>
          <p:cNvSpPr/>
          <p:nvPr/>
        </p:nvSpPr>
        <p:spPr>
          <a:xfrm>
            <a:off x="1004754" y="1031949"/>
            <a:ext cx="606731" cy="606731"/>
          </a:xfrm>
          <a:prstGeom prst="ellipse">
            <a:avLst/>
          </a:prstGeom>
          <a:solidFill>
            <a:srgbClr val="FBB03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1" name="Google Shape;2361;p42"/>
          <p:cNvSpPr/>
          <p:nvPr/>
        </p:nvSpPr>
        <p:spPr>
          <a:xfrm>
            <a:off x="3167041" y="1031949"/>
            <a:ext cx="606731" cy="606731"/>
          </a:xfrm>
          <a:prstGeom prst="ellipse">
            <a:avLst/>
          </a:prstGeom>
          <a:solidFill>
            <a:srgbClr val="FBB03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2" name="Google Shape;2362;p42"/>
          <p:cNvSpPr/>
          <p:nvPr/>
        </p:nvSpPr>
        <p:spPr>
          <a:xfrm>
            <a:off x="5329328" y="1031949"/>
            <a:ext cx="606731" cy="606731"/>
          </a:xfrm>
          <a:prstGeom prst="ellipse">
            <a:avLst/>
          </a:prstGeom>
          <a:solidFill>
            <a:srgbClr val="FBB03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3" name="Google Shape;2363;p42"/>
          <p:cNvSpPr/>
          <p:nvPr/>
        </p:nvSpPr>
        <p:spPr>
          <a:xfrm>
            <a:off x="7523888" y="1031949"/>
            <a:ext cx="606731" cy="606731"/>
          </a:xfrm>
          <a:prstGeom prst="ellipse">
            <a:avLst/>
          </a:prstGeom>
          <a:solidFill>
            <a:srgbClr val="FBB034"/>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4" name="Google Shape;2364;p42"/>
          <p:cNvSpPr/>
          <p:nvPr/>
        </p:nvSpPr>
        <p:spPr>
          <a:xfrm>
            <a:off x="2048246" y="3516800"/>
            <a:ext cx="606731" cy="606731"/>
          </a:xfrm>
          <a:prstGeom prst="ellipse">
            <a:avLst/>
          </a:prstGeom>
          <a:solidFill>
            <a:srgbClr val="3E6A9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5" name="Google Shape;2365;p42"/>
          <p:cNvSpPr/>
          <p:nvPr/>
        </p:nvSpPr>
        <p:spPr>
          <a:xfrm>
            <a:off x="4210533" y="3516800"/>
            <a:ext cx="606731" cy="606731"/>
          </a:xfrm>
          <a:prstGeom prst="ellipse">
            <a:avLst/>
          </a:prstGeom>
          <a:solidFill>
            <a:srgbClr val="3E6A9D"/>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366" name="Google Shape;2366;p42"/>
          <p:cNvSpPr/>
          <p:nvPr/>
        </p:nvSpPr>
        <p:spPr>
          <a:xfrm>
            <a:off x="6405093" y="3516800"/>
            <a:ext cx="606731" cy="606731"/>
          </a:xfrm>
          <a:prstGeom prst="ellipse">
            <a:avLst/>
          </a:prstGeom>
          <a:solidFill>
            <a:srgbClr val="3E6A9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nvGrpSpPr>
          <p:cNvPr id="2367" name="Google Shape;2367;p42"/>
          <p:cNvGrpSpPr/>
          <p:nvPr/>
        </p:nvGrpSpPr>
        <p:grpSpPr>
          <a:xfrm>
            <a:off x="1129018" y="1126606"/>
            <a:ext cx="369638" cy="417416"/>
            <a:chOff x="1123300" y="1126606"/>
            <a:chExt cx="369638" cy="417416"/>
          </a:xfrm>
        </p:grpSpPr>
        <p:sp>
          <p:nvSpPr>
            <p:cNvPr id="2368" name="Google Shape;2368;p42"/>
            <p:cNvSpPr/>
            <p:nvPr/>
          </p:nvSpPr>
          <p:spPr>
            <a:xfrm>
              <a:off x="1172402" y="1285158"/>
              <a:ext cx="258471" cy="258864"/>
            </a:xfrm>
            <a:custGeom>
              <a:rect b="b" l="l" r="r" t="t"/>
              <a:pathLst>
                <a:path extrusionOk="0" h="307475" w="307008">
                  <a:moveTo>
                    <a:pt x="53657" y="94249"/>
                  </a:moveTo>
                  <a:cubicBezTo>
                    <a:pt x="47591" y="104047"/>
                    <a:pt x="43858" y="113845"/>
                    <a:pt x="41059" y="124576"/>
                  </a:cubicBezTo>
                  <a:lnTo>
                    <a:pt x="0" y="131575"/>
                  </a:lnTo>
                  <a:lnTo>
                    <a:pt x="0" y="175900"/>
                  </a:lnTo>
                  <a:lnTo>
                    <a:pt x="41525" y="182899"/>
                  </a:lnTo>
                  <a:cubicBezTo>
                    <a:pt x="44325" y="193630"/>
                    <a:pt x="48524" y="203895"/>
                    <a:pt x="54123" y="213226"/>
                  </a:cubicBezTo>
                  <a:lnTo>
                    <a:pt x="29394" y="247286"/>
                  </a:lnTo>
                  <a:lnTo>
                    <a:pt x="60189" y="278081"/>
                  </a:lnTo>
                  <a:lnTo>
                    <a:pt x="94249" y="253352"/>
                  </a:lnTo>
                  <a:cubicBezTo>
                    <a:pt x="104047" y="259417"/>
                    <a:pt x="113845" y="263150"/>
                    <a:pt x="124576" y="265950"/>
                  </a:cubicBezTo>
                  <a:lnTo>
                    <a:pt x="131575" y="307475"/>
                  </a:lnTo>
                  <a:lnTo>
                    <a:pt x="175433" y="307475"/>
                  </a:lnTo>
                  <a:lnTo>
                    <a:pt x="182432" y="265950"/>
                  </a:lnTo>
                  <a:cubicBezTo>
                    <a:pt x="193163" y="263150"/>
                    <a:pt x="203428" y="258951"/>
                    <a:pt x="212760" y="253352"/>
                  </a:cubicBezTo>
                  <a:lnTo>
                    <a:pt x="246820" y="278081"/>
                  </a:lnTo>
                  <a:lnTo>
                    <a:pt x="277614" y="247286"/>
                  </a:lnTo>
                  <a:lnTo>
                    <a:pt x="252885" y="213226"/>
                  </a:lnTo>
                  <a:cubicBezTo>
                    <a:pt x="258951" y="203428"/>
                    <a:pt x="263150" y="193630"/>
                    <a:pt x="265483" y="182899"/>
                  </a:cubicBezTo>
                  <a:lnTo>
                    <a:pt x="307008" y="175900"/>
                  </a:lnTo>
                  <a:lnTo>
                    <a:pt x="307008" y="131575"/>
                  </a:lnTo>
                  <a:lnTo>
                    <a:pt x="265483" y="124576"/>
                  </a:lnTo>
                  <a:cubicBezTo>
                    <a:pt x="262684" y="113845"/>
                    <a:pt x="258484" y="103580"/>
                    <a:pt x="253352" y="94249"/>
                  </a:cubicBezTo>
                  <a:lnTo>
                    <a:pt x="277147" y="60189"/>
                  </a:lnTo>
                  <a:lnTo>
                    <a:pt x="246820" y="28928"/>
                  </a:lnTo>
                  <a:lnTo>
                    <a:pt x="212760" y="53656"/>
                  </a:lnTo>
                  <a:cubicBezTo>
                    <a:pt x="202962" y="47591"/>
                    <a:pt x="193163" y="43858"/>
                    <a:pt x="182432" y="41059"/>
                  </a:cubicBezTo>
                  <a:lnTo>
                    <a:pt x="175433" y="0"/>
                  </a:lnTo>
                  <a:lnTo>
                    <a:pt x="131108" y="0"/>
                  </a:lnTo>
                  <a:lnTo>
                    <a:pt x="128309" y="18663"/>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9" name="Google Shape;2369;p42"/>
            <p:cNvSpPr/>
            <p:nvPr/>
          </p:nvSpPr>
          <p:spPr>
            <a:xfrm>
              <a:off x="1197148" y="1308727"/>
              <a:ext cx="80526" cy="38495"/>
            </a:xfrm>
            <a:custGeom>
              <a:rect b="b" l="l" r="r" t="t"/>
              <a:pathLst>
                <a:path extrusionOk="0" h="45724" w="95648">
                  <a:moveTo>
                    <a:pt x="95649" y="12131"/>
                  </a:moveTo>
                  <a:cubicBezTo>
                    <a:pt x="84917" y="14931"/>
                    <a:pt x="74653" y="19130"/>
                    <a:pt x="65321" y="24729"/>
                  </a:cubicBezTo>
                  <a:lnTo>
                    <a:pt x="31261" y="0"/>
                  </a:lnTo>
                  <a:lnTo>
                    <a:pt x="0" y="30794"/>
                  </a:lnTo>
                  <a:lnTo>
                    <a:pt x="10731" y="45725"/>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0" name="Google Shape;2370;p42"/>
            <p:cNvSpPr/>
            <p:nvPr/>
          </p:nvSpPr>
          <p:spPr>
            <a:xfrm>
              <a:off x="1237331" y="1349242"/>
              <a:ext cx="130025" cy="129911"/>
            </a:xfrm>
            <a:custGeom>
              <a:rect b="b" l="l" r="r" t="t"/>
              <a:pathLst>
                <a:path extrusionOk="0" h="154306" w="154441">
                  <a:moveTo>
                    <a:pt x="39989" y="9266"/>
                  </a:moveTo>
                  <a:cubicBezTo>
                    <a:pt x="77781" y="-10797"/>
                    <a:pt x="124439" y="2734"/>
                    <a:pt x="144969" y="40060"/>
                  </a:cubicBezTo>
                  <a:cubicBezTo>
                    <a:pt x="165498" y="77387"/>
                    <a:pt x="151501" y="124511"/>
                    <a:pt x="114175" y="145040"/>
                  </a:cubicBezTo>
                  <a:cubicBezTo>
                    <a:pt x="76848" y="165103"/>
                    <a:pt x="29724" y="151572"/>
                    <a:pt x="9194" y="114246"/>
                  </a:cubicBezTo>
                  <a:cubicBezTo>
                    <a:pt x="-5269" y="87651"/>
                    <a:pt x="-2470" y="54524"/>
                    <a:pt x="16193" y="3026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1" name="Google Shape;2371;p42"/>
            <p:cNvSpPr/>
            <p:nvPr/>
          </p:nvSpPr>
          <p:spPr>
            <a:xfrm>
              <a:off x="1265105" y="1393968"/>
              <a:ext cx="20819" cy="41638"/>
            </a:xfrm>
            <a:custGeom>
              <a:rect b="b" l="l" r="r" t="t"/>
              <a:pathLst>
                <a:path extrusionOk="0" h="49457" w="24728">
                  <a:moveTo>
                    <a:pt x="24729" y="49457"/>
                  </a:moveTo>
                  <a:lnTo>
                    <a:pt x="0" y="24729"/>
                  </a:lnTo>
                  <a:lnTo>
                    <a:pt x="2472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2" name="Google Shape;2372;p42"/>
            <p:cNvSpPr/>
            <p:nvPr/>
          </p:nvSpPr>
          <p:spPr>
            <a:xfrm>
              <a:off x="1320492" y="1393968"/>
              <a:ext cx="20819" cy="41638"/>
            </a:xfrm>
            <a:custGeom>
              <a:rect b="b" l="l" r="r" t="t"/>
              <a:pathLst>
                <a:path extrusionOk="0" h="49457" w="24728">
                  <a:moveTo>
                    <a:pt x="0" y="0"/>
                  </a:moveTo>
                  <a:lnTo>
                    <a:pt x="24729" y="24729"/>
                  </a:lnTo>
                  <a:lnTo>
                    <a:pt x="0" y="4945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3" name="Google Shape;2373;p42"/>
            <p:cNvSpPr/>
            <p:nvPr/>
          </p:nvSpPr>
          <p:spPr>
            <a:xfrm>
              <a:off x="1299281" y="1381004"/>
              <a:ext cx="9034" cy="66778"/>
            </a:xfrm>
            <a:custGeom>
              <a:rect b="b" l="l" r="r" t="t"/>
              <a:pathLst>
                <a:path extrusionOk="0" h="79318" w="10731">
                  <a:moveTo>
                    <a:pt x="10731" y="0"/>
                  </a:moveTo>
                  <a:lnTo>
                    <a:pt x="0" y="7931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4" name="Google Shape;2374;p42"/>
            <p:cNvSpPr/>
            <p:nvPr/>
          </p:nvSpPr>
          <p:spPr>
            <a:xfrm>
              <a:off x="1153896" y="1150860"/>
              <a:ext cx="104532" cy="58878"/>
            </a:xfrm>
            <a:custGeom>
              <a:rect b="b" l="l" r="r" t="t"/>
              <a:pathLst>
                <a:path extrusionOk="0" h="69935" w="124161">
                  <a:moveTo>
                    <a:pt x="52" y="69936"/>
                  </a:moveTo>
                  <a:cubicBezTo>
                    <a:pt x="-881" y="46140"/>
                    <a:pt x="10783" y="22345"/>
                    <a:pt x="32712" y="9280"/>
                  </a:cubicBezTo>
                  <a:cubicBezTo>
                    <a:pt x="64440" y="-9383"/>
                    <a:pt x="105499" y="882"/>
                    <a:pt x="124162" y="3307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5" name="Google Shape;2375;p42"/>
            <p:cNvSpPr/>
            <p:nvPr/>
          </p:nvSpPr>
          <p:spPr>
            <a:xfrm>
              <a:off x="1249393" y="1126606"/>
              <a:ext cx="127664" cy="58777"/>
            </a:xfrm>
            <a:custGeom>
              <a:rect b="b" l="l" r="r" t="t"/>
              <a:pathLst>
                <a:path extrusionOk="0" h="69815" w="151637">
                  <a:moveTo>
                    <a:pt x="0" y="43687"/>
                  </a:moveTo>
                  <a:cubicBezTo>
                    <a:pt x="11664" y="21292"/>
                    <a:pt x="33594" y="4495"/>
                    <a:pt x="60655" y="762"/>
                  </a:cubicBezTo>
                  <a:cubicBezTo>
                    <a:pt x="104980" y="-5303"/>
                    <a:pt x="145572" y="25491"/>
                    <a:pt x="151638" y="6981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6" name="Google Shape;2376;p42"/>
            <p:cNvSpPr/>
            <p:nvPr/>
          </p:nvSpPr>
          <p:spPr>
            <a:xfrm>
              <a:off x="1364488" y="1172028"/>
              <a:ext cx="128450" cy="139055"/>
            </a:xfrm>
            <a:custGeom>
              <a:rect b="b" l="l" r="r" t="t"/>
              <a:pathLst>
                <a:path extrusionOk="0" h="165168" w="152571">
                  <a:moveTo>
                    <a:pt x="0" y="38726"/>
                  </a:moveTo>
                  <a:cubicBezTo>
                    <a:pt x="14464" y="15397"/>
                    <a:pt x="40592" y="0"/>
                    <a:pt x="69987" y="0"/>
                  </a:cubicBezTo>
                  <a:cubicBezTo>
                    <a:pt x="115711" y="0"/>
                    <a:pt x="152571" y="36860"/>
                    <a:pt x="152571" y="82584"/>
                  </a:cubicBezTo>
                  <a:cubicBezTo>
                    <a:pt x="152571" y="128309"/>
                    <a:pt x="115711" y="165169"/>
                    <a:pt x="69987" y="165169"/>
                  </a:cubicBezTo>
                  <a:lnTo>
                    <a:pt x="21463" y="16516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7" name="Google Shape;2377;p42"/>
            <p:cNvSpPr/>
            <p:nvPr/>
          </p:nvSpPr>
          <p:spPr>
            <a:xfrm>
              <a:off x="1123300" y="1203846"/>
              <a:ext cx="88383" cy="113130"/>
            </a:xfrm>
            <a:custGeom>
              <a:rect b="b" l="l" r="r" t="t"/>
              <a:pathLst>
                <a:path extrusionOk="0" h="134374" w="104980">
                  <a:moveTo>
                    <a:pt x="104980" y="134375"/>
                  </a:moveTo>
                  <a:lnTo>
                    <a:pt x="66721" y="133441"/>
                  </a:lnTo>
                  <a:cubicBezTo>
                    <a:pt x="29861" y="133441"/>
                    <a:pt x="0" y="103580"/>
                    <a:pt x="0" y="66721"/>
                  </a:cubicBezTo>
                  <a:cubicBezTo>
                    <a:pt x="0" y="29861"/>
                    <a:pt x="29861" y="0"/>
                    <a:pt x="66721"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8" name="Google Shape;2378;p42"/>
            <p:cNvSpPr/>
            <p:nvPr/>
          </p:nvSpPr>
          <p:spPr>
            <a:xfrm>
              <a:off x="1207362" y="1260804"/>
              <a:ext cx="30639" cy="59707"/>
            </a:xfrm>
            <a:custGeom>
              <a:rect b="b" l="l" r="r" t="t"/>
              <a:pathLst>
                <a:path extrusionOk="0" h="70919" w="36393">
                  <a:moveTo>
                    <a:pt x="36393" y="70920"/>
                  </a:moveTo>
                  <a:lnTo>
                    <a:pt x="0" y="34527"/>
                  </a:ln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9" name="Google Shape;2379;p42"/>
            <p:cNvSpPr/>
            <p:nvPr/>
          </p:nvSpPr>
          <p:spPr>
            <a:xfrm>
              <a:off x="1191649" y="1238414"/>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0" name="Google Shape;2380;p42"/>
            <p:cNvSpPr/>
            <p:nvPr/>
          </p:nvSpPr>
          <p:spPr>
            <a:xfrm>
              <a:off x="1365666" y="1260804"/>
              <a:ext cx="30246" cy="59707"/>
            </a:xfrm>
            <a:custGeom>
              <a:rect b="b" l="l" r="r" t="t"/>
              <a:pathLst>
                <a:path extrusionOk="0" h="70919" w="35926">
                  <a:moveTo>
                    <a:pt x="0" y="70920"/>
                  </a:moveTo>
                  <a:lnTo>
                    <a:pt x="35927" y="34527"/>
                  </a:lnTo>
                  <a:lnTo>
                    <a:pt x="3592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1" name="Google Shape;2381;p42"/>
            <p:cNvSpPr/>
            <p:nvPr/>
          </p:nvSpPr>
          <p:spPr>
            <a:xfrm>
              <a:off x="1380200" y="1238414"/>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2" name="Google Shape;2382;p42"/>
            <p:cNvSpPr/>
            <p:nvPr/>
          </p:nvSpPr>
          <p:spPr>
            <a:xfrm>
              <a:off x="1304780" y="1228986"/>
              <a:ext cx="3927" cy="54208"/>
            </a:xfrm>
            <a:custGeom>
              <a:rect b="b" l="l" r="r" t="t"/>
              <a:pathLst>
                <a:path extrusionOk="0" h="64387" w="4665">
                  <a:moveTo>
                    <a:pt x="0" y="6438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3" name="Google Shape;2383;p42"/>
            <p:cNvSpPr/>
            <p:nvPr/>
          </p:nvSpPr>
          <p:spPr>
            <a:xfrm>
              <a:off x="1289068" y="1206203"/>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84" name="Google Shape;2384;p42"/>
          <p:cNvGrpSpPr/>
          <p:nvPr/>
        </p:nvGrpSpPr>
        <p:grpSpPr>
          <a:xfrm>
            <a:off x="3290640" y="1148935"/>
            <a:ext cx="356336" cy="377253"/>
            <a:chOff x="3290640" y="1148935"/>
            <a:chExt cx="356336" cy="377253"/>
          </a:xfrm>
        </p:grpSpPr>
        <p:grpSp>
          <p:nvGrpSpPr>
            <p:cNvPr id="2385" name="Google Shape;2385;p42"/>
            <p:cNvGrpSpPr/>
            <p:nvPr/>
          </p:nvGrpSpPr>
          <p:grpSpPr>
            <a:xfrm>
              <a:off x="3333240" y="1261743"/>
              <a:ext cx="271890" cy="151227"/>
              <a:chOff x="3333240" y="1261743"/>
              <a:chExt cx="271890" cy="151227"/>
            </a:xfrm>
          </p:grpSpPr>
          <p:sp>
            <p:nvSpPr>
              <p:cNvPr id="2386" name="Google Shape;2386;p42"/>
              <p:cNvSpPr/>
              <p:nvPr/>
            </p:nvSpPr>
            <p:spPr>
              <a:xfrm>
                <a:off x="3333240" y="1261743"/>
                <a:ext cx="271890" cy="125887"/>
              </a:xfrm>
              <a:custGeom>
                <a:rect b="b" l="l" r="r" t="t"/>
                <a:pathLst>
                  <a:path extrusionOk="0" h="125887" w="271890">
                    <a:moveTo>
                      <a:pt x="271891" y="125887"/>
                    </a:moveTo>
                    <a:lnTo>
                      <a:pt x="271891" y="39238"/>
                    </a:lnTo>
                    <a:lnTo>
                      <a:pt x="135945" y="0"/>
                    </a:lnTo>
                    <a:lnTo>
                      <a:pt x="0" y="39238"/>
                    </a:lnTo>
                    <a:lnTo>
                      <a:pt x="135945" y="84197"/>
                    </a:lnTo>
                    <a:lnTo>
                      <a:pt x="267006" y="41281"/>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7" name="Google Shape;2387;p42"/>
              <p:cNvSpPr/>
              <p:nvPr/>
            </p:nvSpPr>
            <p:spPr>
              <a:xfrm>
                <a:off x="3395921" y="1323460"/>
                <a:ext cx="146934" cy="89510"/>
              </a:xfrm>
              <a:custGeom>
                <a:rect b="b" l="l" r="r" t="t"/>
                <a:pathLst>
                  <a:path extrusionOk="0" h="89510" w="146934">
                    <a:moveTo>
                      <a:pt x="0" y="28611"/>
                    </a:moveTo>
                    <a:lnTo>
                      <a:pt x="0" y="62944"/>
                    </a:lnTo>
                    <a:cubicBezTo>
                      <a:pt x="17095" y="79293"/>
                      <a:pt x="43958" y="89511"/>
                      <a:pt x="73671" y="89511"/>
                    </a:cubicBezTo>
                    <a:cubicBezTo>
                      <a:pt x="103384" y="89511"/>
                      <a:pt x="129840" y="79293"/>
                      <a:pt x="146935" y="62944"/>
                    </a:cubicBezTo>
                    <a:lnTo>
                      <a:pt x="14693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88" name="Google Shape;2388;p42"/>
            <p:cNvGrpSpPr/>
            <p:nvPr/>
          </p:nvGrpSpPr>
          <p:grpSpPr>
            <a:xfrm>
              <a:off x="3290640" y="1148935"/>
              <a:ext cx="356336" cy="377253"/>
              <a:chOff x="3290640" y="1148935"/>
              <a:chExt cx="356336" cy="377253"/>
            </a:xfrm>
          </p:grpSpPr>
          <p:sp>
            <p:nvSpPr>
              <p:cNvPr id="2389" name="Google Shape;2389;p42"/>
              <p:cNvSpPr/>
              <p:nvPr/>
            </p:nvSpPr>
            <p:spPr>
              <a:xfrm>
                <a:off x="3345450" y="1257656"/>
                <a:ext cx="301526" cy="259101"/>
              </a:xfrm>
              <a:custGeom>
                <a:rect b="b" l="l" r="r" t="t"/>
                <a:pathLst>
                  <a:path extrusionOk="0" h="259101" w="301526">
                    <a:moveTo>
                      <a:pt x="282473" y="0"/>
                    </a:moveTo>
                    <a:cubicBezTo>
                      <a:pt x="326839" y="88285"/>
                      <a:pt x="291021" y="195779"/>
                      <a:pt x="203104" y="240330"/>
                    </a:cubicBezTo>
                    <a:cubicBezTo>
                      <a:pt x="140830" y="271394"/>
                      <a:pt x="65938" y="263628"/>
                      <a:pt x="11397" y="219077"/>
                    </a:cubicBezTo>
                    <a:cubicBezTo>
                      <a:pt x="7326" y="215807"/>
                      <a:pt x="3663" y="212537"/>
                      <a:pt x="0" y="2088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0" name="Google Shape;2390;p42"/>
              <p:cNvSpPr/>
              <p:nvPr/>
            </p:nvSpPr>
            <p:spPr>
              <a:xfrm>
                <a:off x="3290640" y="1158962"/>
                <a:ext cx="303907" cy="261774"/>
              </a:xfrm>
              <a:custGeom>
                <a:rect b="b" l="l" r="r" t="t"/>
                <a:pathLst>
                  <a:path extrusionOk="0" h="261774" w="303907">
                    <a:moveTo>
                      <a:pt x="20214" y="261775"/>
                    </a:moveTo>
                    <a:cubicBezTo>
                      <a:pt x="-25373" y="173899"/>
                      <a:pt x="8817" y="65995"/>
                      <a:pt x="95920" y="20218"/>
                    </a:cubicBezTo>
                    <a:cubicBezTo>
                      <a:pt x="158601" y="-12480"/>
                      <a:pt x="234714" y="-5123"/>
                      <a:pt x="290069" y="39428"/>
                    </a:cubicBezTo>
                    <a:cubicBezTo>
                      <a:pt x="294953" y="43107"/>
                      <a:pt x="299431" y="47194"/>
                      <a:pt x="303908" y="5169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1" name="Google Shape;2391;p42"/>
              <p:cNvSpPr/>
              <p:nvPr/>
            </p:nvSpPr>
            <p:spPr>
              <a:xfrm>
                <a:off x="3338938" y="1461201"/>
                <a:ext cx="9361" cy="64987"/>
              </a:xfrm>
              <a:custGeom>
                <a:rect b="b" l="l" r="r" t="t"/>
                <a:pathLst>
                  <a:path extrusionOk="0" h="64987" w="9361">
                    <a:moveTo>
                      <a:pt x="0" y="0"/>
                    </a:moveTo>
                    <a:lnTo>
                      <a:pt x="9362" y="6498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2" name="Google Shape;2392;p42"/>
              <p:cNvSpPr/>
              <p:nvPr/>
            </p:nvSpPr>
            <p:spPr>
              <a:xfrm>
                <a:off x="3338938" y="1456705"/>
                <a:ext cx="65123" cy="4495"/>
              </a:xfrm>
              <a:custGeom>
                <a:rect b="b" l="l" r="r" t="t"/>
                <a:pathLst>
                  <a:path extrusionOk="0" h="4495" w="65123">
                    <a:moveTo>
                      <a:pt x="65123" y="0"/>
                    </a:moveTo>
                    <a:lnTo>
                      <a:pt x="0" y="449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3" name="Google Shape;2393;p42"/>
              <p:cNvSpPr/>
              <p:nvPr/>
            </p:nvSpPr>
            <p:spPr>
              <a:xfrm>
                <a:off x="3590070" y="1148935"/>
                <a:ext cx="9361" cy="64987"/>
              </a:xfrm>
              <a:custGeom>
                <a:rect b="b" l="l" r="r" t="t"/>
                <a:pathLst>
                  <a:path extrusionOk="0" h="64987" w="9361">
                    <a:moveTo>
                      <a:pt x="9361" y="6498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4" name="Google Shape;2394;p42"/>
              <p:cNvSpPr/>
              <p:nvPr/>
            </p:nvSpPr>
            <p:spPr>
              <a:xfrm>
                <a:off x="3534308" y="1213922"/>
                <a:ext cx="65123" cy="4495"/>
              </a:xfrm>
              <a:custGeom>
                <a:rect b="b" l="l" r="r" t="t"/>
                <a:pathLst>
                  <a:path extrusionOk="0" h="4495" w="65123">
                    <a:moveTo>
                      <a:pt x="0" y="4496"/>
                    </a:moveTo>
                    <a:lnTo>
                      <a:pt x="65123"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395" name="Google Shape;2395;p42"/>
          <p:cNvGrpSpPr/>
          <p:nvPr/>
        </p:nvGrpSpPr>
        <p:grpSpPr>
          <a:xfrm>
            <a:off x="5399768" y="1141116"/>
            <a:ext cx="465849" cy="373716"/>
            <a:chOff x="5399768" y="1141116"/>
            <a:chExt cx="465849" cy="373716"/>
          </a:xfrm>
        </p:grpSpPr>
        <p:sp>
          <p:nvSpPr>
            <p:cNvPr id="2396" name="Google Shape;2396;p42"/>
            <p:cNvSpPr/>
            <p:nvPr/>
          </p:nvSpPr>
          <p:spPr>
            <a:xfrm>
              <a:off x="5519457" y="1214724"/>
              <a:ext cx="226079" cy="226470"/>
            </a:xfrm>
            <a:custGeom>
              <a:rect b="b" l="l" r="r" t="t"/>
              <a:pathLst>
                <a:path extrusionOk="0" h="325454" w="324892">
                  <a:moveTo>
                    <a:pt x="56772" y="100054"/>
                  </a:moveTo>
                  <a:cubicBezTo>
                    <a:pt x="50589" y="110171"/>
                    <a:pt x="46654" y="120851"/>
                    <a:pt x="43282" y="132093"/>
                  </a:cubicBezTo>
                  <a:lnTo>
                    <a:pt x="0" y="139400"/>
                  </a:lnTo>
                  <a:lnTo>
                    <a:pt x="0" y="186055"/>
                  </a:lnTo>
                  <a:lnTo>
                    <a:pt x="43844" y="193362"/>
                  </a:lnTo>
                  <a:cubicBezTo>
                    <a:pt x="46654" y="204604"/>
                    <a:pt x="51151" y="215284"/>
                    <a:pt x="57334" y="225401"/>
                  </a:cubicBezTo>
                  <a:lnTo>
                    <a:pt x="31478" y="261376"/>
                  </a:lnTo>
                  <a:lnTo>
                    <a:pt x="64079" y="293977"/>
                  </a:lnTo>
                  <a:lnTo>
                    <a:pt x="100054" y="268121"/>
                  </a:lnTo>
                  <a:cubicBezTo>
                    <a:pt x="110171" y="274304"/>
                    <a:pt x="120851" y="278239"/>
                    <a:pt x="132093" y="281611"/>
                  </a:cubicBezTo>
                  <a:lnTo>
                    <a:pt x="139400" y="325455"/>
                  </a:lnTo>
                  <a:lnTo>
                    <a:pt x="185492" y="325455"/>
                  </a:lnTo>
                  <a:lnTo>
                    <a:pt x="192800" y="281611"/>
                  </a:lnTo>
                  <a:cubicBezTo>
                    <a:pt x="204042" y="278801"/>
                    <a:pt x="214722" y="274304"/>
                    <a:pt x="224839" y="268121"/>
                  </a:cubicBezTo>
                  <a:lnTo>
                    <a:pt x="260814" y="293977"/>
                  </a:lnTo>
                  <a:lnTo>
                    <a:pt x="293415" y="261376"/>
                  </a:lnTo>
                  <a:lnTo>
                    <a:pt x="267559" y="225401"/>
                  </a:lnTo>
                  <a:cubicBezTo>
                    <a:pt x="273742" y="215284"/>
                    <a:pt x="278239" y="204604"/>
                    <a:pt x="281049" y="193362"/>
                  </a:cubicBezTo>
                  <a:lnTo>
                    <a:pt x="324893" y="186055"/>
                  </a:lnTo>
                  <a:lnTo>
                    <a:pt x="324893" y="139400"/>
                  </a:lnTo>
                  <a:lnTo>
                    <a:pt x="281049" y="132093"/>
                  </a:lnTo>
                  <a:cubicBezTo>
                    <a:pt x="278239" y="120851"/>
                    <a:pt x="273742" y="110171"/>
                    <a:pt x="268121" y="100054"/>
                  </a:cubicBezTo>
                  <a:lnTo>
                    <a:pt x="293415" y="64079"/>
                  </a:lnTo>
                  <a:lnTo>
                    <a:pt x="261376" y="30915"/>
                  </a:lnTo>
                  <a:lnTo>
                    <a:pt x="225401" y="56772"/>
                  </a:lnTo>
                  <a:cubicBezTo>
                    <a:pt x="215284" y="50589"/>
                    <a:pt x="204604" y="46654"/>
                    <a:pt x="193362" y="43282"/>
                  </a:cubicBezTo>
                  <a:lnTo>
                    <a:pt x="186055" y="0"/>
                  </a:lnTo>
                  <a:lnTo>
                    <a:pt x="139400" y="0"/>
                  </a:lnTo>
                  <a:lnTo>
                    <a:pt x="136590" y="19673"/>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7" name="Google Shape;2397;p42"/>
            <p:cNvSpPr/>
            <p:nvPr/>
          </p:nvSpPr>
          <p:spPr>
            <a:xfrm>
              <a:off x="5540970" y="1236236"/>
              <a:ext cx="70405" cy="33638"/>
            </a:xfrm>
            <a:custGeom>
              <a:rect b="b" l="l" r="r" t="t"/>
              <a:pathLst>
                <a:path extrusionOk="0" h="48340" w="101177">
                  <a:moveTo>
                    <a:pt x="101178" y="12366"/>
                  </a:moveTo>
                  <a:cubicBezTo>
                    <a:pt x="89936" y="15177"/>
                    <a:pt x="79256" y="19673"/>
                    <a:pt x="69138" y="25857"/>
                  </a:cubicBezTo>
                  <a:lnTo>
                    <a:pt x="33164" y="0"/>
                  </a:lnTo>
                  <a:lnTo>
                    <a:pt x="0" y="32602"/>
                  </a:lnTo>
                  <a:lnTo>
                    <a:pt x="11242" y="4834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8" name="Google Shape;2398;p42"/>
            <p:cNvSpPr/>
            <p:nvPr/>
          </p:nvSpPr>
          <p:spPr>
            <a:xfrm>
              <a:off x="5576079" y="1271249"/>
              <a:ext cx="113496" cy="113419"/>
            </a:xfrm>
            <a:custGeom>
              <a:rect b="b" l="l" r="r" t="t"/>
              <a:pathLst>
                <a:path extrusionOk="0" h="162992" w="163102">
                  <a:moveTo>
                    <a:pt x="42292" y="9829"/>
                  </a:moveTo>
                  <a:cubicBezTo>
                    <a:pt x="82201" y="-11531"/>
                    <a:pt x="131103" y="3083"/>
                    <a:pt x="153025" y="42430"/>
                  </a:cubicBezTo>
                  <a:cubicBezTo>
                    <a:pt x="174947" y="81777"/>
                    <a:pt x="159770" y="131242"/>
                    <a:pt x="120423" y="153164"/>
                  </a:cubicBezTo>
                  <a:cubicBezTo>
                    <a:pt x="81077" y="174523"/>
                    <a:pt x="31612" y="159909"/>
                    <a:pt x="9690" y="120562"/>
                  </a:cubicBezTo>
                  <a:cubicBezTo>
                    <a:pt x="-5487" y="92457"/>
                    <a:pt x="-2676" y="57607"/>
                    <a:pt x="16997" y="3231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9" name="Google Shape;2399;p42"/>
            <p:cNvSpPr/>
            <p:nvPr/>
          </p:nvSpPr>
          <p:spPr>
            <a:xfrm>
              <a:off x="5620372" y="1302660"/>
              <a:ext cx="27379" cy="51771"/>
            </a:xfrm>
            <a:custGeom>
              <a:rect b="b" l="l" r="r" t="t"/>
              <a:pathLst>
                <a:path extrusionOk="0" h="74398" w="39346">
                  <a:moveTo>
                    <a:pt x="562" y="56311"/>
                  </a:moveTo>
                  <a:cubicBezTo>
                    <a:pt x="1124" y="66990"/>
                    <a:pt x="10680" y="75422"/>
                    <a:pt x="21360" y="74298"/>
                  </a:cubicBezTo>
                  <a:cubicBezTo>
                    <a:pt x="30915" y="73736"/>
                    <a:pt x="38785" y="65866"/>
                    <a:pt x="39347" y="56311"/>
                  </a:cubicBezTo>
                  <a:cubicBezTo>
                    <a:pt x="39347" y="46193"/>
                    <a:pt x="28667" y="41696"/>
                    <a:pt x="19673" y="37199"/>
                  </a:cubicBezTo>
                  <a:cubicBezTo>
                    <a:pt x="10680" y="32702"/>
                    <a:pt x="0" y="28206"/>
                    <a:pt x="0" y="18088"/>
                  </a:cubicBezTo>
                  <a:cubicBezTo>
                    <a:pt x="562" y="7408"/>
                    <a:pt x="10118" y="-1023"/>
                    <a:pt x="20798" y="101"/>
                  </a:cubicBezTo>
                  <a:cubicBezTo>
                    <a:pt x="30353" y="663"/>
                    <a:pt x="38223" y="8532"/>
                    <a:pt x="38785" y="18088"/>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0" name="Google Shape;2400;p42"/>
            <p:cNvSpPr/>
            <p:nvPr/>
          </p:nvSpPr>
          <p:spPr>
            <a:xfrm>
              <a:off x="5634453" y="1293344"/>
              <a:ext cx="3911" cy="9387"/>
            </a:xfrm>
            <a:custGeom>
              <a:rect b="b" l="l" r="r" t="t"/>
              <a:pathLst>
                <a:path extrusionOk="0" h="13490" w="5620">
                  <a:moveTo>
                    <a:pt x="0" y="13490"/>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1" name="Google Shape;2401;p42"/>
            <p:cNvSpPr/>
            <p:nvPr/>
          </p:nvSpPr>
          <p:spPr>
            <a:xfrm>
              <a:off x="5634453" y="1354752"/>
              <a:ext cx="3911" cy="8996"/>
            </a:xfrm>
            <a:custGeom>
              <a:rect b="b" l="l" r="r" t="t"/>
              <a:pathLst>
                <a:path extrusionOk="0" h="12928" w="5620">
                  <a:moveTo>
                    <a:pt x="0" y="1292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2" name="Google Shape;2402;p42"/>
            <p:cNvSpPr/>
            <p:nvPr/>
          </p:nvSpPr>
          <p:spPr>
            <a:xfrm>
              <a:off x="5445140" y="1312118"/>
              <a:ext cx="357112" cy="202714"/>
            </a:xfrm>
            <a:custGeom>
              <a:rect b="b" l="l" r="r" t="t"/>
              <a:pathLst>
                <a:path extrusionOk="0" h="291315" w="513195">
                  <a:moveTo>
                    <a:pt x="513196" y="133779"/>
                  </a:moveTo>
                  <a:cubicBezTo>
                    <a:pt x="451927" y="268683"/>
                    <a:pt x="292853" y="328265"/>
                    <a:pt x="157388" y="267559"/>
                  </a:cubicBezTo>
                  <a:cubicBezTo>
                    <a:pt x="61269" y="223715"/>
                    <a:pt x="0" y="128721"/>
                    <a:pt x="0" y="23046"/>
                  </a:cubicBezTo>
                  <a:cubicBezTo>
                    <a:pt x="0" y="15177"/>
                    <a:pt x="562" y="7869"/>
                    <a:pt x="1124"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3" name="Google Shape;2403;p42"/>
            <p:cNvSpPr/>
            <p:nvPr/>
          </p:nvSpPr>
          <p:spPr>
            <a:xfrm>
              <a:off x="5460395" y="1141116"/>
              <a:ext cx="358677" cy="206205"/>
            </a:xfrm>
            <a:custGeom>
              <a:rect b="b" l="l" r="r" t="t"/>
              <a:pathLst>
                <a:path extrusionOk="0" h="296331" w="515444">
                  <a:moveTo>
                    <a:pt x="0" y="161428"/>
                  </a:moveTo>
                  <a:cubicBezTo>
                    <a:pt x="60145" y="25400"/>
                    <a:pt x="218094" y="-36993"/>
                    <a:pt x="354122" y="22590"/>
                  </a:cubicBezTo>
                  <a:cubicBezTo>
                    <a:pt x="451927" y="65309"/>
                    <a:pt x="514882" y="161428"/>
                    <a:pt x="515444" y="268789"/>
                  </a:cubicBezTo>
                  <a:cubicBezTo>
                    <a:pt x="515444" y="277782"/>
                    <a:pt x="514882" y="287338"/>
                    <a:pt x="513758" y="29633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4" name="Google Shape;2404;p42"/>
            <p:cNvSpPr/>
            <p:nvPr/>
          </p:nvSpPr>
          <p:spPr>
            <a:xfrm>
              <a:off x="5399768" y="1303122"/>
              <a:ext cx="46545" cy="50066"/>
            </a:xfrm>
            <a:custGeom>
              <a:rect b="b" l="l" r="r" t="t"/>
              <a:pathLst>
                <a:path extrusionOk="0" h="71948" w="66889">
                  <a:moveTo>
                    <a:pt x="66890" y="0"/>
                  </a:moveTo>
                  <a:lnTo>
                    <a:pt x="0" y="7194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5" name="Google Shape;2405;p42"/>
            <p:cNvSpPr/>
            <p:nvPr/>
          </p:nvSpPr>
          <p:spPr>
            <a:xfrm>
              <a:off x="5446314" y="1303122"/>
              <a:ext cx="46545" cy="50066"/>
            </a:xfrm>
            <a:custGeom>
              <a:rect b="b" l="l" r="r" t="t"/>
              <a:pathLst>
                <a:path extrusionOk="0" h="71948" w="66889">
                  <a:moveTo>
                    <a:pt x="66890" y="71949"/>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6" name="Google Shape;2406;p42"/>
            <p:cNvSpPr/>
            <p:nvPr/>
          </p:nvSpPr>
          <p:spPr>
            <a:xfrm>
              <a:off x="5819072" y="1303122"/>
              <a:ext cx="46545" cy="50066"/>
            </a:xfrm>
            <a:custGeom>
              <a:rect b="b" l="l" r="r" t="t"/>
              <a:pathLst>
                <a:path extrusionOk="0" h="71948" w="66889">
                  <a:moveTo>
                    <a:pt x="0" y="71949"/>
                  </a:moveTo>
                  <a:lnTo>
                    <a:pt x="6689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7" name="Google Shape;2407;p42"/>
            <p:cNvSpPr/>
            <p:nvPr/>
          </p:nvSpPr>
          <p:spPr>
            <a:xfrm>
              <a:off x="5772526" y="1303122"/>
              <a:ext cx="46545" cy="50066"/>
            </a:xfrm>
            <a:custGeom>
              <a:rect b="b" l="l" r="r" t="t"/>
              <a:pathLst>
                <a:path extrusionOk="0" h="71948" w="66889">
                  <a:moveTo>
                    <a:pt x="0" y="0"/>
                  </a:moveTo>
                  <a:lnTo>
                    <a:pt x="66890" y="7194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08" name="Google Shape;2408;p42"/>
          <p:cNvGrpSpPr/>
          <p:nvPr/>
        </p:nvGrpSpPr>
        <p:grpSpPr>
          <a:xfrm>
            <a:off x="6524965" y="3617329"/>
            <a:ext cx="375546" cy="427943"/>
            <a:chOff x="6524965" y="3617329"/>
            <a:chExt cx="375546" cy="427943"/>
          </a:xfrm>
        </p:grpSpPr>
        <p:grpSp>
          <p:nvGrpSpPr>
            <p:cNvPr id="2409" name="Google Shape;2409;p42"/>
            <p:cNvGrpSpPr/>
            <p:nvPr/>
          </p:nvGrpSpPr>
          <p:grpSpPr>
            <a:xfrm>
              <a:off x="6537919" y="3617329"/>
              <a:ext cx="343283" cy="166511"/>
              <a:chOff x="6537919" y="3617329"/>
              <a:chExt cx="343283" cy="166511"/>
            </a:xfrm>
          </p:grpSpPr>
          <p:sp>
            <p:nvSpPr>
              <p:cNvPr id="2410" name="Google Shape;2410;p42"/>
              <p:cNvSpPr/>
              <p:nvPr/>
            </p:nvSpPr>
            <p:spPr>
              <a:xfrm>
                <a:off x="6627066" y="3627670"/>
                <a:ext cx="164722" cy="156170"/>
              </a:xfrm>
              <a:custGeom>
                <a:rect b="b" l="l" r="r" t="t"/>
                <a:pathLst>
                  <a:path extrusionOk="0" h="156170" w="164722">
                    <a:moveTo>
                      <a:pt x="82494" y="0"/>
                    </a:moveTo>
                    <a:lnTo>
                      <a:pt x="106444" y="53559"/>
                    </a:lnTo>
                    <a:lnTo>
                      <a:pt x="164723" y="59658"/>
                    </a:lnTo>
                    <a:lnTo>
                      <a:pt x="121080" y="98899"/>
                    </a:lnTo>
                    <a:lnTo>
                      <a:pt x="133322" y="156170"/>
                    </a:lnTo>
                    <a:lnTo>
                      <a:pt x="82494" y="127004"/>
                    </a:lnTo>
                    <a:lnTo>
                      <a:pt x="31401" y="156170"/>
                    </a:lnTo>
                    <a:lnTo>
                      <a:pt x="43642" y="98899"/>
                    </a:lnTo>
                    <a:lnTo>
                      <a:pt x="0" y="59658"/>
                    </a:lnTo>
                    <a:lnTo>
                      <a:pt x="58544" y="53559"/>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1" name="Google Shape;2411;p42"/>
              <p:cNvSpPr/>
              <p:nvPr/>
            </p:nvSpPr>
            <p:spPr>
              <a:xfrm>
                <a:off x="6781677" y="3617329"/>
                <a:ext cx="99525" cy="109769"/>
              </a:xfrm>
              <a:custGeom>
                <a:rect b="b" l="l" r="r" t="t"/>
                <a:pathLst>
                  <a:path extrusionOk="0" h="109769" w="99525">
                    <a:moveTo>
                      <a:pt x="0" y="40037"/>
                    </a:moveTo>
                    <a:lnTo>
                      <a:pt x="24748" y="37651"/>
                    </a:lnTo>
                    <a:lnTo>
                      <a:pt x="41513" y="0"/>
                    </a:lnTo>
                    <a:lnTo>
                      <a:pt x="58278" y="37651"/>
                    </a:lnTo>
                    <a:lnTo>
                      <a:pt x="99525" y="41893"/>
                    </a:lnTo>
                    <a:lnTo>
                      <a:pt x="68657" y="69468"/>
                    </a:lnTo>
                    <a:lnTo>
                      <a:pt x="77438" y="109770"/>
                    </a:lnTo>
                    <a:lnTo>
                      <a:pt x="41513" y="89089"/>
                    </a:lnTo>
                    <a:lnTo>
                      <a:pt x="13838" y="104997"/>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2" name="Google Shape;2412;p42"/>
              <p:cNvSpPr/>
              <p:nvPr/>
            </p:nvSpPr>
            <p:spPr>
              <a:xfrm>
                <a:off x="6537919" y="3617329"/>
                <a:ext cx="99525" cy="109769"/>
              </a:xfrm>
              <a:custGeom>
                <a:rect b="b" l="l" r="r" t="t"/>
                <a:pathLst>
                  <a:path extrusionOk="0" h="109769" w="99525">
                    <a:moveTo>
                      <a:pt x="99526" y="40037"/>
                    </a:moveTo>
                    <a:lnTo>
                      <a:pt x="74777" y="37651"/>
                    </a:lnTo>
                    <a:lnTo>
                      <a:pt x="58012" y="0"/>
                    </a:lnTo>
                    <a:lnTo>
                      <a:pt x="41247" y="37651"/>
                    </a:lnTo>
                    <a:lnTo>
                      <a:pt x="0" y="41893"/>
                    </a:lnTo>
                    <a:lnTo>
                      <a:pt x="30603" y="69468"/>
                    </a:lnTo>
                    <a:lnTo>
                      <a:pt x="22087" y="109770"/>
                    </a:lnTo>
                    <a:lnTo>
                      <a:pt x="58012" y="89089"/>
                    </a:lnTo>
                    <a:lnTo>
                      <a:pt x="85688" y="104997"/>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13" name="Google Shape;2413;p42"/>
            <p:cNvGrpSpPr/>
            <p:nvPr/>
          </p:nvGrpSpPr>
          <p:grpSpPr>
            <a:xfrm>
              <a:off x="6539782" y="3898771"/>
              <a:ext cx="360729" cy="146501"/>
              <a:chOff x="6539782" y="3898771"/>
              <a:chExt cx="360729" cy="146501"/>
            </a:xfrm>
          </p:grpSpPr>
          <p:sp>
            <p:nvSpPr>
              <p:cNvPr id="2414" name="Google Shape;2414;p42"/>
              <p:cNvSpPr/>
              <p:nvPr/>
            </p:nvSpPr>
            <p:spPr>
              <a:xfrm>
                <a:off x="6584489" y="3898771"/>
                <a:ext cx="316022" cy="146501"/>
              </a:xfrm>
              <a:custGeom>
                <a:rect b="b" l="l" r="r" t="t"/>
                <a:pathLst>
                  <a:path extrusionOk="0" h="146501" w="316022">
                    <a:moveTo>
                      <a:pt x="215550" y="36466"/>
                    </a:moveTo>
                    <a:lnTo>
                      <a:pt x="280215" y="3588"/>
                    </a:lnTo>
                    <a:cubicBezTo>
                      <a:pt x="292722" y="-3040"/>
                      <a:pt x="307358" y="-389"/>
                      <a:pt x="313479" y="10747"/>
                    </a:cubicBezTo>
                    <a:cubicBezTo>
                      <a:pt x="319599" y="21883"/>
                      <a:pt x="314277" y="36731"/>
                      <a:pt x="301770" y="43360"/>
                    </a:cubicBezTo>
                    <a:lnTo>
                      <a:pt x="167650" y="114949"/>
                    </a:lnTo>
                    <a:lnTo>
                      <a:pt x="160465" y="116805"/>
                    </a:lnTo>
                    <a:lnTo>
                      <a:pt x="35393" y="120252"/>
                    </a:lnTo>
                    <a:cubicBezTo>
                      <a:pt x="35393" y="120252"/>
                      <a:pt x="19426" y="124759"/>
                      <a:pt x="0" y="146501"/>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5" name="Google Shape;2415;p42"/>
              <p:cNvSpPr/>
              <p:nvPr/>
            </p:nvSpPr>
            <p:spPr>
              <a:xfrm>
                <a:off x="6539782" y="3916598"/>
                <a:ext cx="238701" cy="63183"/>
              </a:xfrm>
              <a:custGeom>
                <a:rect b="b" l="l" r="r" t="t"/>
                <a:pathLst>
                  <a:path extrusionOk="0" h="63183" w="238701">
                    <a:moveTo>
                      <a:pt x="0" y="63183"/>
                    </a:moveTo>
                    <a:lnTo>
                      <a:pt x="56682" y="11215"/>
                    </a:lnTo>
                    <a:cubicBezTo>
                      <a:pt x="84357" y="-7345"/>
                      <a:pt x="117355" y="2730"/>
                      <a:pt x="117355" y="2730"/>
                    </a:cubicBezTo>
                    <a:cubicBezTo>
                      <a:pt x="133322" y="6972"/>
                      <a:pt x="162860" y="7768"/>
                      <a:pt x="162860" y="7768"/>
                    </a:cubicBezTo>
                    <a:lnTo>
                      <a:pt x="212090" y="7768"/>
                    </a:lnTo>
                    <a:cubicBezTo>
                      <a:pt x="226727" y="7768"/>
                      <a:pt x="238702" y="18109"/>
                      <a:pt x="238702" y="30835"/>
                    </a:cubicBezTo>
                    <a:cubicBezTo>
                      <a:pt x="238702" y="43562"/>
                      <a:pt x="226727" y="53903"/>
                      <a:pt x="212090" y="53903"/>
                    </a:cubicBezTo>
                    <a:lnTo>
                      <a:pt x="144232" y="53903"/>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16" name="Google Shape;2416;p42"/>
            <p:cNvGrpSpPr/>
            <p:nvPr/>
          </p:nvGrpSpPr>
          <p:grpSpPr>
            <a:xfrm>
              <a:off x="6524965" y="3738169"/>
              <a:ext cx="134164" cy="179037"/>
              <a:chOff x="6524965" y="3738169"/>
              <a:chExt cx="134164" cy="179037"/>
            </a:xfrm>
          </p:grpSpPr>
          <p:sp>
            <p:nvSpPr>
              <p:cNvPr id="2417" name="Google Shape;2417;p42"/>
              <p:cNvSpPr/>
              <p:nvPr/>
            </p:nvSpPr>
            <p:spPr>
              <a:xfrm>
                <a:off x="6623873" y="3873459"/>
                <a:ext cx="2661" cy="35794"/>
              </a:xfrm>
              <a:custGeom>
                <a:rect b="b" l="l" r="r" t="t"/>
                <a:pathLst>
                  <a:path extrusionOk="0" h="35794" w="2661">
                    <a:moveTo>
                      <a:pt x="0" y="0"/>
                    </a:moveTo>
                    <a:lnTo>
                      <a:pt x="0" y="3579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8" name="Google Shape;2418;p42"/>
              <p:cNvSpPr/>
              <p:nvPr/>
            </p:nvSpPr>
            <p:spPr>
              <a:xfrm>
                <a:off x="6562667" y="3897056"/>
                <a:ext cx="2661" cy="20150"/>
              </a:xfrm>
              <a:custGeom>
                <a:rect b="b" l="l" r="r" t="t"/>
                <a:pathLst>
                  <a:path extrusionOk="0" h="20150" w="2661">
                    <a:moveTo>
                      <a:pt x="0" y="0"/>
                    </a:moveTo>
                    <a:lnTo>
                      <a:pt x="0" y="2015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9" name="Google Shape;2419;p42"/>
              <p:cNvSpPr/>
              <p:nvPr/>
            </p:nvSpPr>
            <p:spPr>
              <a:xfrm>
                <a:off x="6524965" y="3738169"/>
                <a:ext cx="134164" cy="132108"/>
              </a:xfrm>
              <a:custGeom>
                <a:rect b="b" l="l" r="r" t="t"/>
                <a:pathLst>
                  <a:path extrusionOk="0" h="132108" w="134164">
                    <a:moveTo>
                      <a:pt x="98908" y="109041"/>
                    </a:moveTo>
                    <a:lnTo>
                      <a:pt x="98908" y="74837"/>
                    </a:lnTo>
                    <a:lnTo>
                      <a:pt x="127382" y="74837"/>
                    </a:lnTo>
                    <a:cubicBezTo>
                      <a:pt x="130043" y="74837"/>
                      <a:pt x="132438" y="72981"/>
                      <a:pt x="133236" y="70595"/>
                    </a:cubicBezTo>
                    <a:cubicBezTo>
                      <a:pt x="134833" y="67413"/>
                      <a:pt x="134301" y="63436"/>
                      <a:pt x="132172" y="60784"/>
                    </a:cubicBezTo>
                    <a:lnTo>
                      <a:pt x="74426" y="2983"/>
                    </a:lnTo>
                    <a:cubicBezTo>
                      <a:pt x="70434" y="-994"/>
                      <a:pt x="63781" y="-994"/>
                      <a:pt x="59789" y="2983"/>
                    </a:cubicBezTo>
                    <a:cubicBezTo>
                      <a:pt x="59789" y="2983"/>
                      <a:pt x="59789" y="2983"/>
                      <a:pt x="59789" y="2983"/>
                    </a:cubicBezTo>
                    <a:lnTo>
                      <a:pt x="2309" y="60519"/>
                    </a:lnTo>
                    <a:cubicBezTo>
                      <a:pt x="-86" y="63171"/>
                      <a:pt x="-618" y="67148"/>
                      <a:pt x="713" y="70330"/>
                    </a:cubicBezTo>
                    <a:cubicBezTo>
                      <a:pt x="1777" y="73246"/>
                      <a:pt x="4704" y="74837"/>
                      <a:pt x="7632" y="74837"/>
                    </a:cubicBezTo>
                    <a:lnTo>
                      <a:pt x="37702" y="74837"/>
                    </a:lnTo>
                    <a:lnTo>
                      <a:pt x="37702" y="13210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20" name="Google Shape;2420;p42"/>
            <p:cNvGrpSpPr/>
            <p:nvPr/>
          </p:nvGrpSpPr>
          <p:grpSpPr>
            <a:xfrm>
              <a:off x="6760740" y="3738434"/>
              <a:ext cx="134164" cy="178772"/>
              <a:chOff x="6760740" y="3738434"/>
              <a:chExt cx="134164" cy="178772"/>
            </a:xfrm>
          </p:grpSpPr>
          <p:sp>
            <p:nvSpPr>
              <p:cNvPr id="2421" name="Google Shape;2421;p42"/>
              <p:cNvSpPr/>
              <p:nvPr/>
            </p:nvSpPr>
            <p:spPr>
              <a:xfrm>
                <a:off x="6859647" y="3873459"/>
                <a:ext cx="2661" cy="29961"/>
              </a:xfrm>
              <a:custGeom>
                <a:rect b="b" l="l" r="r" t="t"/>
                <a:pathLst>
                  <a:path extrusionOk="0" h="29961" w="2661">
                    <a:moveTo>
                      <a:pt x="0" y="0"/>
                    </a:moveTo>
                    <a:lnTo>
                      <a:pt x="0" y="2996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2" name="Google Shape;2422;p42"/>
              <p:cNvSpPr/>
              <p:nvPr/>
            </p:nvSpPr>
            <p:spPr>
              <a:xfrm>
                <a:off x="6798176" y="3897056"/>
                <a:ext cx="2661" cy="20150"/>
              </a:xfrm>
              <a:custGeom>
                <a:rect b="b" l="l" r="r" t="t"/>
                <a:pathLst>
                  <a:path extrusionOk="0" h="20150" w="2661">
                    <a:moveTo>
                      <a:pt x="0" y="0"/>
                    </a:moveTo>
                    <a:lnTo>
                      <a:pt x="0" y="2015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3" name="Google Shape;2423;p42"/>
              <p:cNvSpPr/>
              <p:nvPr/>
            </p:nvSpPr>
            <p:spPr>
              <a:xfrm>
                <a:off x="6760740" y="3738434"/>
                <a:ext cx="134164" cy="131843"/>
              </a:xfrm>
              <a:custGeom>
                <a:rect b="b" l="l" r="r" t="t"/>
                <a:pathLst>
                  <a:path extrusionOk="0" h="131843" w="134164">
                    <a:moveTo>
                      <a:pt x="98908" y="108776"/>
                    </a:moveTo>
                    <a:lnTo>
                      <a:pt x="98908" y="74572"/>
                    </a:lnTo>
                    <a:lnTo>
                      <a:pt x="127382" y="74572"/>
                    </a:lnTo>
                    <a:cubicBezTo>
                      <a:pt x="130043" y="74572"/>
                      <a:pt x="132438" y="72716"/>
                      <a:pt x="133236" y="70330"/>
                    </a:cubicBezTo>
                    <a:cubicBezTo>
                      <a:pt x="134833" y="67148"/>
                      <a:pt x="134300" y="63171"/>
                      <a:pt x="132172" y="60519"/>
                    </a:cubicBezTo>
                    <a:lnTo>
                      <a:pt x="74426" y="2983"/>
                    </a:lnTo>
                    <a:cubicBezTo>
                      <a:pt x="70434" y="-994"/>
                      <a:pt x="63781" y="-994"/>
                      <a:pt x="59789" y="2983"/>
                    </a:cubicBezTo>
                    <a:cubicBezTo>
                      <a:pt x="59789" y="2983"/>
                      <a:pt x="59789" y="2983"/>
                      <a:pt x="59789" y="2983"/>
                    </a:cubicBezTo>
                    <a:lnTo>
                      <a:pt x="2309" y="60254"/>
                    </a:lnTo>
                    <a:cubicBezTo>
                      <a:pt x="-86" y="62906"/>
                      <a:pt x="-618" y="66883"/>
                      <a:pt x="713" y="70064"/>
                    </a:cubicBezTo>
                    <a:cubicBezTo>
                      <a:pt x="1777" y="72981"/>
                      <a:pt x="4704" y="74572"/>
                      <a:pt x="7632" y="74572"/>
                    </a:cubicBezTo>
                    <a:lnTo>
                      <a:pt x="37436" y="74572"/>
                    </a:lnTo>
                    <a:lnTo>
                      <a:pt x="37436" y="13184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24" name="Google Shape;2424;p42"/>
            <p:cNvSpPr/>
            <p:nvPr/>
          </p:nvSpPr>
          <p:spPr>
            <a:xfrm>
              <a:off x="6643917" y="3800212"/>
              <a:ext cx="134164" cy="124153"/>
            </a:xfrm>
            <a:custGeom>
              <a:rect b="b" l="l" r="r" t="t"/>
              <a:pathLst>
                <a:path extrusionOk="0" h="124153" w="134164">
                  <a:moveTo>
                    <a:pt x="98908" y="124154"/>
                  </a:moveTo>
                  <a:lnTo>
                    <a:pt x="98908" y="74837"/>
                  </a:lnTo>
                  <a:lnTo>
                    <a:pt x="127382" y="74837"/>
                  </a:lnTo>
                  <a:cubicBezTo>
                    <a:pt x="130043" y="74837"/>
                    <a:pt x="132438" y="72981"/>
                    <a:pt x="133236" y="70595"/>
                  </a:cubicBezTo>
                  <a:cubicBezTo>
                    <a:pt x="134833" y="67413"/>
                    <a:pt x="134301" y="63436"/>
                    <a:pt x="132172" y="60784"/>
                  </a:cubicBezTo>
                  <a:lnTo>
                    <a:pt x="74426" y="2983"/>
                  </a:lnTo>
                  <a:cubicBezTo>
                    <a:pt x="70434" y="-994"/>
                    <a:pt x="63781" y="-994"/>
                    <a:pt x="59789" y="2983"/>
                  </a:cubicBezTo>
                  <a:cubicBezTo>
                    <a:pt x="59789" y="2983"/>
                    <a:pt x="59789" y="2983"/>
                    <a:pt x="59789" y="2983"/>
                  </a:cubicBezTo>
                  <a:lnTo>
                    <a:pt x="2309" y="60519"/>
                  </a:lnTo>
                  <a:cubicBezTo>
                    <a:pt x="-86" y="63171"/>
                    <a:pt x="-618" y="67148"/>
                    <a:pt x="713" y="70330"/>
                  </a:cubicBezTo>
                  <a:cubicBezTo>
                    <a:pt x="1777" y="73246"/>
                    <a:pt x="4704" y="74837"/>
                    <a:pt x="7632" y="74837"/>
                  </a:cubicBezTo>
                  <a:lnTo>
                    <a:pt x="37436" y="74837"/>
                  </a:lnTo>
                  <a:lnTo>
                    <a:pt x="37436" y="11964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25" name="Google Shape;2425;p42"/>
          <p:cNvGrpSpPr/>
          <p:nvPr/>
        </p:nvGrpSpPr>
        <p:grpSpPr>
          <a:xfrm>
            <a:off x="7680316" y="1114337"/>
            <a:ext cx="283319" cy="397284"/>
            <a:chOff x="7680316" y="1145826"/>
            <a:chExt cx="283319" cy="397284"/>
          </a:xfrm>
        </p:grpSpPr>
        <p:grpSp>
          <p:nvGrpSpPr>
            <p:cNvPr id="2426" name="Google Shape;2426;p42"/>
            <p:cNvGrpSpPr/>
            <p:nvPr/>
          </p:nvGrpSpPr>
          <p:grpSpPr>
            <a:xfrm>
              <a:off x="7811301" y="1145826"/>
              <a:ext cx="152334" cy="283936"/>
              <a:chOff x="7811301" y="1145826"/>
              <a:chExt cx="152334" cy="283936"/>
            </a:xfrm>
          </p:grpSpPr>
          <p:sp>
            <p:nvSpPr>
              <p:cNvPr id="2427" name="Google Shape;2427;p42"/>
              <p:cNvSpPr/>
              <p:nvPr/>
            </p:nvSpPr>
            <p:spPr>
              <a:xfrm>
                <a:off x="7864015" y="1374077"/>
                <a:ext cx="1955" cy="24005"/>
              </a:xfrm>
              <a:custGeom>
                <a:rect b="b" l="l" r="r" t="t"/>
                <a:pathLst>
                  <a:path extrusionOk="0" h="24005" w="1955">
                    <a:moveTo>
                      <a:pt x="0" y="0"/>
                    </a:moveTo>
                    <a:lnTo>
                      <a:pt x="0" y="2400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8" name="Google Shape;2428;p42"/>
              <p:cNvSpPr/>
              <p:nvPr/>
            </p:nvSpPr>
            <p:spPr>
              <a:xfrm>
                <a:off x="7887481" y="1374274"/>
                <a:ext cx="195" cy="55488"/>
              </a:xfrm>
              <a:custGeom>
                <a:rect b="b" l="l" r="r" t="t"/>
                <a:pathLst>
                  <a:path extrusionOk="0" h="55488" w="195">
                    <a:moveTo>
                      <a:pt x="0" y="0"/>
                    </a:moveTo>
                    <a:lnTo>
                      <a:pt x="196" y="5548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9" name="Google Shape;2429;p42"/>
              <p:cNvSpPr/>
              <p:nvPr/>
            </p:nvSpPr>
            <p:spPr>
              <a:xfrm>
                <a:off x="7910751" y="1374077"/>
                <a:ext cx="1955" cy="24989"/>
              </a:xfrm>
              <a:custGeom>
                <a:rect b="b" l="l" r="r" t="t"/>
                <a:pathLst>
                  <a:path extrusionOk="0" h="24989" w="1955">
                    <a:moveTo>
                      <a:pt x="0" y="0"/>
                    </a:moveTo>
                    <a:lnTo>
                      <a:pt x="0" y="2499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0" name="Google Shape;2430;p42"/>
              <p:cNvSpPr/>
              <p:nvPr/>
            </p:nvSpPr>
            <p:spPr>
              <a:xfrm>
                <a:off x="7865922" y="1223500"/>
                <a:ext cx="43191" cy="43387"/>
              </a:xfrm>
              <a:custGeom>
                <a:rect b="b" l="l" r="r" t="t"/>
                <a:pathLst>
                  <a:path extrusionOk="0" h="43387" w="43191">
                    <a:moveTo>
                      <a:pt x="6306" y="6346"/>
                    </a:moveTo>
                    <a:cubicBezTo>
                      <a:pt x="14715" y="-2115"/>
                      <a:pt x="28208" y="-2115"/>
                      <a:pt x="36812" y="6346"/>
                    </a:cubicBezTo>
                    <a:cubicBezTo>
                      <a:pt x="45416" y="14807"/>
                      <a:pt x="45220" y="28384"/>
                      <a:pt x="36812" y="37042"/>
                    </a:cubicBezTo>
                    <a:cubicBezTo>
                      <a:pt x="28403" y="45503"/>
                      <a:pt x="14910" y="45503"/>
                      <a:pt x="6306" y="37042"/>
                    </a:cubicBezTo>
                    <a:lnTo>
                      <a:pt x="6306" y="37042"/>
                    </a:lnTo>
                    <a:cubicBezTo>
                      <a:pt x="-2102" y="28581"/>
                      <a:pt x="-2102" y="15004"/>
                      <a:pt x="6306" y="6346"/>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1" name="Google Shape;2431;p42"/>
              <p:cNvSpPr/>
              <p:nvPr/>
            </p:nvSpPr>
            <p:spPr>
              <a:xfrm>
                <a:off x="7871642" y="1190886"/>
                <a:ext cx="48691" cy="196"/>
              </a:xfrm>
              <a:custGeom>
                <a:rect b="b" l="l" r="r" t="t"/>
                <a:pathLst>
                  <a:path extrusionOk="0" h="196" w="48691">
                    <a:moveTo>
                      <a:pt x="0" y="197"/>
                    </a:moveTo>
                    <a:lnTo>
                      <a:pt x="4869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2" name="Google Shape;2432;p42"/>
              <p:cNvSpPr/>
              <p:nvPr/>
            </p:nvSpPr>
            <p:spPr>
              <a:xfrm>
                <a:off x="7844311" y="1145826"/>
                <a:ext cx="86239" cy="208574"/>
              </a:xfrm>
              <a:custGeom>
                <a:rect b="b" l="l" r="r" t="t"/>
                <a:pathLst>
                  <a:path extrusionOk="0" h="208574" w="86239">
                    <a:moveTo>
                      <a:pt x="42975" y="0"/>
                    </a:moveTo>
                    <a:cubicBezTo>
                      <a:pt x="32415" y="6493"/>
                      <a:pt x="-29769" y="51750"/>
                      <a:pt x="17554" y="208575"/>
                    </a:cubicBezTo>
                    <a:lnTo>
                      <a:pt x="68787" y="208575"/>
                    </a:lnTo>
                    <a:cubicBezTo>
                      <a:pt x="116109" y="51160"/>
                      <a:pt x="53339" y="6100"/>
                      <a:pt x="42975" y="0"/>
                    </a:cubicBez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3" name="Google Shape;2433;p42"/>
              <p:cNvSpPr/>
              <p:nvPr/>
            </p:nvSpPr>
            <p:spPr>
              <a:xfrm>
                <a:off x="7811301" y="1294780"/>
                <a:ext cx="28857" cy="81265"/>
              </a:xfrm>
              <a:custGeom>
                <a:rect b="b" l="l" r="r" t="t"/>
                <a:pathLst>
                  <a:path extrusionOk="0" h="81265" w="28857">
                    <a:moveTo>
                      <a:pt x="17516" y="0"/>
                    </a:moveTo>
                    <a:cubicBezTo>
                      <a:pt x="6956" y="13380"/>
                      <a:pt x="-5559" y="38763"/>
                      <a:pt x="2654" y="81265"/>
                    </a:cubicBezTo>
                    <a:cubicBezTo>
                      <a:pt x="2654" y="81265"/>
                      <a:pt x="8129" y="66705"/>
                      <a:pt x="28857" y="5214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4" name="Google Shape;2434;p42"/>
              <p:cNvSpPr/>
              <p:nvPr/>
            </p:nvSpPr>
            <p:spPr>
              <a:xfrm>
                <a:off x="7934803" y="1294780"/>
                <a:ext cx="28832" cy="81265"/>
              </a:xfrm>
              <a:custGeom>
                <a:rect b="b" l="l" r="r" t="t"/>
                <a:pathLst>
                  <a:path extrusionOk="0" h="81265" w="28832">
                    <a:moveTo>
                      <a:pt x="11146" y="0"/>
                    </a:moveTo>
                    <a:cubicBezTo>
                      <a:pt x="21706" y="13577"/>
                      <a:pt x="34416" y="38960"/>
                      <a:pt x="26203" y="81265"/>
                    </a:cubicBezTo>
                    <a:cubicBezTo>
                      <a:pt x="26203" y="81265"/>
                      <a:pt x="20728" y="66705"/>
                      <a:pt x="0" y="5214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35" name="Google Shape;2435;p42"/>
            <p:cNvGrpSpPr/>
            <p:nvPr/>
          </p:nvGrpSpPr>
          <p:grpSpPr>
            <a:xfrm>
              <a:off x="7680316" y="1303241"/>
              <a:ext cx="212064" cy="239869"/>
              <a:chOff x="7680316" y="1303241"/>
              <a:chExt cx="212064" cy="239869"/>
            </a:xfrm>
          </p:grpSpPr>
          <p:sp>
            <p:nvSpPr>
              <p:cNvPr id="2436" name="Google Shape;2436;p42"/>
              <p:cNvSpPr/>
              <p:nvPr/>
            </p:nvSpPr>
            <p:spPr>
              <a:xfrm>
                <a:off x="7730848" y="1303241"/>
                <a:ext cx="63552" cy="63949"/>
              </a:xfrm>
              <a:custGeom>
                <a:rect b="b" l="l" r="r" t="t"/>
                <a:pathLst>
                  <a:path extrusionOk="0" h="63949" w="63552">
                    <a:moveTo>
                      <a:pt x="31679" y="63950"/>
                    </a:moveTo>
                    <a:cubicBezTo>
                      <a:pt x="14079" y="63950"/>
                      <a:pt x="0" y="49586"/>
                      <a:pt x="0" y="31877"/>
                    </a:cubicBezTo>
                    <a:cubicBezTo>
                      <a:pt x="0" y="14167"/>
                      <a:pt x="14275" y="0"/>
                      <a:pt x="31874" y="0"/>
                    </a:cubicBezTo>
                    <a:cubicBezTo>
                      <a:pt x="49473" y="0"/>
                      <a:pt x="63553" y="14364"/>
                      <a:pt x="63553" y="31877"/>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7" name="Google Shape;2437;p42"/>
              <p:cNvSpPr/>
              <p:nvPr/>
            </p:nvSpPr>
            <p:spPr>
              <a:xfrm>
                <a:off x="7731817" y="1470888"/>
                <a:ext cx="62583" cy="72222"/>
              </a:xfrm>
              <a:custGeom>
                <a:rect b="b" l="l" r="r" t="t"/>
                <a:pathLst>
                  <a:path extrusionOk="0" h="72222" w="62583">
                    <a:moveTo>
                      <a:pt x="62583" y="41518"/>
                    </a:moveTo>
                    <a:cubicBezTo>
                      <a:pt x="62192" y="58834"/>
                      <a:pt x="47917" y="72608"/>
                      <a:pt x="30514" y="72214"/>
                    </a:cubicBezTo>
                    <a:cubicBezTo>
                      <a:pt x="13110" y="71821"/>
                      <a:pt x="-383" y="57456"/>
                      <a:pt x="8" y="39944"/>
                    </a:cubicBezTo>
                    <a:cubicBezTo>
                      <a:pt x="204" y="32270"/>
                      <a:pt x="3137" y="24990"/>
                      <a:pt x="8221" y="19480"/>
                    </a:cubicBezTo>
                    <a:lnTo>
                      <a:pt x="26016"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8" name="Google Shape;2438;p42"/>
              <p:cNvSpPr/>
              <p:nvPr/>
            </p:nvSpPr>
            <p:spPr>
              <a:xfrm>
                <a:off x="7794596" y="1335117"/>
                <a:ext cx="62026" cy="207678"/>
              </a:xfrm>
              <a:custGeom>
                <a:rect b="b" l="l" r="r" t="t"/>
                <a:pathLst>
                  <a:path extrusionOk="0" h="207678" w="62026">
                    <a:moveTo>
                      <a:pt x="51429" y="152496"/>
                    </a:moveTo>
                    <a:lnTo>
                      <a:pt x="53971" y="155054"/>
                    </a:lnTo>
                    <a:cubicBezTo>
                      <a:pt x="65508" y="168040"/>
                      <a:pt x="64530" y="187914"/>
                      <a:pt x="51820" y="199523"/>
                    </a:cubicBezTo>
                    <a:cubicBezTo>
                      <a:pt x="41651" y="208771"/>
                      <a:pt x="26790" y="210346"/>
                      <a:pt x="14862" y="203262"/>
                    </a:cubicBezTo>
                    <a:cubicBezTo>
                      <a:pt x="5671" y="197752"/>
                      <a:pt x="196" y="187717"/>
                      <a:pt x="0" y="177092"/>
                    </a:cubicBez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9" name="Google Shape;2439;p42"/>
              <p:cNvSpPr/>
              <p:nvPr/>
            </p:nvSpPr>
            <p:spPr>
              <a:xfrm>
                <a:off x="7680316" y="1338266"/>
                <a:ext cx="50532" cy="173549"/>
              </a:xfrm>
              <a:custGeom>
                <a:rect b="b" l="l" r="r" t="t"/>
                <a:pathLst>
                  <a:path extrusionOk="0" h="173549" w="50532">
                    <a:moveTo>
                      <a:pt x="31760" y="0"/>
                    </a:moveTo>
                    <a:cubicBezTo>
                      <a:pt x="23156" y="4526"/>
                      <a:pt x="15530" y="14758"/>
                      <a:pt x="21200" y="37780"/>
                    </a:cubicBezTo>
                    <a:cubicBezTo>
                      <a:pt x="21200" y="37780"/>
                      <a:pt x="-23775" y="77133"/>
                      <a:pt x="17289" y="117471"/>
                    </a:cubicBezTo>
                    <a:cubicBezTo>
                      <a:pt x="17289" y="117471"/>
                      <a:pt x="5557" y="170598"/>
                      <a:pt x="50532" y="17355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0" name="Google Shape;2440;p42"/>
              <p:cNvSpPr/>
              <p:nvPr/>
            </p:nvSpPr>
            <p:spPr>
              <a:xfrm>
                <a:off x="7766046" y="1314457"/>
                <a:ext cx="26851" cy="29774"/>
              </a:xfrm>
              <a:custGeom>
                <a:rect b="b" l="l" r="r" t="t"/>
                <a:pathLst>
                  <a:path extrusionOk="0" h="29774" w="26851">
                    <a:moveTo>
                      <a:pt x="20532" y="0"/>
                    </a:moveTo>
                    <a:cubicBezTo>
                      <a:pt x="27768" y="5706"/>
                      <a:pt x="28941" y="16135"/>
                      <a:pt x="23270" y="23415"/>
                    </a:cubicBezTo>
                    <a:cubicBezTo>
                      <a:pt x="17599" y="30696"/>
                      <a:pt x="7235" y="31876"/>
                      <a:pt x="0" y="2617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1" name="Google Shape;2441;p42"/>
              <p:cNvSpPr/>
              <p:nvPr/>
            </p:nvSpPr>
            <p:spPr>
              <a:xfrm>
                <a:off x="7728712" y="1364254"/>
                <a:ext cx="21104" cy="33042"/>
              </a:xfrm>
              <a:custGeom>
                <a:rect b="b" l="l" r="r" t="t"/>
                <a:pathLst>
                  <a:path extrusionOk="0" h="33042" w="21104">
                    <a:moveTo>
                      <a:pt x="13282" y="33042"/>
                    </a:moveTo>
                    <a:cubicBezTo>
                      <a:pt x="4287" y="31271"/>
                      <a:pt x="-1579" y="22417"/>
                      <a:pt x="376" y="13365"/>
                    </a:cubicBezTo>
                    <a:cubicBezTo>
                      <a:pt x="2332" y="4314"/>
                      <a:pt x="10936" y="-1589"/>
                      <a:pt x="19931" y="379"/>
                    </a:cubicBezTo>
                    <a:cubicBezTo>
                      <a:pt x="20322" y="379"/>
                      <a:pt x="20713" y="576"/>
                      <a:pt x="21104" y="77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2" name="Google Shape;2442;p42"/>
              <p:cNvSpPr/>
              <p:nvPr/>
            </p:nvSpPr>
            <p:spPr>
              <a:xfrm>
                <a:off x="7724786" y="1402198"/>
                <a:ext cx="68636" cy="46061"/>
              </a:xfrm>
              <a:custGeom>
                <a:rect b="b" l="l" r="r" t="t"/>
                <a:pathLst>
                  <a:path extrusionOk="0" h="46061" w="68636">
                    <a:moveTo>
                      <a:pt x="68637" y="4543"/>
                    </a:moveTo>
                    <a:cubicBezTo>
                      <a:pt x="61597" y="-1950"/>
                      <a:pt x="50842" y="-1360"/>
                      <a:pt x="44389" y="5527"/>
                    </a:cubicBezTo>
                    <a:lnTo>
                      <a:pt x="44389" y="5527"/>
                    </a:lnTo>
                    <a:cubicBezTo>
                      <a:pt x="44389" y="5527"/>
                      <a:pt x="18968" y="46061"/>
                      <a:pt x="0" y="46061"/>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3" name="Google Shape;2443;p42"/>
              <p:cNvSpPr/>
              <p:nvPr/>
            </p:nvSpPr>
            <p:spPr>
              <a:xfrm>
                <a:off x="7771913" y="1493844"/>
                <a:ext cx="22527" cy="12658"/>
              </a:xfrm>
              <a:custGeom>
                <a:rect b="b" l="l" r="r" t="t"/>
                <a:pathLst>
                  <a:path extrusionOk="0" h="12658" w="22527">
                    <a:moveTo>
                      <a:pt x="0" y="6362"/>
                    </a:moveTo>
                    <a:cubicBezTo>
                      <a:pt x="3129" y="459"/>
                      <a:pt x="10364" y="-1705"/>
                      <a:pt x="16230" y="1443"/>
                    </a:cubicBezTo>
                    <a:cubicBezTo>
                      <a:pt x="20337" y="3608"/>
                      <a:pt x="22879" y="7937"/>
                      <a:pt x="22488" y="126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4" name="Google Shape;2444;p42"/>
              <p:cNvSpPr/>
              <p:nvPr/>
            </p:nvSpPr>
            <p:spPr>
              <a:xfrm>
                <a:off x="7728306" y="1476791"/>
                <a:ext cx="17794" cy="6296"/>
              </a:xfrm>
              <a:custGeom>
                <a:rect b="b" l="l" r="r" t="t"/>
                <a:pathLst>
                  <a:path extrusionOk="0" h="6296" w="17794">
                    <a:moveTo>
                      <a:pt x="0" y="0"/>
                    </a:moveTo>
                    <a:lnTo>
                      <a:pt x="17795" y="629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5" name="Google Shape;2445;p42"/>
              <p:cNvSpPr/>
              <p:nvPr/>
            </p:nvSpPr>
            <p:spPr>
              <a:xfrm>
                <a:off x="7717160" y="1415399"/>
                <a:ext cx="28354" cy="20660"/>
              </a:xfrm>
              <a:custGeom>
                <a:rect b="b" l="l" r="r" t="t"/>
                <a:pathLst>
                  <a:path extrusionOk="0" h="20660" w="28354">
                    <a:moveTo>
                      <a:pt x="0" y="0"/>
                    </a:moveTo>
                    <a:cubicBezTo>
                      <a:pt x="10560" y="5313"/>
                      <a:pt x="20141" y="12200"/>
                      <a:pt x="28354" y="20661"/>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6" name="Google Shape;2446;p42"/>
              <p:cNvSpPr/>
              <p:nvPr/>
            </p:nvSpPr>
            <p:spPr>
              <a:xfrm>
                <a:off x="7821386" y="1466755"/>
                <a:ext cx="31311" cy="30151"/>
              </a:xfrm>
              <a:custGeom>
                <a:rect b="b" l="l" r="r" t="t"/>
                <a:pathLst>
                  <a:path extrusionOk="0" h="30151" w="31311">
                    <a:moveTo>
                      <a:pt x="31287" y="0"/>
                    </a:moveTo>
                    <a:cubicBezTo>
                      <a:pt x="31679" y="9445"/>
                      <a:pt x="27181" y="18496"/>
                      <a:pt x="19555" y="24006"/>
                    </a:cubicBezTo>
                    <a:cubicBezTo>
                      <a:pt x="13884" y="28335"/>
                      <a:pt x="7040" y="30499"/>
                      <a:pt x="0" y="3010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7" name="Google Shape;2447;p42"/>
              <p:cNvSpPr/>
              <p:nvPr/>
            </p:nvSpPr>
            <p:spPr>
              <a:xfrm>
                <a:off x="7794392" y="1458425"/>
                <a:ext cx="27384" cy="12658"/>
              </a:xfrm>
              <a:custGeom>
                <a:rect b="b" l="l" r="r" t="t"/>
                <a:pathLst>
                  <a:path extrusionOk="0" h="12658" w="27384">
                    <a:moveTo>
                      <a:pt x="27385" y="6362"/>
                    </a:moveTo>
                    <a:cubicBezTo>
                      <a:pt x="24256" y="459"/>
                      <a:pt x="13305" y="-1705"/>
                      <a:pt x="7439" y="1443"/>
                    </a:cubicBezTo>
                    <a:cubicBezTo>
                      <a:pt x="3137" y="3804"/>
                      <a:pt x="-187" y="8133"/>
                      <a:pt x="8" y="126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8" name="Google Shape;2448;p42"/>
              <p:cNvSpPr/>
              <p:nvPr/>
            </p:nvSpPr>
            <p:spPr>
              <a:xfrm>
                <a:off x="7857758" y="1455736"/>
                <a:ext cx="34622" cy="56079"/>
              </a:xfrm>
              <a:custGeom>
                <a:rect b="b" l="l" r="r" t="t"/>
                <a:pathLst>
                  <a:path extrusionOk="0" h="56079" w="34622">
                    <a:moveTo>
                      <a:pt x="33243" y="0"/>
                    </a:moveTo>
                    <a:cubicBezTo>
                      <a:pt x="33243" y="0"/>
                      <a:pt x="44976" y="53128"/>
                      <a:pt x="0" y="5607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9" name="Google Shape;2449;p42"/>
              <p:cNvSpPr/>
              <p:nvPr/>
            </p:nvSpPr>
            <p:spPr>
              <a:xfrm>
                <a:off x="7795965" y="1415792"/>
                <a:ext cx="45171" cy="17233"/>
              </a:xfrm>
              <a:custGeom>
                <a:rect b="b" l="l" r="r" t="t"/>
                <a:pathLst>
                  <a:path extrusionOk="0" h="17233" w="45171">
                    <a:moveTo>
                      <a:pt x="0" y="15741"/>
                    </a:moveTo>
                    <a:cubicBezTo>
                      <a:pt x="0" y="15741"/>
                      <a:pt x="31679" y="24399"/>
                      <a:pt x="45171"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0" name="Google Shape;2450;p42"/>
              <p:cNvSpPr/>
              <p:nvPr/>
            </p:nvSpPr>
            <p:spPr>
              <a:xfrm>
                <a:off x="7833510" y="1424647"/>
                <a:ext cx="38131" cy="8880"/>
              </a:xfrm>
              <a:custGeom>
                <a:rect b="b" l="l" r="r" t="t"/>
                <a:pathLst>
                  <a:path extrusionOk="0" h="8880" w="38131">
                    <a:moveTo>
                      <a:pt x="0" y="1771"/>
                    </a:moveTo>
                    <a:cubicBezTo>
                      <a:pt x="0" y="1771"/>
                      <a:pt x="21119" y="18890"/>
                      <a:pt x="38132"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1" name="Google Shape;2451;p42"/>
              <p:cNvSpPr/>
              <p:nvPr/>
            </p:nvSpPr>
            <p:spPr>
              <a:xfrm>
                <a:off x="7876921" y="1368568"/>
                <a:ext cx="10168" cy="7477"/>
              </a:xfrm>
              <a:custGeom>
                <a:rect b="b" l="l" r="r" t="t"/>
                <a:pathLst>
                  <a:path extrusionOk="0" h="7477" w="10168">
                    <a:moveTo>
                      <a:pt x="10168" y="7477"/>
                    </a:moveTo>
                    <a:cubicBezTo>
                      <a:pt x="7040" y="4722"/>
                      <a:pt x="3520" y="2164"/>
                      <a:pt x="0"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452" name="Google Shape;2452;p42"/>
          <p:cNvGrpSpPr/>
          <p:nvPr/>
        </p:nvGrpSpPr>
        <p:grpSpPr>
          <a:xfrm>
            <a:off x="4316625" y="3613120"/>
            <a:ext cx="414866" cy="399154"/>
            <a:chOff x="4306465" y="3620740"/>
            <a:chExt cx="414866" cy="399154"/>
          </a:xfrm>
        </p:grpSpPr>
        <p:sp>
          <p:nvSpPr>
            <p:cNvPr id="2453" name="Google Shape;2453;p42"/>
            <p:cNvSpPr/>
            <p:nvPr/>
          </p:nvSpPr>
          <p:spPr>
            <a:xfrm>
              <a:off x="4414201" y="3829537"/>
              <a:ext cx="199071" cy="190357"/>
            </a:xfrm>
            <a:custGeom>
              <a:rect b="b" l="l" r="r" t="t"/>
              <a:pathLst>
                <a:path extrusionOk="0" h="190357" w="199071">
                  <a:moveTo>
                    <a:pt x="99697" y="0"/>
                  </a:moveTo>
                  <a:lnTo>
                    <a:pt x="128641" y="65284"/>
                  </a:lnTo>
                  <a:lnTo>
                    <a:pt x="199072" y="72717"/>
                  </a:lnTo>
                  <a:lnTo>
                    <a:pt x="146329" y="120549"/>
                  </a:lnTo>
                  <a:lnTo>
                    <a:pt x="161123" y="190358"/>
                  </a:lnTo>
                  <a:lnTo>
                    <a:pt x="99697" y="154807"/>
                  </a:lnTo>
                  <a:lnTo>
                    <a:pt x="37949" y="190358"/>
                  </a:lnTo>
                  <a:lnTo>
                    <a:pt x="52743" y="120549"/>
                  </a:lnTo>
                  <a:lnTo>
                    <a:pt x="0" y="72717"/>
                  </a:lnTo>
                  <a:lnTo>
                    <a:pt x="70753" y="65284"/>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4" name="Google Shape;2454;p42"/>
            <p:cNvSpPr/>
            <p:nvPr/>
          </p:nvSpPr>
          <p:spPr>
            <a:xfrm>
              <a:off x="4601052" y="3816933"/>
              <a:ext cx="120279" cy="133799"/>
            </a:xfrm>
            <a:custGeom>
              <a:rect b="b" l="l" r="r" t="t"/>
              <a:pathLst>
                <a:path extrusionOk="0" h="133799" w="120279">
                  <a:moveTo>
                    <a:pt x="0" y="48801"/>
                  </a:moveTo>
                  <a:lnTo>
                    <a:pt x="29909" y="45893"/>
                  </a:lnTo>
                  <a:lnTo>
                    <a:pt x="50170" y="0"/>
                  </a:lnTo>
                  <a:lnTo>
                    <a:pt x="70431" y="45893"/>
                  </a:lnTo>
                  <a:lnTo>
                    <a:pt x="120279" y="51064"/>
                  </a:lnTo>
                  <a:lnTo>
                    <a:pt x="82973" y="84675"/>
                  </a:lnTo>
                  <a:lnTo>
                    <a:pt x="93586" y="133800"/>
                  </a:lnTo>
                  <a:lnTo>
                    <a:pt x="50170" y="108591"/>
                  </a:lnTo>
                  <a:lnTo>
                    <a:pt x="16723" y="12798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5" name="Google Shape;2455;p42"/>
            <p:cNvSpPr/>
            <p:nvPr/>
          </p:nvSpPr>
          <p:spPr>
            <a:xfrm>
              <a:off x="4306465" y="3816933"/>
              <a:ext cx="120279" cy="133799"/>
            </a:xfrm>
            <a:custGeom>
              <a:rect b="b" l="l" r="r" t="t"/>
              <a:pathLst>
                <a:path extrusionOk="0" h="133799" w="120279">
                  <a:moveTo>
                    <a:pt x="120279" y="48801"/>
                  </a:moveTo>
                  <a:lnTo>
                    <a:pt x="90370" y="45893"/>
                  </a:lnTo>
                  <a:lnTo>
                    <a:pt x="70109" y="0"/>
                  </a:lnTo>
                  <a:lnTo>
                    <a:pt x="49848" y="45893"/>
                  </a:lnTo>
                  <a:lnTo>
                    <a:pt x="0" y="51064"/>
                  </a:lnTo>
                  <a:lnTo>
                    <a:pt x="36984" y="84675"/>
                  </a:lnTo>
                  <a:lnTo>
                    <a:pt x="26693" y="133800"/>
                  </a:lnTo>
                  <a:lnTo>
                    <a:pt x="70109" y="108591"/>
                  </a:lnTo>
                  <a:lnTo>
                    <a:pt x="103556" y="12798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6" name="Google Shape;2456;p42"/>
            <p:cNvSpPr/>
            <p:nvPr/>
          </p:nvSpPr>
          <p:spPr>
            <a:xfrm>
              <a:off x="4423206" y="3747448"/>
              <a:ext cx="181383" cy="83705"/>
            </a:xfrm>
            <a:custGeom>
              <a:rect b="b" l="l" r="r" t="t"/>
              <a:pathLst>
                <a:path extrusionOk="0" h="83705" w="181383">
                  <a:moveTo>
                    <a:pt x="0" y="83706"/>
                  </a:moveTo>
                  <a:lnTo>
                    <a:pt x="0" y="44277"/>
                  </a:lnTo>
                  <a:cubicBezTo>
                    <a:pt x="0" y="11958"/>
                    <a:pt x="23477" y="0"/>
                    <a:pt x="53708" y="0"/>
                  </a:cubicBezTo>
                  <a:lnTo>
                    <a:pt x="90692" y="40722"/>
                  </a:lnTo>
                  <a:lnTo>
                    <a:pt x="125103" y="0"/>
                  </a:lnTo>
                  <a:cubicBezTo>
                    <a:pt x="155334" y="0"/>
                    <a:pt x="181384" y="11958"/>
                    <a:pt x="181384" y="44600"/>
                  </a:cubicBezTo>
                  <a:lnTo>
                    <a:pt x="181384" y="8370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7" name="Google Shape;2457;p42"/>
            <p:cNvSpPr/>
            <p:nvPr/>
          </p:nvSpPr>
          <p:spPr>
            <a:xfrm>
              <a:off x="4474015" y="3620740"/>
              <a:ext cx="79457" cy="96991"/>
            </a:xfrm>
            <a:custGeom>
              <a:rect b="b" l="l" r="r" t="t"/>
              <a:pathLst>
                <a:path extrusionOk="0" h="96991" w="79457">
                  <a:moveTo>
                    <a:pt x="79440" y="55929"/>
                  </a:moveTo>
                  <a:cubicBezTo>
                    <a:pt x="80083" y="77906"/>
                    <a:pt x="62717" y="96327"/>
                    <a:pt x="40848" y="96974"/>
                  </a:cubicBezTo>
                  <a:cubicBezTo>
                    <a:pt x="18979" y="97620"/>
                    <a:pt x="648" y="80168"/>
                    <a:pt x="4" y="58191"/>
                  </a:cubicBezTo>
                  <a:cubicBezTo>
                    <a:pt x="4" y="57545"/>
                    <a:pt x="4" y="56575"/>
                    <a:pt x="4" y="55929"/>
                  </a:cubicBezTo>
                  <a:lnTo>
                    <a:pt x="4" y="41062"/>
                  </a:lnTo>
                  <a:cubicBezTo>
                    <a:pt x="-317" y="19085"/>
                    <a:pt x="16728" y="664"/>
                    <a:pt x="38597" y="17"/>
                  </a:cubicBezTo>
                  <a:cubicBezTo>
                    <a:pt x="60466" y="-629"/>
                    <a:pt x="78797" y="16823"/>
                    <a:pt x="79440" y="38800"/>
                  </a:cubicBezTo>
                  <a:cubicBezTo>
                    <a:pt x="79440" y="39446"/>
                    <a:pt x="79440" y="40416"/>
                    <a:pt x="79440" y="41062"/>
                  </a:cubicBezTo>
                  <a:lnTo>
                    <a:pt x="79440" y="55929"/>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58" name="Google Shape;2458;p42"/>
          <p:cNvGrpSpPr/>
          <p:nvPr/>
        </p:nvGrpSpPr>
        <p:grpSpPr>
          <a:xfrm>
            <a:off x="2152887" y="3621441"/>
            <a:ext cx="397095" cy="397133"/>
            <a:chOff x="2152887" y="3621441"/>
            <a:chExt cx="397095" cy="397133"/>
          </a:xfrm>
        </p:grpSpPr>
        <p:sp>
          <p:nvSpPr>
            <p:cNvPr id="2459" name="Google Shape;2459;p42"/>
            <p:cNvSpPr/>
            <p:nvPr/>
          </p:nvSpPr>
          <p:spPr>
            <a:xfrm>
              <a:off x="2319689" y="3621441"/>
              <a:ext cx="107968" cy="69474"/>
            </a:xfrm>
            <a:custGeom>
              <a:rect b="b" l="l" r="r" t="t"/>
              <a:pathLst>
                <a:path extrusionOk="0" h="69474" w="107968">
                  <a:moveTo>
                    <a:pt x="107968" y="69475"/>
                  </a:moveTo>
                  <a:cubicBezTo>
                    <a:pt x="95763" y="62277"/>
                    <a:pt x="82619" y="56644"/>
                    <a:pt x="68849" y="53201"/>
                  </a:cubicBezTo>
                  <a:lnTo>
                    <a:pt x="60087" y="0"/>
                  </a:lnTo>
                  <a:lnTo>
                    <a:pt x="3442" y="0"/>
                  </a:lnTo>
                  <a:lnTo>
                    <a:pt x="0" y="23784"/>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0" name="Google Shape;2460;p42"/>
            <p:cNvSpPr/>
            <p:nvPr/>
          </p:nvSpPr>
          <p:spPr>
            <a:xfrm>
              <a:off x="2152887" y="3743805"/>
              <a:ext cx="275084" cy="274769"/>
            </a:xfrm>
            <a:custGeom>
              <a:rect b="b" l="l" r="r" t="t"/>
              <a:pathLst>
                <a:path extrusionOk="0" h="274769" w="275084">
                  <a:moveTo>
                    <a:pt x="69475" y="0"/>
                  </a:moveTo>
                  <a:cubicBezTo>
                    <a:pt x="62277" y="12205"/>
                    <a:pt x="56644" y="25349"/>
                    <a:pt x="53202" y="38806"/>
                  </a:cubicBezTo>
                  <a:lnTo>
                    <a:pt x="0" y="47881"/>
                  </a:lnTo>
                  <a:lnTo>
                    <a:pt x="0" y="104525"/>
                  </a:lnTo>
                  <a:lnTo>
                    <a:pt x="53202" y="113601"/>
                  </a:lnTo>
                  <a:cubicBezTo>
                    <a:pt x="56644" y="127371"/>
                    <a:pt x="62277" y="140514"/>
                    <a:pt x="69475" y="152719"/>
                  </a:cubicBezTo>
                  <a:lnTo>
                    <a:pt x="38180" y="196532"/>
                  </a:lnTo>
                  <a:lnTo>
                    <a:pt x="78238" y="236590"/>
                  </a:lnTo>
                  <a:lnTo>
                    <a:pt x="122051" y="205295"/>
                  </a:lnTo>
                  <a:cubicBezTo>
                    <a:pt x="134256" y="212493"/>
                    <a:pt x="147400" y="218126"/>
                    <a:pt x="161170" y="221568"/>
                  </a:cubicBezTo>
                  <a:lnTo>
                    <a:pt x="170245" y="274770"/>
                  </a:lnTo>
                  <a:lnTo>
                    <a:pt x="226890" y="274770"/>
                  </a:lnTo>
                  <a:lnTo>
                    <a:pt x="235965" y="221568"/>
                  </a:lnTo>
                  <a:cubicBezTo>
                    <a:pt x="249735" y="218126"/>
                    <a:pt x="262879" y="212493"/>
                    <a:pt x="275084" y="205295"/>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1" name="Google Shape;2461;p42"/>
            <p:cNvSpPr/>
            <p:nvPr/>
          </p:nvSpPr>
          <p:spPr>
            <a:xfrm>
              <a:off x="2191067" y="3659621"/>
              <a:ext cx="123302" cy="60399"/>
            </a:xfrm>
            <a:custGeom>
              <a:rect b="b" l="l" r="r" t="t"/>
              <a:pathLst>
                <a:path extrusionOk="0" h="60399" w="123302">
                  <a:moveTo>
                    <a:pt x="123303" y="15022"/>
                  </a:moveTo>
                  <a:cubicBezTo>
                    <a:pt x="109533" y="18464"/>
                    <a:pt x="96389" y="24097"/>
                    <a:pt x="84184" y="31295"/>
                  </a:cubicBezTo>
                  <a:lnTo>
                    <a:pt x="40058" y="0"/>
                  </a:lnTo>
                  <a:lnTo>
                    <a:pt x="0" y="40058"/>
                  </a:lnTo>
                  <a:lnTo>
                    <a:pt x="14709" y="6039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2" name="Google Shape;2462;p42"/>
            <p:cNvSpPr/>
            <p:nvPr/>
          </p:nvSpPr>
          <p:spPr>
            <a:xfrm>
              <a:off x="2323445"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3" name="Google Shape;2463;p42"/>
            <p:cNvSpPr/>
            <p:nvPr/>
          </p:nvSpPr>
          <p:spPr>
            <a:xfrm>
              <a:off x="2358808"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4" name="Google Shape;2464;p42"/>
            <p:cNvSpPr/>
            <p:nvPr/>
          </p:nvSpPr>
          <p:spPr>
            <a:xfrm>
              <a:off x="2394172"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5" name="Google Shape;2465;p42"/>
            <p:cNvSpPr/>
            <p:nvPr/>
          </p:nvSpPr>
          <p:spPr>
            <a:xfrm>
              <a:off x="2323445"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6" name="Google Shape;2466;p42"/>
            <p:cNvSpPr/>
            <p:nvPr/>
          </p:nvSpPr>
          <p:spPr>
            <a:xfrm>
              <a:off x="2358808"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7" name="Google Shape;2467;p42"/>
            <p:cNvSpPr/>
            <p:nvPr/>
          </p:nvSpPr>
          <p:spPr>
            <a:xfrm>
              <a:off x="2394172"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8" name="Google Shape;2468;p42"/>
            <p:cNvSpPr/>
            <p:nvPr/>
          </p:nvSpPr>
          <p:spPr>
            <a:xfrm>
              <a:off x="2246459" y="3784488"/>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9" name="Google Shape;2469;p42"/>
            <p:cNvSpPr/>
            <p:nvPr/>
          </p:nvSpPr>
          <p:spPr>
            <a:xfrm>
              <a:off x="2246459" y="3819852"/>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0" name="Google Shape;2470;p42"/>
            <p:cNvSpPr/>
            <p:nvPr/>
          </p:nvSpPr>
          <p:spPr>
            <a:xfrm>
              <a:off x="2246459" y="3855528"/>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1" name="Google Shape;2471;p42"/>
            <p:cNvSpPr/>
            <p:nvPr/>
          </p:nvSpPr>
          <p:spPr>
            <a:xfrm>
              <a:off x="2444557" y="3819852"/>
              <a:ext cx="61964" cy="3129"/>
            </a:xfrm>
            <a:custGeom>
              <a:rect b="b" l="l" r="r" t="t"/>
              <a:pathLst>
                <a:path extrusionOk="0" h="3129" w="61964">
                  <a:moveTo>
                    <a:pt x="61964"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2" name="Google Shape;2472;p42"/>
            <p:cNvSpPr/>
            <p:nvPr/>
          </p:nvSpPr>
          <p:spPr>
            <a:xfrm>
              <a:off x="2507069" y="3798493"/>
              <a:ext cx="42913" cy="43030"/>
            </a:xfrm>
            <a:custGeom>
              <a:rect b="b" l="l" r="r" t="t"/>
              <a:pathLst>
                <a:path extrusionOk="0" h="43030" w="42913">
                  <a:moveTo>
                    <a:pt x="6337" y="6337"/>
                  </a:moveTo>
                  <a:cubicBezTo>
                    <a:pt x="-2112" y="14787"/>
                    <a:pt x="-2112" y="28557"/>
                    <a:pt x="6337" y="36693"/>
                  </a:cubicBezTo>
                  <a:cubicBezTo>
                    <a:pt x="14787" y="45143"/>
                    <a:pt x="28557" y="45143"/>
                    <a:pt x="36694" y="36693"/>
                  </a:cubicBezTo>
                  <a:cubicBezTo>
                    <a:pt x="44830" y="28244"/>
                    <a:pt x="45143" y="14474"/>
                    <a:pt x="36694" y="6337"/>
                  </a:cubicBezTo>
                  <a:cubicBezTo>
                    <a:pt x="36694" y="6337"/>
                    <a:pt x="36694" y="6337"/>
                    <a:pt x="36694" y="6337"/>
                  </a:cubicBezTo>
                  <a:cubicBezTo>
                    <a:pt x="28557" y="-2112"/>
                    <a:pt x="14787" y="-2112"/>
                    <a:pt x="6337" y="6337"/>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3" name="Google Shape;2473;p42"/>
            <p:cNvSpPr/>
            <p:nvPr/>
          </p:nvSpPr>
          <p:spPr>
            <a:xfrm>
              <a:off x="2480468" y="3720490"/>
              <a:ext cx="42913" cy="42795"/>
            </a:xfrm>
            <a:custGeom>
              <a:rect b="b" l="l" r="r" t="t"/>
              <a:pathLst>
                <a:path extrusionOk="0" h="42795" w="42913">
                  <a:moveTo>
                    <a:pt x="6337" y="6103"/>
                  </a:moveTo>
                  <a:cubicBezTo>
                    <a:pt x="-2112" y="14552"/>
                    <a:pt x="-2112" y="28322"/>
                    <a:pt x="6337" y="36459"/>
                  </a:cubicBezTo>
                  <a:cubicBezTo>
                    <a:pt x="14787" y="44908"/>
                    <a:pt x="28557" y="44908"/>
                    <a:pt x="36694" y="36459"/>
                  </a:cubicBezTo>
                  <a:cubicBezTo>
                    <a:pt x="44830" y="28009"/>
                    <a:pt x="45143" y="14239"/>
                    <a:pt x="36694" y="6103"/>
                  </a:cubicBezTo>
                  <a:cubicBezTo>
                    <a:pt x="36694" y="6103"/>
                    <a:pt x="36694" y="6103"/>
                    <a:pt x="36694" y="6103"/>
                  </a:cubicBezTo>
                  <a:cubicBezTo>
                    <a:pt x="28557" y="-2034"/>
                    <a:pt x="14787" y="-2034"/>
                    <a:pt x="6337" y="6103"/>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4" name="Google Shape;2474;p42"/>
            <p:cNvSpPr/>
            <p:nvPr/>
          </p:nvSpPr>
          <p:spPr>
            <a:xfrm>
              <a:off x="2443305" y="3754445"/>
              <a:ext cx="46942" cy="19089"/>
            </a:xfrm>
            <a:custGeom>
              <a:rect b="b" l="l" r="r" t="t"/>
              <a:pathLst>
                <a:path extrusionOk="0" h="19089" w="46942">
                  <a:moveTo>
                    <a:pt x="46943" y="0"/>
                  </a:moveTo>
                  <a:lnTo>
                    <a:pt x="26914" y="19090"/>
                  </a:lnTo>
                  <a:lnTo>
                    <a:pt x="0" y="1909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5" name="Google Shape;2475;p42"/>
            <p:cNvSpPr/>
            <p:nvPr/>
          </p:nvSpPr>
          <p:spPr>
            <a:xfrm>
              <a:off x="2480468" y="3876730"/>
              <a:ext cx="42913" cy="42795"/>
            </a:xfrm>
            <a:custGeom>
              <a:rect b="b" l="l" r="r" t="t"/>
              <a:pathLst>
                <a:path extrusionOk="0" h="42795" w="42913">
                  <a:moveTo>
                    <a:pt x="6337" y="36693"/>
                  </a:moveTo>
                  <a:cubicBezTo>
                    <a:pt x="-2112" y="28244"/>
                    <a:pt x="-2112" y="14474"/>
                    <a:pt x="6337" y="6337"/>
                  </a:cubicBezTo>
                  <a:cubicBezTo>
                    <a:pt x="14787" y="-2112"/>
                    <a:pt x="28557" y="-2112"/>
                    <a:pt x="36694" y="6337"/>
                  </a:cubicBezTo>
                  <a:cubicBezTo>
                    <a:pt x="44830" y="14787"/>
                    <a:pt x="45143" y="28557"/>
                    <a:pt x="36694" y="36693"/>
                  </a:cubicBezTo>
                  <a:cubicBezTo>
                    <a:pt x="36694" y="36693"/>
                    <a:pt x="36694" y="36693"/>
                    <a:pt x="36694" y="36693"/>
                  </a:cubicBezTo>
                  <a:cubicBezTo>
                    <a:pt x="28557" y="44830"/>
                    <a:pt x="14787" y="44830"/>
                    <a:pt x="6337" y="36693"/>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6" name="Google Shape;2476;p42"/>
            <p:cNvSpPr/>
            <p:nvPr/>
          </p:nvSpPr>
          <p:spPr>
            <a:xfrm>
              <a:off x="2443305" y="3866481"/>
              <a:ext cx="46942" cy="19089"/>
            </a:xfrm>
            <a:custGeom>
              <a:rect b="b" l="l" r="r" t="t"/>
              <a:pathLst>
                <a:path extrusionOk="0" h="19089" w="46942">
                  <a:moveTo>
                    <a:pt x="46943" y="19090"/>
                  </a:moveTo>
                  <a:lnTo>
                    <a:pt x="26914" y="0"/>
                  </a:ln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7" name="Google Shape;2477;p42"/>
            <p:cNvSpPr/>
            <p:nvPr/>
          </p:nvSpPr>
          <p:spPr>
            <a:xfrm>
              <a:off x="2279932" y="3738798"/>
              <a:ext cx="162121" cy="162107"/>
            </a:xfrm>
            <a:custGeom>
              <a:rect b="b" l="l" r="r" t="t"/>
              <a:pathLst>
                <a:path extrusionOk="0" h="162107" w="162121">
                  <a:moveTo>
                    <a:pt x="12218" y="0"/>
                  </a:moveTo>
                  <a:lnTo>
                    <a:pt x="149916" y="0"/>
                  </a:lnTo>
                  <a:cubicBezTo>
                    <a:pt x="156801" y="0"/>
                    <a:pt x="162121" y="5633"/>
                    <a:pt x="162121" y="12205"/>
                  </a:cubicBezTo>
                  <a:lnTo>
                    <a:pt x="162121" y="149903"/>
                  </a:lnTo>
                  <a:cubicBezTo>
                    <a:pt x="162121" y="156788"/>
                    <a:pt x="156488" y="162108"/>
                    <a:pt x="149916" y="162108"/>
                  </a:cubicBezTo>
                  <a:lnTo>
                    <a:pt x="12218" y="162108"/>
                  </a:lnTo>
                  <a:cubicBezTo>
                    <a:pt x="5333" y="162108"/>
                    <a:pt x="12" y="156475"/>
                    <a:pt x="12" y="149903"/>
                  </a:cubicBezTo>
                  <a:lnTo>
                    <a:pt x="12" y="12205"/>
                  </a:lnTo>
                  <a:cubicBezTo>
                    <a:pt x="-301" y="5633"/>
                    <a:pt x="5333" y="0"/>
                    <a:pt x="12218"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id="2483" name="Google Shape;2483;p4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2484" name="Google Shape;2484;p43"/>
          <p:cNvSpPr/>
          <p:nvPr/>
        </p:nvSpPr>
        <p:spPr>
          <a:xfrm>
            <a:off x="2450257" y="1335047"/>
            <a:ext cx="2057317" cy="1253745"/>
          </a:xfrm>
          <a:custGeom>
            <a:rect b="b" l="l" r="r" t="t"/>
            <a:pathLst>
              <a:path extrusionOk="0" h="1253745" w="2057317">
                <a:moveTo>
                  <a:pt x="1764573" y="179"/>
                </a:moveTo>
                <a:lnTo>
                  <a:pt x="293478" y="179"/>
                </a:lnTo>
                <a:cubicBezTo>
                  <a:pt x="131417" y="179"/>
                  <a:pt x="33" y="131838"/>
                  <a:pt x="33" y="294250"/>
                </a:cubicBezTo>
                <a:lnTo>
                  <a:pt x="33" y="959786"/>
                </a:lnTo>
                <a:cubicBezTo>
                  <a:pt x="180" y="1108078"/>
                  <a:pt x="110489" y="1233045"/>
                  <a:pt x="257331" y="1251317"/>
                </a:cubicBezTo>
                <a:cubicBezTo>
                  <a:pt x="269149" y="1252748"/>
                  <a:pt x="281034" y="1253509"/>
                  <a:pt x="292945" y="1253590"/>
                </a:cubicBezTo>
                <a:lnTo>
                  <a:pt x="701634" y="1253590"/>
                </a:lnTo>
                <a:cubicBezTo>
                  <a:pt x="710664" y="1254405"/>
                  <a:pt x="718641" y="1247735"/>
                  <a:pt x="719454" y="1238699"/>
                </a:cubicBezTo>
                <a:cubicBezTo>
                  <a:pt x="720268" y="1229650"/>
                  <a:pt x="713612" y="1221656"/>
                  <a:pt x="704595" y="1220841"/>
                </a:cubicBezTo>
                <a:cubicBezTo>
                  <a:pt x="703608" y="1220747"/>
                  <a:pt x="702621" y="1220747"/>
                  <a:pt x="701634" y="1220841"/>
                </a:cubicBezTo>
                <a:lnTo>
                  <a:pt x="293478" y="1220841"/>
                </a:lnTo>
                <a:cubicBezTo>
                  <a:pt x="282861" y="1220854"/>
                  <a:pt x="272257" y="1220146"/>
                  <a:pt x="261733" y="1218702"/>
                </a:cubicBezTo>
                <a:cubicBezTo>
                  <a:pt x="131137" y="1202635"/>
                  <a:pt x="33006" y="1091503"/>
                  <a:pt x="32979" y="959652"/>
                </a:cubicBezTo>
                <a:lnTo>
                  <a:pt x="32979" y="293982"/>
                </a:lnTo>
                <a:cubicBezTo>
                  <a:pt x="33206" y="149970"/>
                  <a:pt x="149637" y="33282"/>
                  <a:pt x="293345" y="33061"/>
                </a:cubicBezTo>
                <a:lnTo>
                  <a:pt x="1764439" y="33061"/>
                </a:lnTo>
                <a:cubicBezTo>
                  <a:pt x="1908174" y="33208"/>
                  <a:pt x="2024659" y="149941"/>
                  <a:pt x="2024805" y="293982"/>
                </a:cubicBezTo>
                <a:lnTo>
                  <a:pt x="2024805" y="959519"/>
                </a:lnTo>
                <a:cubicBezTo>
                  <a:pt x="2024859" y="1091329"/>
                  <a:pt x="1926848" y="1202502"/>
                  <a:pt x="1796318" y="1218702"/>
                </a:cubicBezTo>
                <a:cubicBezTo>
                  <a:pt x="1785794" y="1220039"/>
                  <a:pt x="1775190" y="1220707"/>
                  <a:pt x="1764573" y="1220707"/>
                </a:cubicBezTo>
                <a:lnTo>
                  <a:pt x="1351082" y="1220707"/>
                </a:lnTo>
                <a:cubicBezTo>
                  <a:pt x="1342025" y="1220707"/>
                  <a:pt x="1334675" y="1228072"/>
                  <a:pt x="1334675" y="1237148"/>
                </a:cubicBezTo>
                <a:cubicBezTo>
                  <a:pt x="1334675" y="1246224"/>
                  <a:pt x="1342025" y="1253590"/>
                  <a:pt x="1351082" y="1253590"/>
                </a:cubicBezTo>
                <a:lnTo>
                  <a:pt x="1764573" y="1253590"/>
                </a:lnTo>
                <a:cubicBezTo>
                  <a:pt x="1776484" y="1253630"/>
                  <a:pt x="1788382" y="1252881"/>
                  <a:pt x="1800186" y="1251317"/>
                </a:cubicBezTo>
                <a:cubicBezTo>
                  <a:pt x="1946976" y="1232991"/>
                  <a:pt x="2057204" y="1108025"/>
                  <a:pt x="2057351" y="959786"/>
                </a:cubicBezTo>
                <a:lnTo>
                  <a:pt x="2057351" y="293982"/>
                </a:lnTo>
                <a:cubicBezTo>
                  <a:pt x="2057351" y="131884"/>
                  <a:pt x="1926461" y="354"/>
                  <a:pt x="176470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5" name="Google Shape;2485;p43"/>
          <p:cNvSpPr/>
          <p:nvPr/>
        </p:nvSpPr>
        <p:spPr>
          <a:xfrm>
            <a:off x="1353839" y="2554672"/>
            <a:ext cx="2057317" cy="1253147"/>
          </a:xfrm>
          <a:custGeom>
            <a:rect b="b" l="l" r="r" t="t"/>
            <a:pathLst>
              <a:path extrusionOk="0" h="1253147" w="2057317">
                <a:moveTo>
                  <a:pt x="1763906" y="-85"/>
                </a:moveTo>
                <a:lnTo>
                  <a:pt x="1355217" y="-85"/>
                </a:lnTo>
                <a:cubicBezTo>
                  <a:pt x="1346187" y="730"/>
                  <a:pt x="1339544" y="8724"/>
                  <a:pt x="1340357" y="17773"/>
                </a:cubicBezTo>
                <a:cubicBezTo>
                  <a:pt x="1341065" y="25686"/>
                  <a:pt x="1347320" y="31942"/>
                  <a:pt x="1355217" y="32664"/>
                </a:cubicBezTo>
                <a:lnTo>
                  <a:pt x="1763906" y="32664"/>
                </a:lnTo>
                <a:cubicBezTo>
                  <a:pt x="1774523" y="32664"/>
                  <a:pt x="1785127" y="33332"/>
                  <a:pt x="1795651" y="34669"/>
                </a:cubicBezTo>
                <a:cubicBezTo>
                  <a:pt x="1926141" y="50789"/>
                  <a:pt x="2024178" y="161828"/>
                  <a:pt x="2024272" y="293585"/>
                </a:cubicBezTo>
                <a:lnTo>
                  <a:pt x="2024272" y="958453"/>
                </a:lnTo>
                <a:cubicBezTo>
                  <a:pt x="2023832" y="1102214"/>
                  <a:pt x="1907494" y="1218559"/>
                  <a:pt x="1764039" y="1218706"/>
                </a:cubicBezTo>
                <a:lnTo>
                  <a:pt x="293478" y="1218706"/>
                </a:lnTo>
                <a:cubicBezTo>
                  <a:pt x="149869" y="1218559"/>
                  <a:pt x="33466" y="1101973"/>
                  <a:pt x="33246" y="958052"/>
                </a:cubicBezTo>
                <a:lnTo>
                  <a:pt x="33246" y="293585"/>
                </a:lnTo>
                <a:cubicBezTo>
                  <a:pt x="33466" y="149664"/>
                  <a:pt x="149869" y="33078"/>
                  <a:pt x="293478" y="32931"/>
                </a:cubicBezTo>
                <a:lnTo>
                  <a:pt x="495155" y="32931"/>
                </a:lnTo>
                <a:cubicBezTo>
                  <a:pt x="504216" y="32931"/>
                  <a:pt x="511562" y="25566"/>
                  <a:pt x="511562" y="16490"/>
                </a:cubicBezTo>
                <a:cubicBezTo>
                  <a:pt x="511562" y="7414"/>
                  <a:pt x="504216" y="49"/>
                  <a:pt x="495155" y="49"/>
                </a:cubicBezTo>
                <a:lnTo>
                  <a:pt x="293478" y="49"/>
                </a:lnTo>
                <a:cubicBezTo>
                  <a:pt x="131413" y="49"/>
                  <a:pt x="33" y="131712"/>
                  <a:pt x="33" y="294120"/>
                </a:cubicBezTo>
                <a:lnTo>
                  <a:pt x="33" y="958988"/>
                </a:lnTo>
                <a:cubicBezTo>
                  <a:pt x="33" y="1121395"/>
                  <a:pt x="131413" y="1253059"/>
                  <a:pt x="293478" y="1253059"/>
                </a:cubicBezTo>
                <a:lnTo>
                  <a:pt x="1763906" y="1253059"/>
                </a:lnTo>
                <a:cubicBezTo>
                  <a:pt x="1925967" y="1253059"/>
                  <a:pt x="2057351" y="1121395"/>
                  <a:pt x="2057351" y="958988"/>
                </a:cubicBezTo>
                <a:lnTo>
                  <a:pt x="2057351" y="293585"/>
                </a:lnTo>
                <a:cubicBezTo>
                  <a:pt x="2057031" y="145213"/>
                  <a:pt x="1946482" y="20326"/>
                  <a:pt x="1799519" y="2321"/>
                </a:cubicBezTo>
                <a:cubicBezTo>
                  <a:pt x="1787728" y="650"/>
                  <a:pt x="1775817" y="-152"/>
                  <a:pt x="1763906" y="-85"/>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6" name="Google Shape;2486;p43"/>
          <p:cNvSpPr/>
          <p:nvPr/>
        </p:nvSpPr>
        <p:spPr>
          <a:xfrm>
            <a:off x="296636" y="1335315"/>
            <a:ext cx="2057584" cy="1253413"/>
          </a:xfrm>
          <a:custGeom>
            <a:rect b="b" l="l" r="r" t="t"/>
            <a:pathLst>
              <a:path extrusionOk="0" h="1253413" w="2057584">
                <a:moveTo>
                  <a:pt x="1764172" y="-89"/>
                </a:moveTo>
                <a:lnTo>
                  <a:pt x="293478" y="-89"/>
                </a:lnTo>
                <a:cubicBezTo>
                  <a:pt x="131413" y="-89"/>
                  <a:pt x="33" y="131571"/>
                  <a:pt x="33" y="293982"/>
                </a:cubicBezTo>
                <a:lnTo>
                  <a:pt x="33" y="959518"/>
                </a:lnTo>
                <a:cubicBezTo>
                  <a:pt x="184" y="1107811"/>
                  <a:pt x="110485" y="1232777"/>
                  <a:pt x="257331" y="1251050"/>
                </a:cubicBezTo>
                <a:cubicBezTo>
                  <a:pt x="269195" y="1252480"/>
                  <a:pt x="281130" y="1253242"/>
                  <a:pt x="293078" y="1253322"/>
                </a:cubicBezTo>
                <a:lnTo>
                  <a:pt x="1064306" y="1253322"/>
                </a:lnTo>
                <a:cubicBezTo>
                  <a:pt x="1073329" y="1252507"/>
                  <a:pt x="1079984" y="1244513"/>
                  <a:pt x="1079167" y="1235464"/>
                </a:cubicBezTo>
                <a:cubicBezTo>
                  <a:pt x="1078454" y="1227551"/>
                  <a:pt x="1072199" y="1221295"/>
                  <a:pt x="1064306" y="1220573"/>
                </a:cubicBezTo>
                <a:lnTo>
                  <a:pt x="293478" y="1220573"/>
                </a:lnTo>
                <a:cubicBezTo>
                  <a:pt x="282816" y="1220587"/>
                  <a:pt x="272165" y="1219878"/>
                  <a:pt x="261600" y="1218435"/>
                </a:cubicBezTo>
                <a:cubicBezTo>
                  <a:pt x="131032" y="1202368"/>
                  <a:pt x="32942" y="1091209"/>
                  <a:pt x="32979" y="959385"/>
                </a:cubicBezTo>
                <a:lnTo>
                  <a:pt x="32979" y="293715"/>
                </a:lnTo>
                <a:cubicBezTo>
                  <a:pt x="33126" y="149726"/>
                  <a:pt x="149529" y="33014"/>
                  <a:pt x="293212" y="32794"/>
                </a:cubicBezTo>
                <a:lnTo>
                  <a:pt x="1764172" y="32794"/>
                </a:lnTo>
                <a:cubicBezTo>
                  <a:pt x="1907854" y="33014"/>
                  <a:pt x="2024258" y="149726"/>
                  <a:pt x="2024405" y="293715"/>
                </a:cubicBezTo>
                <a:lnTo>
                  <a:pt x="2024405" y="959251"/>
                </a:lnTo>
                <a:cubicBezTo>
                  <a:pt x="2024458" y="1091062"/>
                  <a:pt x="1926448" y="1202234"/>
                  <a:pt x="1795918" y="1218435"/>
                </a:cubicBezTo>
                <a:cubicBezTo>
                  <a:pt x="1785394" y="1219771"/>
                  <a:pt x="1774786" y="1220440"/>
                  <a:pt x="1764172" y="1220440"/>
                </a:cubicBezTo>
                <a:lnTo>
                  <a:pt x="1537419" y="1220440"/>
                </a:lnTo>
                <a:cubicBezTo>
                  <a:pt x="1528359" y="1220440"/>
                  <a:pt x="1521013" y="1227805"/>
                  <a:pt x="1521013" y="1236881"/>
                </a:cubicBezTo>
                <a:cubicBezTo>
                  <a:pt x="1521013" y="1245957"/>
                  <a:pt x="1528359" y="1253322"/>
                  <a:pt x="1537419" y="1253322"/>
                </a:cubicBezTo>
                <a:lnTo>
                  <a:pt x="1764172" y="1253322"/>
                </a:lnTo>
                <a:cubicBezTo>
                  <a:pt x="1776081" y="1253376"/>
                  <a:pt x="1787982" y="1252614"/>
                  <a:pt x="1799786" y="1251050"/>
                </a:cubicBezTo>
                <a:cubicBezTo>
                  <a:pt x="1946842" y="1233031"/>
                  <a:pt x="2057431" y="1107984"/>
                  <a:pt x="2057618" y="959518"/>
                </a:cubicBezTo>
                <a:lnTo>
                  <a:pt x="2057618" y="293715"/>
                </a:lnTo>
                <a:cubicBezTo>
                  <a:pt x="2057471" y="131408"/>
                  <a:pt x="1926127" y="-89"/>
                  <a:pt x="1764172"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7" name="Google Shape;2487;p43"/>
          <p:cNvSpPr/>
          <p:nvPr/>
        </p:nvSpPr>
        <p:spPr>
          <a:xfrm>
            <a:off x="3541873" y="2554609"/>
            <a:ext cx="2058651" cy="1252676"/>
          </a:xfrm>
          <a:custGeom>
            <a:rect b="b" l="l" r="r" t="t"/>
            <a:pathLst>
              <a:path extrusionOk="0" h="1252676" w="2058651">
                <a:moveTo>
                  <a:pt x="1765106" y="-21"/>
                </a:moveTo>
                <a:lnTo>
                  <a:pt x="1356284" y="-21"/>
                </a:lnTo>
                <a:cubicBezTo>
                  <a:pt x="1347254" y="-837"/>
                  <a:pt x="1339277" y="5833"/>
                  <a:pt x="1338464" y="14869"/>
                </a:cubicBezTo>
                <a:cubicBezTo>
                  <a:pt x="1337650" y="23919"/>
                  <a:pt x="1344306" y="31912"/>
                  <a:pt x="1353322" y="32728"/>
                </a:cubicBezTo>
                <a:cubicBezTo>
                  <a:pt x="1354310" y="32821"/>
                  <a:pt x="1355297" y="32821"/>
                  <a:pt x="1356284" y="32728"/>
                </a:cubicBezTo>
                <a:lnTo>
                  <a:pt x="1765106" y="32728"/>
                </a:lnTo>
                <a:cubicBezTo>
                  <a:pt x="1775764" y="32728"/>
                  <a:pt x="1786408" y="33396"/>
                  <a:pt x="1796985" y="34733"/>
                </a:cubicBezTo>
                <a:cubicBezTo>
                  <a:pt x="1927421" y="50920"/>
                  <a:pt x="2025392" y="161945"/>
                  <a:pt x="2025472" y="293649"/>
                </a:cubicBezTo>
                <a:lnTo>
                  <a:pt x="2025472" y="958650"/>
                </a:lnTo>
                <a:cubicBezTo>
                  <a:pt x="2025245" y="1102638"/>
                  <a:pt x="1908788" y="1219291"/>
                  <a:pt x="1765106" y="1219438"/>
                </a:cubicBezTo>
                <a:lnTo>
                  <a:pt x="292945" y="1219438"/>
                </a:lnTo>
                <a:cubicBezTo>
                  <a:pt x="149264" y="1219291"/>
                  <a:pt x="32806" y="1102638"/>
                  <a:pt x="32579" y="958650"/>
                </a:cubicBezTo>
                <a:lnTo>
                  <a:pt x="32579" y="293649"/>
                </a:lnTo>
                <a:cubicBezTo>
                  <a:pt x="32713" y="161958"/>
                  <a:pt x="130656" y="50973"/>
                  <a:pt x="261066" y="34733"/>
                </a:cubicBezTo>
                <a:cubicBezTo>
                  <a:pt x="271644" y="33396"/>
                  <a:pt x="282288" y="32728"/>
                  <a:pt x="292945" y="32728"/>
                </a:cubicBezTo>
                <a:lnTo>
                  <a:pt x="706436" y="32728"/>
                </a:lnTo>
                <a:cubicBezTo>
                  <a:pt x="715466" y="31912"/>
                  <a:pt x="722108" y="23919"/>
                  <a:pt x="721295" y="14869"/>
                </a:cubicBezTo>
                <a:cubicBezTo>
                  <a:pt x="720588" y="6956"/>
                  <a:pt x="714332" y="700"/>
                  <a:pt x="706436" y="-21"/>
                </a:cubicBezTo>
                <a:lnTo>
                  <a:pt x="292945" y="-21"/>
                </a:lnTo>
                <a:cubicBezTo>
                  <a:pt x="281034" y="-75"/>
                  <a:pt x="269136" y="687"/>
                  <a:pt x="257331" y="2251"/>
                </a:cubicBezTo>
                <a:cubicBezTo>
                  <a:pt x="110582" y="20510"/>
                  <a:pt x="313" y="145330"/>
                  <a:pt x="33" y="293515"/>
                </a:cubicBezTo>
                <a:lnTo>
                  <a:pt x="33" y="958517"/>
                </a:lnTo>
                <a:cubicBezTo>
                  <a:pt x="33" y="1120924"/>
                  <a:pt x="131417" y="1252588"/>
                  <a:pt x="293478" y="1252588"/>
                </a:cubicBezTo>
                <a:lnTo>
                  <a:pt x="1765240" y="1252588"/>
                </a:lnTo>
                <a:cubicBezTo>
                  <a:pt x="1927301" y="1252588"/>
                  <a:pt x="2058685" y="1120924"/>
                  <a:pt x="2058685" y="958517"/>
                </a:cubicBezTo>
                <a:lnTo>
                  <a:pt x="2058685" y="293515"/>
                </a:lnTo>
                <a:cubicBezTo>
                  <a:pt x="2058311" y="145250"/>
                  <a:pt x="1947843" y="20443"/>
                  <a:pt x="1800987" y="2385"/>
                </a:cubicBezTo>
                <a:cubicBezTo>
                  <a:pt x="1789089" y="834"/>
                  <a:pt x="1777098" y="72"/>
                  <a:pt x="1765106" y="112"/>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8" name="Google Shape;2488;p43"/>
          <p:cNvSpPr/>
          <p:nvPr/>
        </p:nvSpPr>
        <p:spPr>
          <a:xfrm>
            <a:off x="4638691" y="1335047"/>
            <a:ext cx="2057050" cy="1253745"/>
          </a:xfrm>
          <a:custGeom>
            <a:rect b="b" l="l" r="r" t="t"/>
            <a:pathLst>
              <a:path extrusionOk="0" h="1253745" w="2057050">
                <a:moveTo>
                  <a:pt x="1764306" y="179"/>
                </a:moveTo>
                <a:lnTo>
                  <a:pt x="293478" y="179"/>
                </a:lnTo>
                <a:cubicBezTo>
                  <a:pt x="131417" y="179"/>
                  <a:pt x="33" y="131838"/>
                  <a:pt x="33" y="294250"/>
                </a:cubicBezTo>
                <a:lnTo>
                  <a:pt x="33" y="959786"/>
                </a:lnTo>
                <a:cubicBezTo>
                  <a:pt x="180" y="1108078"/>
                  <a:pt x="110489" y="1233045"/>
                  <a:pt x="257331" y="1251317"/>
                </a:cubicBezTo>
                <a:cubicBezTo>
                  <a:pt x="269189" y="1252748"/>
                  <a:pt x="281127" y="1253496"/>
                  <a:pt x="293078" y="1253590"/>
                </a:cubicBezTo>
                <a:lnTo>
                  <a:pt x="702034" y="1253590"/>
                </a:lnTo>
                <a:cubicBezTo>
                  <a:pt x="711064" y="1254405"/>
                  <a:pt x="719041" y="1247735"/>
                  <a:pt x="719854" y="1238699"/>
                </a:cubicBezTo>
                <a:cubicBezTo>
                  <a:pt x="720668" y="1229650"/>
                  <a:pt x="714012" y="1221656"/>
                  <a:pt x="704996" y="1220841"/>
                </a:cubicBezTo>
                <a:cubicBezTo>
                  <a:pt x="704008" y="1220747"/>
                  <a:pt x="703021" y="1220747"/>
                  <a:pt x="702034" y="1220841"/>
                </a:cubicBezTo>
                <a:lnTo>
                  <a:pt x="293478" y="1220841"/>
                </a:lnTo>
                <a:cubicBezTo>
                  <a:pt x="282821" y="1220854"/>
                  <a:pt x="272164" y="1220146"/>
                  <a:pt x="261600" y="1218702"/>
                </a:cubicBezTo>
                <a:cubicBezTo>
                  <a:pt x="131056" y="1202568"/>
                  <a:pt x="33006" y="1091463"/>
                  <a:pt x="32979" y="959652"/>
                </a:cubicBezTo>
                <a:lnTo>
                  <a:pt x="32979" y="293982"/>
                </a:lnTo>
                <a:cubicBezTo>
                  <a:pt x="33126" y="149993"/>
                  <a:pt x="149530" y="33282"/>
                  <a:pt x="293212" y="33061"/>
                </a:cubicBezTo>
                <a:lnTo>
                  <a:pt x="1764173" y="33061"/>
                </a:lnTo>
                <a:cubicBezTo>
                  <a:pt x="1907641" y="33576"/>
                  <a:pt x="2023725" y="150200"/>
                  <a:pt x="2023872" y="293982"/>
                </a:cubicBezTo>
                <a:lnTo>
                  <a:pt x="2023872" y="959519"/>
                </a:lnTo>
                <a:cubicBezTo>
                  <a:pt x="2023925" y="1091329"/>
                  <a:pt x="1925914" y="1202502"/>
                  <a:pt x="1795384" y="1218702"/>
                </a:cubicBezTo>
                <a:cubicBezTo>
                  <a:pt x="1784860" y="1220039"/>
                  <a:pt x="1774257" y="1220707"/>
                  <a:pt x="1763639" y="1220707"/>
                </a:cubicBezTo>
                <a:lnTo>
                  <a:pt x="1351615" y="1220707"/>
                </a:lnTo>
                <a:cubicBezTo>
                  <a:pt x="1342558" y="1220707"/>
                  <a:pt x="1335209" y="1228072"/>
                  <a:pt x="1335209" y="1237148"/>
                </a:cubicBezTo>
                <a:cubicBezTo>
                  <a:pt x="1335209" y="1246224"/>
                  <a:pt x="1342558" y="1253590"/>
                  <a:pt x="1351615" y="1253590"/>
                </a:cubicBezTo>
                <a:lnTo>
                  <a:pt x="1764306" y="1253590"/>
                </a:lnTo>
                <a:cubicBezTo>
                  <a:pt x="1776257" y="1253630"/>
                  <a:pt x="1788195" y="1252881"/>
                  <a:pt x="1800053" y="1251317"/>
                </a:cubicBezTo>
                <a:cubicBezTo>
                  <a:pt x="1946789" y="1232924"/>
                  <a:pt x="2056951" y="1107984"/>
                  <a:pt x="2057084" y="959786"/>
                </a:cubicBezTo>
                <a:lnTo>
                  <a:pt x="2057084" y="293982"/>
                </a:lnTo>
                <a:cubicBezTo>
                  <a:pt x="2057084" y="131832"/>
                  <a:pt x="1926114" y="280"/>
                  <a:pt x="176430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9" name="Google Shape;2489;p43"/>
          <p:cNvSpPr/>
          <p:nvPr/>
        </p:nvSpPr>
        <p:spPr>
          <a:xfrm>
            <a:off x="5731508" y="2554609"/>
            <a:ext cx="2057584" cy="1253211"/>
          </a:xfrm>
          <a:custGeom>
            <a:rect b="b" l="l" r="r" t="t"/>
            <a:pathLst>
              <a:path extrusionOk="0" h="1253211" w="2057584">
                <a:moveTo>
                  <a:pt x="293478" y="-21"/>
                </a:moveTo>
                <a:lnTo>
                  <a:pt x="702034" y="-21"/>
                </a:lnTo>
                <a:cubicBezTo>
                  <a:pt x="711064" y="-837"/>
                  <a:pt x="719041" y="5833"/>
                  <a:pt x="719854" y="14869"/>
                </a:cubicBezTo>
                <a:cubicBezTo>
                  <a:pt x="720668" y="23919"/>
                  <a:pt x="714012" y="31912"/>
                  <a:pt x="704995" y="32728"/>
                </a:cubicBezTo>
                <a:cubicBezTo>
                  <a:pt x="704008" y="32821"/>
                  <a:pt x="703021" y="32821"/>
                  <a:pt x="702034" y="32728"/>
                </a:cubicBezTo>
                <a:lnTo>
                  <a:pt x="293478" y="32728"/>
                </a:lnTo>
                <a:cubicBezTo>
                  <a:pt x="282821" y="32728"/>
                  <a:pt x="272177" y="33396"/>
                  <a:pt x="261599" y="34733"/>
                </a:cubicBezTo>
                <a:cubicBezTo>
                  <a:pt x="131110" y="50853"/>
                  <a:pt x="33072" y="161892"/>
                  <a:pt x="32979" y="293649"/>
                </a:cubicBezTo>
                <a:lnTo>
                  <a:pt x="32979" y="958517"/>
                </a:lnTo>
                <a:cubicBezTo>
                  <a:pt x="33419" y="1102277"/>
                  <a:pt x="149757" y="1218623"/>
                  <a:pt x="293211" y="1218769"/>
                </a:cubicBezTo>
                <a:lnTo>
                  <a:pt x="1764172" y="1218769"/>
                </a:lnTo>
                <a:cubicBezTo>
                  <a:pt x="1907787" y="1218850"/>
                  <a:pt x="2024365" y="1102438"/>
                  <a:pt x="2024805" y="958517"/>
                </a:cubicBezTo>
                <a:lnTo>
                  <a:pt x="2024805" y="293649"/>
                </a:lnTo>
                <a:cubicBezTo>
                  <a:pt x="2024578" y="149728"/>
                  <a:pt x="1908187" y="33142"/>
                  <a:pt x="1764572" y="32995"/>
                </a:cubicBezTo>
                <a:lnTo>
                  <a:pt x="1562095" y="32995"/>
                </a:lnTo>
                <a:cubicBezTo>
                  <a:pt x="1553039" y="32995"/>
                  <a:pt x="1545689" y="25630"/>
                  <a:pt x="1545689" y="16554"/>
                </a:cubicBezTo>
                <a:cubicBezTo>
                  <a:pt x="1545689" y="7477"/>
                  <a:pt x="1553039" y="112"/>
                  <a:pt x="1562095" y="112"/>
                </a:cubicBezTo>
                <a:lnTo>
                  <a:pt x="1764172" y="112"/>
                </a:lnTo>
                <a:cubicBezTo>
                  <a:pt x="1926234" y="112"/>
                  <a:pt x="2057618" y="131776"/>
                  <a:pt x="2057618" y="294183"/>
                </a:cubicBezTo>
                <a:lnTo>
                  <a:pt x="2057618" y="959051"/>
                </a:lnTo>
                <a:cubicBezTo>
                  <a:pt x="2057618" y="1121459"/>
                  <a:pt x="1926234" y="1253122"/>
                  <a:pt x="1764172" y="1253122"/>
                </a:cubicBezTo>
                <a:lnTo>
                  <a:pt x="293478" y="1253122"/>
                </a:lnTo>
                <a:cubicBezTo>
                  <a:pt x="131416" y="1253122"/>
                  <a:pt x="33" y="1121459"/>
                  <a:pt x="33" y="959051"/>
                </a:cubicBezTo>
                <a:lnTo>
                  <a:pt x="33" y="293649"/>
                </a:lnTo>
                <a:cubicBezTo>
                  <a:pt x="353" y="145277"/>
                  <a:pt x="110902" y="20390"/>
                  <a:pt x="257865" y="2385"/>
                </a:cubicBezTo>
                <a:cubicBezTo>
                  <a:pt x="269656" y="700"/>
                  <a:pt x="281567" y="-102"/>
                  <a:pt x="293478" y="-21"/>
                </a:cubicBezTo>
                <a:close/>
              </a:path>
            </a:pathLst>
          </a:custGeom>
          <a:solidFill>
            <a:srgbClr val="4D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0" name="Google Shape;2490;p43"/>
          <p:cNvSpPr/>
          <p:nvPr/>
        </p:nvSpPr>
        <p:spPr>
          <a:xfrm>
            <a:off x="6788443" y="1335047"/>
            <a:ext cx="2057585" cy="1253745"/>
          </a:xfrm>
          <a:custGeom>
            <a:rect b="b" l="l" r="r" t="t"/>
            <a:pathLst>
              <a:path extrusionOk="0" h="1253745" w="2057585">
                <a:moveTo>
                  <a:pt x="293079" y="179"/>
                </a:moveTo>
                <a:lnTo>
                  <a:pt x="1764174" y="179"/>
                </a:lnTo>
                <a:cubicBezTo>
                  <a:pt x="1926235" y="179"/>
                  <a:pt x="2057619" y="131838"/>
                  <a:pt x="2057619" y="294250"/>
                </a:cubicBezTo>
                <a:lnTo>
                  <a:pt x="2057619" y="959786"/>
                </a:lnTo>
                <a:cubicBezTo>
                  <a:pt x="2057459" y="1108118"/>
                  <a:pt x="1947084" y="1233112"/>
                  <a:pt x="1800188" y="1251317"/>
                </a:cubicBezTo>
                <a:cubicBezTo>
                  <a:pt x="1788369" y="1252748"/>
                  <a:pt x="1776472" y="1253509"/>
                  <a:pt x="1764573" y="1253590"/>
                </a:cubicBezTo>
                <a:lnTo>
                  <a:pt x="993346" y="1253590"/>
                </a:lnTo>
                <a:cubicBezTo>
                  <a:pt x="984316" y="1254405"/>
                  <a:pt x="976340" y="1247735"/>
                  <a:pt x="975526" y="1238699"/>
                </a:cubicBezTo>
                <a:cubicBezTo>
                  <a:pt x="974713" y="1229650"/>
                  <a:pt x="981369" y="1221656"/>
                  <a:pt x="990385" y="1220841"/>
                </a:cubicBezTo>
                <a:cubicBezTo>
                  <a:pt x="991373" y="1220747"/>
                  <a:pt x="992359" y="1220747"/>
                  <a:pt x="993346" y="1220841"/>
                </a:cubicBezTo>
                <a:lnTo>
                  <a:pt x="1764174" y="1220841"/>
                </a:lnTo>
                <a:cubicBezTo>
                  <a:pt x="1774791" y="1220854"/>
                  <a:pt x="1785395" y="1220146"/>
                  <a:pt x="1795919" y="1218702"/>
                </a:cubicBezTo>
                <a:cubicBezTo>
                  <a:pt x="1926515" y="1202635"/>
                  <a:pt x="2024647" y="1091503"/>
                  <a:pt x="2024673" y="959652"/>
                </a:cubicBezTo>
                <a:lnTo>
                  <a:pt x="2024673" y="293982"/>
                </a:lnTo>
                <a:cubicBezTo>
                  <a:pt x="2024446" y="149970"/>
                  <a:pt x="1908015" y="33282"/>
                  <a:pt x="1764307" y="33061"/>
                </a:cubicBezTo>
                <a:lnTo>
                  <a:pt x="293346" y="33061"/>
                </a:lnTo>
                <a:cubicBezTo>
                  <a:pt x="149638" y="33282"/>
                  <a:pt x="33207" y="149972"/>
                  <a:pt x="32980" y="293982"/>
                </a:cubicBezTo>
                <a:lnTo>
                  <a:pt x="32980" y="959519"/>
                </a:lnTo>
                <a:cubicBezTo>
                  <a:pt x="32887" y="1091155"/>
                  <a:pt x="130618" y="1202261"/>
                  <a:pt x="260934" y="1218702"/>
                </a:cubicBezTo>
                <a:cubicBezTo>
                  <a:pt x="271511" y="1220039"/>
                  <a:pt x="282155" y="1220721"/>
                  <a:pt x="292813" y="1220707"/>
                </a:cubicBezTo>
                <a:lnTo>
                  <a:pt x="519566" y="1220707"/>
                </a:lnTo>
                <a:cubicBezTo>
                  <a:pt x="528623" y="1220707"/>
                  <a:pt x="535972" y="1228072"/>
                  <a:pt x="535972" y="1237148"/>
                </a:cubicBezTo>
                <a:cubicBezTo>
                  <a:pt x="535972" y="1246224"/>
                  <a:pt x="528623" y="1253590"/>
                  <a:pt x="519566" y="1253590"/>
                </a:cubicBezTo>
                <a:lnTo>
                  <a:pt x="292813" y="1253590"/>
                </a:lnTo>
                <a:cubicBezTo>
                  <a:pt x="280861" y="1253643"/>
                  <a:pt x="268910" y="1252881"/>
                  <a:pt x="257066" y="1251317"/>
                </a:cubicBezTo>
                <a:cubicBezTo>
                  <a:pt x="110330" y="1232924"/>
                  <a:pt x="168" y="1107984"/>
                  <a:pt x="34" y="959786"/>
                </a:cubicBezTo>
                <a:lnTo>
                  <a:pt x="34" y="293982"/>
                </a:lnTo>
                <a:cubicBezTo>
                  <a:pt x="-406" y="132015"/>
                  <a:pt x="130257" y="355"/>
                  <a:pt x="291879" y="-87"/>
                </a:cubicBezTo>
                <a:cubicBezTo>
                  <a:pt x="292106" y="-89"/>
                  <a:pt x="292319" y="-89"/>
                  <a:pt x="292546" y="-89"/>
                </a:cubicBezTo>
                <a:close/>
              </a:path>
            </a:pathLst>
          </a:custGeom>
          <a:solidFill>
            <a:srgbClr val="FBB0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1" name="Google Shape;2491;p43"/>
          <p:cNvSpPr txBox="1"/>
          <p:nvPr/>
        </p:nvSpPr>
        <p:spPr>
          <a:xfrm>
            <a:off x="1420009"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b="0" sz="1100">
              <a:solidFill>
                <a:schemeClr val="dk1"/>
              </a:solidFill>
              <a:latin typeface="Calibri"/>
              <a:ea typeface="Calibri"/>
              <a:cs typeface="Calibri"/>
              <a:sym typeface="Calibri"/>
            </a:endParaRPr>
          </a:p>
        </p:txBody>
      </p:sp>
      <p:sp>
        <p:nvSpPr>
          <p:cNvPr id="2492" name="Google Shape;2492;p43"/>
          <p:cNvSpPr txBox="1"/>
          <p:nvPr/>
        </p:nvSpPr>
        <p:spPr>
          <a:xfrm>
            <a:off x="343565" y="1705567"/>
            <a:ext cx="1929110" cy="5879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a:p>
        </p:txBody>
      </p:sp>
      <p:sp>
        <p:nvSpPr>
          <p:cNvPr id="2493" name="Google Shape;2493;p43"/>
          <p:cNvSpPr txBox="1"/>
          <p:nvPr/>
        </p:nvSpPr>
        <p:spPr>
          <a:xfrm>
            <a:off x="2491331" y="1725741"/>
            <a:ext cx="1926037"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b="0" sz="1100">
              <a:solidFill>
                <a:schemeClr val="dk1"/>
              </a:solidFill>
              <a:latin typeface="Calibri"/>
              <a:ea typeface="Calibri"/>
              <a:cs typeface="Calibri"/>
              <a:sym typeface="Calibri"/>
            </a:endParaRPr>
          </a:p>
        </p:txBody>
      </p:sp>
      <p:sp>
        <p:nvSpPr>
          <p:cNvPr id="2494" name="Google Shape;2494;p43"/>
          <p:cNvSpPr txBox="1"/>
          <p:nvPr/>
        </p:nvSpPr>
        <p:spPr>
          <a:xfrm>
            <a:off x="3593053"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a:p>
        </p:txBody>
      </p:sp>
      <p:sp>
        <p:nvSpPr>
          <p:cNvPr id="2495" name="Google Shape;2495;p43"/>
          <p:cNvSpPr txBox="1"/>
          <p:nvPr/>
        </p:nvSpPr>
        <p:spPr>
          <a:xfrm>
            <a:off x="4648199" y="1725741"/>
            <a:ext cx="2038351"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a:p>
        </p:txBody>
      </p:sp>
      <p:sp>
        <p:nvSpPr>
          <p:cNvPr id="2496" name="Google Shape;2496;p43"/>
          <p:cNvSpPr txBox="1"/>
          <p:nvPr/>
        </p:nvSpPr>
        <p:spPr>
          <a:xfrm>
            <a:off x="5809128" y="2781684"/>
            <a:ext cx="1925620" cy="6292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b="0" sz="1100">
              <a:solidFill>
                <a:schemeClr val="dk1"/>
              </a:solidFill>
              <a:latin typeface="Calibri"/>
              <a:ea typeface="Calibri"/>
              <a:cs typeface="Calibri"/>
              <a:sym typeface="Calibri"/>
            </a:endParaRPr>
          </a:p>
        </p:txBody>
      </p:sp>
      <p:sp>
        <p:nvSpPr>
          <p:cNvPr id="2497" name="Google Shape;2497;p43"/>
          <p:cNvSpPr txBox="1"/>
          <p:nvPr/>
        </p:nvSpPr>
        <p:spPr>
          <a:xfrm>
            <a:off x="6880450" y="1725741"/>
            <a:ext cx="1926037" cy="56779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100"/>
              <a:buFont typeface="Calibri"/>
              <a:buNone/>
            </a:pPr>
            <a:r>
              <a:rPr b="0" lang="en-US" sz="1100">
                <a:solidFill>
                  <a:schemeClr val="dk1"/>
                </a:solidFill>
                <a:latin typeface="Calibri"/>
                <a:ea typeface="Calibri"/>
                <a:cs typeface="Calibri"/>
                <a:sym typeface="Calibri"/>
              </a:rPr>
              <a:t>Lorem ipsum dolor sit amet consectetur adipiscing elit. Quisque faucibus ex sapien.</a:t>
            </a:r>
            <a:endParaRPr/>
          </a:p>
        </p:txBody>
      </p:sp>
      <p:sp>
        <p:nvSpPr>
          <p:cNvPr id="2498" name="Google Shape;2498;p43"/>
          <p:cNvSpPr/>
          <p:nvPr/>
        </p:nvSpPr>
        <p:spPr>
          <a:xfrm>
            <a:off x="1004754" y="1031949"/>
            <a:ext cx="606731" cy="606731"/>
          </a:xfrm>
          <a:prstGeom prst="ellipse">
            <a:avLst/>
          </a:prstGeom>
          <a:solidFill>
            <a:srgbClr val="FBB03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499" name="Google Shape;2499;p43"/>
          <p:cNvSpPr/>
          <p:nvPr/>
        </p:nvSpPr>
        <p:spPr>
          <a:xfrm>
            <a:off x="3167041" y="1031949"/>
            <a:ext cx="606731" cy="606731"/>
          </a:xfrm>
          <a:prstGeom prst="ellipse">
            <a:avLst/>
          </a:prstGeom>
          <a:solidFill>
            <a:srgbClr val="FBB03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00" name="Google Shape;2500;p43"/>
          <p:cNvSpPr/>
          <p:nvPr/>
        </p:nvSpPr>
        <p:spPr>
          <a:xfrm>
            <a:off x="5329328" y="1031949"/>
            <a:ext cx="606731" cy="606731"/>
          </a:xfrm>
          <a:prstGeom prst="ellipse">
            <a:avLst/>
          </a:prstGeom>
          <a:solidFill>
            <a:srgbClr val="FBB03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01" name="Google Shape;2501;p43"/>
          <p:cNvSpPr/>
          <p:nvPr/>
        </p:nvSpPr>
        <p:spPr>
          <a:xfrm>
            <a:off x="7523888" y="1031949"/>
            <a:ext cx="606731" cy="606731"/>
          </a:xfrm>
          <a:prstGeom prst="ellipse">
            <a:avLst/>
          </a:prstGeom>
          <a:solidFill>
            <a:srgbClr val="FBB03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02" name="Google Shape;2502;p43"/>
          <p:cNvSpPr/>
          <p:nvPr/>
        </p:nvSpPr>
        <p:spPr>
          <a:xfrm>
            <a:off x="2048246" y="3516800"/>
            <a:ext cx="606731" cy="606731"/>
          </a:xfrm>
          <a:prstGeom prst="ellipse">
            <a:avLst/>
          </a:prstGeom>
          <a:solidFill>
            <a:srgbClr val="4E84C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03" name="Google Shape;2503;p43"/>
          <p:cNvSpPr/>
          <p:nvPr/>
        </p:nvSpPr>
        <p:spPr>
          <a:xfrm>
            <a:off x="4210533" y="3516800"/>
            <a:ext cx="606731" cy="606731"/>
          </a:xfrm>
          <a:prstGeom prst="ellipse">
            <a:avLst/>
          </a:prstGeom>
          <a:solidFill>
            <a:srgbClr val="4E84C4"/>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sp>
        <p:nvSpPr>
          <p:cNvPr id="2504" name="Google Shape;2504;p43"/>
          <p:cNvSpPr/>
          <p:nvPr/>
        </p:nvSpPr>
        <p:spPr>
          <a:xfrm>
            <a:off x="6405093" y="3516800"/>
            <a:ext cx="606731" cy="606731"/>
          </a:xfrm>
          <a:prstGeom prst="ellipse">
            <a:avLst/>
          </a:prstGeom>
          <a:solidFill>
            <a:srgbClr val="4E84C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lt1"/>
              </a:solidFill>
              <a:latin typeface="Arial"/>
              <a:ea typeface="Arial"/>
              <a:cs typeface="Arial"/>
              <a:sym typeface="Arial"/>
            </a:endParaRPr>
          </a:p>
        </p:txBody>
      </p:sp>
      <p:grpSp>
        <p:nvGrpSpPr>
          <p:cNvPr id="2505" name="Google Shape;2505;p43"/>
          <p:cNvGrpSpPr/>
          <p:nvPr/>
        </p:nvGrpSpPr>
        <p:grpSpPr>
          <a:xfrm>
            <a:off x="1129018" y="1126606"/>
            <a:ext cx="369638" cy="417416"/>
            <a:chOff x="1123300" y="1126606"/>
            <a:chExt cx="369638" cy="417416"/>
          </a:xfrm>
        </p:grpSpPr>
        <p:sp>
          <p:nvSpPr>
            <p:cNvPr id="2506" name="Google Shape;2506;p43"/>
            <p:cNvSpPr/>
            <p:nvPr/>
          </p:nvSpPr>
          <p:spPr>
            <a:xfrm>
              <a:off x="1172402" y="1285158"/>
              <a:ext cx="258471" cy="258864"/>
            </a:xfrm>
            <a:custGeom>
              <a:rect b="b" l="l" r="r" t="t"/>
              <a:pathLst>
                <a:path extrusionOk="0" h="307475" w="307008">
                  <a:moveTo>
                    <a:pt x="53657" y="94249"/>
                  </a:moveTo>
                  <a:cubicBezTo>
                    <a:pt x="47591" y="104047"/>
                    <a:pt x="43858" y="113845"/>
                    <a:pt x="41059" y="124576"/>
                  </a:cubicBezTo>
                  <a:lnTo>
                    <a:pt x="0" y="131575"/>
                  </a:lnTo>
                  <a:lnTo>
                    <a:pt x="0" y="175900"/>
                  </a:lnTo>
                  <a:lnTo>
                    <a:pt x="41525" y="182899"/>
                  </a:lnTo>
                  <a:cubicBezTo>
                    <a:pt x="44325" y="193630"/>
                    <a:pt x="48524" y="203895"/>
                    <a:pt x="54123" y="213226"/>
                  </a:cubicBezTo>
                  <a:lnTo>
                    <a:pt x="29394" y="247286"/>
                  </a:lnTo>
                  <a:lnTo>
                    <a:pt x="60189" y="278081"/>
                  </a:lnTo>
                  <a:lnTo>
                    <a:pt x="94249" y="253352"/>
                  </a:lnTo>
                  <a:cubicBezTo>
                    <a:pt x="104047" y="259417"/>
                    <a:pt x="113845" y="263150"/>
                    <a:pt x="124576" y="265950"/>
                  </a:cubicBezTo>
                  <a:lnTo>
                    <a:pt x="131575" y="307475"/>
                  </a:lnTo>
                  <a:lnTo>
                    <a:pt x="175433" y="307475"/>
                  </a:lnTo>
                  <a:lnTo>
                    <a:pt x="182432" y="265950"/>
                  </a:lnTo>
                  <a:cubicBezTo>
                    <a:pt x="193163" y="263150"/>
                    <a:pt x="203428" y="258951"/>
                    <a:pt x="212760" y="253352"/>
                  </a:cubicBezTo>
                  <a:lnTo>
                    <a:pt x="246820" y="278081"/>
                  </a:lnTo>
                  <a:lnTo>
                    <a:pt x="277614" y="247286"/>
                  </a:lnTo>
                  <a:lnTo>
                    <a:pt x="252885" y="213226"/>
                  </a:lnTo>
                  <a:cubicBezTo>
                    <a:pt x="258951" y="203428"/>
                    <a:pt x="263150" y="193630"/>
                    <a:pt x="265483" y="182899"/>
                  </a:cubicBezTo>
                  <a:lnTo>
                    <a:pt x="307008" y="175900"/>
                  </a:lnTo>
                  <a:lnTo>
                    <a:pt x="307008" y="131575"/>
                  </a:lnTo>
                  <a:lnTo>
                    <a:pt x="265483" y="124576"/>
                  </a:lnTo>
                  <a:cubicBezTo>
                    <a:pt x="262684" y="113845"/>
                    <a:pt x="258484" y="103580"/>
                    <a:pt x="253352" y="94249"/>
                  </a:cubicBezTo>
                  <a:lnTo>
                    <a:pt x="277147" y="60189"/>
                  </a:lnTo>
                  <a:lnTo>
                    <a:pt x="246820" y="28928"/>
                  </a:lnTo>
                  <a:lnTo>
                    <a:pt x="212760" y="53656"/>
                  </a:lnTo>
                  <a:cubicBezTo>
                    <a:pt x="202962" y="47591"/>
                    <a:pt x="193163" y="43858"/>
                    <a:pt x="182432" y="41059"/>
                  </a:cubicBezTo>
                  <a:lnTo>
                    <a:pt x="175433" y="0"/>
                  </a:lnTo>
                  <a:lnTo>
                    <a:pt x="131108" y="0"/>
                  </a:lnTo>
                  <a:lnTo>
                    <a:pt x="128309" y="18663"/>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7" name="Google Shape;2507;p43"/>
            <p:cNvSpPr/>
            <p:nvPr/>
          </p:nvSpPr>
          <p:spPr>
            <a:xfrm>
              <a:off x="1197148" y="1308727"/>
              <a:ext cx="80526" cy="38495"/>
            </a:xfrm>
            <a:custGeom>
              <a:rect b="b" l="l" r="r" t="t"/>
              <a:pathLst>
                <a:path extrusionOk="0" h="45724" w="95648">
                  <a:moveTo>
                    <a:pt x="95649" y="12131"/>
                  </a:moveTo>
                  <a:cubicBezTo>
                    <a:pt x="84917" y="14931"/>
                    <a:pt x="74653" y="19130"/>
                    <a:pt x="65321" y="24729"/>
                  </a:cubicBezTo>
                  <a:lnTo>
                    <a:pt x="31261" y="0"/>
                  </a:lnTo>
                  <a:lnTo>
                    <a:pt x="0" y="30794"/>
                  </a:lnTo>
                  <a:lnTo>
                    <a:pt x="10731" y="45725"/>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8" name="Google Shape;2508;p43"/>
            <p:cNvSpPr/>
            <p:nvPr/>
          </p:nvSpPr>
          <p:spPr>
            <a:xfrm>
              <a:off x="1237331" y="1349242"/>
              <a:ext cx="130025" cy="129911"/>
            </a:xfrm>
            <a:custGeom>
              <a:rect b="b" l="l" r="r" t="t"/>
              <a:pathLst>
                <a:path extrusionOk="0" h="154306" w="154441">
                  <a:moveTo>
                    <a:pt x="39989" y="9266"/>
                  </a:moveTo>
                  <a:cubicBezTo>
                    <a:pt x="77781" y="-10797"/>
                    <a:pt x="124439" y="2734"/>
                    <a:pt x="144969" y="40060"/>
                  </a:cubicBezTo>
                  <a:cubicBezTo>
                    <a:pt x="165498" y="77387"/>
                    <a:pt x="151501" y="124511"/>
                    <a:pt x="114175" y="145040"/>
                  </a:cubicBezTo>
                  <a:cubicBezTo>
                    <a:pt x="76848" y="165103"/>
                    <a:pt x="29724" y="151572"/>
                    <a:pt x="9194" y="114246"/>
                  </a:cubicBezTo>
                  <a:cubicBezTo>
                    <a:pt x="-5269" y="87651"/>
                    <a:pt x="-2470" y="54524"/>
                    <a:pt x="16193" y="3026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9" name="Google Shape;2509;p43"/>
            <p:cNvSpPr/>
            <p:nvPr/>
          </p:nvSpPr>
          <p:spPr>
            <a:xfrm>
              <a:off x="1265105" y="1393968"/>
              <a:ext cx="20819" cy="41638"/>
            </a:xfrm>
            <a:custGeom>
              <a:rect b="b" l="l" r="r" t="t"/>
              <a:pathLst>
                <a:path extrusionOk="0" h="49457" w="24728">
                  <a:moveTo>
                    <a:pt x="24729" y="49457"/>
                  </a:moveTo>
                  <a:lnTo>
                    <a:pt x="0" y="24729"/>
                  </a:lnTo>
                  <a:lnTo>
                    <a:pt x="2472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0" name="Google Shape;2510;p43"/>
            <p:cNvSpPr/>
            <p:nvPr/>
          </p:nvSpPr>
          <p:spPr>
            <a:xfrm>
              <a:off x="1320492" y="1393968"/>
              <a:ext cx="20819" cy="41638"/>
            </a:xfrm>
            <a:custGeom>
              <a:rect b="b" l="l" r="r" t="t"/>
              <a:pathLst>
                <a:path extrusionOk="0" h="49457" w="24728">
                  <a:moveTo>
                    <a:pt x="0" y="0"/>
                  </a:moveTo>
                  <a:lnTo>
                    <a:pt x="24729" y="24729"/>
                  </a:lnTo>
                  <a:lnTo>
                    <a:pt x="0" y="4945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1" name="Google Shape;2511;p43"/>
            <p:cNvSpPr/>
            <p:nvPr/>
          </p:nvSpPr>
          <p:spPr>
            <a:xfrm>
              <a:off x="1299281" y="1381004"/>
              <a:ext cx="9034" cy="66778"/>
            </a:xfrm>
            <a:custGeom>
              <a:rect b="b" l="l" r="r" t="t"/>
              <a:pathLst>
                <a:path extrusionOk="0" h="79318" w="10731">
                  <a:moveTo>
                    <a:pt x="10731" y="0"/>
                  </a:moveTo>
                  <a:lnTo>
                    <a:pt x="0" y="7931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2" name="Google Shape;2512;p43"/>
            <p:cNvSpPr/>
            <p:nvPr/>
          </p:nvSpPr>
          <p:spPr>
            <a:xfrm>
              <a:off x="1153896" y="1150860"/>
              <a:ext cx="104532" cy="58878"/>
            </a:xfrm>
            <a:custGeom>
              <a:rect b="b" l="l" r="r" t="t"/>
              <a:pathLst>
                <a:path extrusionOk="0" h="69935" w="124161">
                  <a:moveTo>
                    <a:pt x="52" y="69936"/>
                  </a:moveTo>
                  <a:cubicBezTo>
                    <a:pt x="-881" y="46140"/>
                    <a:pt x="10783" y="22345"/>
                    <a:pt x="32712" y="9280"/>
                  </a:cubicBezTo>
                  <a:cubicBezTo>
                    <a:pt x="64440" y="-9383"/>
                    <a:pt x="105499" y="882"/>
                    <a:pt x="124162" y="3307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3" name="Google Shape;2513;p43"/>
            <p:cNvSpPr/>
            <p:nvPr/>
          </p:nvSpPr>
          <p:spPr>
            <a:xfrm>
              <a:off x="1249393" y="1126606"/>
              <a:ext cx="127664" cy="58777"/>
            </a:xfrm>
            <a:custGeom>
              <a:rect b="b" l="l" r="r" t="t"/>
              <a:pathLst>
                <a:path extrusionOk="0" h="69815" w="151637">
                  <a:moveTo>
                    <a:pt x="0" y="43687"/>
                  </a:moveTo>
                  <a:cubicBezTo>
                    <a:pt x="11664" y="21292"/>
                    <a:pt x="33594" y="4495"/>
                    <a:pt x="60655" y="762"/>
                  </a:cubicBezTo>
                  <a:cubicBezTo>
                    <a:pt x="104980" y="-5303"/>
                    <a:pt x="145572" y="25491"/>
                    <a:pt x="151638" y="6981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4" name="Google Shape;2514;p43"/>
            <p:cNvSpPr/>
            <p:nvPr/>
          </p:nvSpPr>
          <p:spPr>
            <a:xfrm>
              <a:off x="1364488" y="1172028"/>
              <a:ext cx="128450" cy="139055"/>
            </a:xfrm>
            <a:custGeom>
              <a:rect b="b" l="l" r="r" t="t"/>
              <a:pathLst>
                <a:path extrusionOk="0" h="165168" w="152571">
                  <a:moveTo>
                    <a:pt x="0" y="38726"/>
                  </a:moveTo>
                  <a:cubicBezTo>
                    <a:pt x="14464" y="15397"/>
                    <a:pt x="40592" y="0"/>
                    <a:pt x="69987" y="0"/>
                  </a:cubicBezTo>
                  <a:cubicBezTo>
                    <a:pt x="115711" y="0"/>
                    <a:pt x="152571" y="36860"/>
                    <a:pt x="152571" y="82584"/>
                  </a:cubicBezTo>
                  <a:cubicBezTo>
                    <a:pt x="152571" y="128309"/>
                    <a:pt x="115711" y="165169"/>
                    <a:pt x="69987" y="165169"/>
                  </a:cubicBezTo>
                  <a:lnTo>
                    <a:pt x="21463" y="16516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5" name="Google Shape;2515;p43"/>
            <p:cNvSpPr/>
            <p:nvPr/>
          </p:nvSpPr>
          <p:spPr>
            <a:xfrm>
              <a:off x="1123300" y="1203846"/>
              <a:ext cx="88383" cy="113130"/>
            </a:xfrm>
            <a:custGeom>
              <a:rect b="b" l="l" r="r" t="t"/>
              <a:pathLst>
                <a:path extrusionOk="0" h="134374" w="104980">
                  <a:moveTo>
                    <a:pt x="104980" y="134375"/>
                  </a:moveTo>
                  <a:lnTo>
                    <a:pt x="66721" y="133441"/>
                  </a:lnTo>
                  <a:cubicBezTo>
                    <a:pt x="29861" y="133441"/>
                    <a:pt x="0" y="103580"/>
                    <a:pt x="0" y="66721"/>
                  </a:cubicBezTo>
                  <a:cubicBezTo>
                    <a:pt x="0" y="29861"/>
                    <a:pt x="29861" y="0"/>
                    <a:pt x="66721"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6" name="Google Shape;2516;p43"/>
            <p:cNvSpPr/>
            <p:nvPr/>
          </p:nvSpPr>
          <p:spPr>
            <a:xfrm>
              <a:off x="1207362" y="1260804"/>
              <a:ext cx="30639" cy="59707"/>
            </a:xfrm>
            <a:custGeom>
              <a:rect b="b" l="l" r="r" t="t"/>
              <a:pathLst>
                <a:path extrusionOk="0" h="70919" w="36393">
                  <a:moveTo>
                    <a:pt x="36393" y="70920"/>
                  </a:moveTo>
                  <a:lnTo>
                    <a:pt x="0" y="34527"/>
                  </a:ln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7" name="Google Shape;2517;p43"/>
            <p:cNvSpPr/>
            <p:nvPr/>
          </p:nvSpPr>
          <p:spPr>
            <a:xfrm>
              <a:off x="1191649" y="1238414"/>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8" name="Google Shape;2518;p43"/>
            <p:cNvSpPr/>
            <p:nvPr/>
          </p:nvSpPr>
          <p:spPr>
            <a:xfrm>
              <a:off x="1365666" y="1260804"/>
              <a:ext cx="30246" cy="59707"/>
            </a:xfrm>
            <a:custGeom>
              <a:rect b="b" l="l" r="r" t="t"/>
              <a:pathLst>
                <a:path extrusionOk="0" h="70919" w="35926">
                  <a:moveTo>
                    <a:pt x="0" y="70920"/>
                  </a:moveTo>
                  <a:lnTo>
                    <a:pt x="35927" y="34527"/>
                  </a:lnTo>
                  <a:lnTo>
                    <a:pt x="3592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9" name="Google Shape;2519;p43"/>
            <p:cNvSpPr/>
            <p:nvPr/>
          </p:nvSpPr>
          <p:spPr>
            <a:xfrm>
              <a:off x="1380200" y="1238414"/>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0" name="Google Shape;2520;p43"/>
            <p:cNvSpPr/>
            <p:nvPr/>
          </p:nvSpPr>
          <p:spPr>
            <a:xfrm>
              <a:off x="1304780" y="1228986"/>
              <a:ext cx="3927" cy="54208"/>
            </a:xfrm>
            <a:custGeom>
              <a:rect b="b" l="l" r="r" t="t"/>
              <a:pathLst>
                <a:path extrusionOk="0" h="64387" w="4665">
                  <a:moveTo>
                    <a:pt x="0" y="6438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1" name="Google Shape;2521;p43"/>
            <p:cNvSpPr/>
            <p:nvPr/>
          </p:nvSpPr>
          <p:spPr>
            <a:xfrm>
              <a:off x="1289068" y="1206203"/>
              <a:ext cx="31425" cy="27103"/>
            </a:xfrm>
            <a:custGeom>
              <a:rect b="b" l="l" r="r" t="t"/>
              <a:pathLst>
                <a:path extrusionOk="0" h="32193" w="37326">
                  <a:moveTo>
                    <a:pt x="37326" y="32194"/>
                  </a:moveTo>
                  <a:lnTo>
                    <a:pt x="18663" y="0"/>
                  </a:lnTo>
                  <a:lnTo>
                    <a:pt x="0" y="32194"/>
                  </a:lnTo>
                  <a:close/>
                </a:path>
              </a:pathLst>
            </a:cu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22" name="Google Shape;2522;p43"/>
          <p:cNvGrpSpPr/>
          <p:nvPr/>
        </p:nvGrpSpPr>
        <p:grpSpPr>
          <a:xfrm>
            <a:off x="3290640" y="1148935"/>
            <a:ext cx="356336" cy="377253"/>
            <a:chOff x="3290640" y="1148935"/>
            <a:chExt cx="356336" cy="377253"/>
          </a:xfrm>
        </p:grpSpPr>
        <p:grpSp>
          <p:nvGrpSpPr>
            <p:cNvPr id="2523" name="Google Shape;2523;p43"/>
            <p:cNvGrpSpPr/>
            <p:nvPr/>
          </p:nvGrpSpPr>
          <p:grpSpPr>
            <a:xfrm>
              <a:off x="3333240" y="1261743"/>
              <a:ext cx="271890" cy="151227"/>
              <a:chOff x="3333240" y="1261743"/>
              <a:chExt cx="271890" cy="151227"/>
            </a:xfrm>
          </p:grpSpPr>
          <p:sp>
            <p:nvSpPr>
              <p:cNvPr id="2524" name="Google Shape;2524;p43"/>
              <p:cNvSpPr/>
              <p:nvPr/>
            </p:nvSpPr>
            <p:spPr>
              <a:xfrm>
                <a:off x="3333240" y="1261743"/>
                <a:ext cx="271890" cy="125887"/>
              </a:xfrm>
              <a:custGeom>
                <a:rect b="b" l="l" r="r" t="t"/>
                <a:pathLst>
                  <a:path extrusionOk="0" h="125887" w="271890">
                    <a:moveTo>
                      <a:pt x="271891" y="125887"/>
                    </a:moveTo>
                    <a:lnTo>
                      <a:pt x="271891" y="39238"/>
                    </a:lnTo>
                    <a:lnTo>
                      <a:pt x="135945" y="0"/>
                    </a:lnTo>
                    <a:lnTo>
                      <a:pt x="0" y="39238"/>
                    </a:lnTo>
                    <a:lnTo>
                      <a:pt x="135945" y="84197"/>
                    </a:lnTo>
                    <a:lnTo>
                      <a:pt x="267006" y="41281"/>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5" name="Google Shape;2525;p43"/>
              <p:cNvSpPr/>
              <p:nvPr/>
            </p:nvSpPr>
            <p:spPr>
              <a:xfrm>
                <a:off x="3395921" y="1323460"/>
                <a:ext cx="146934" cy="89510"/>
              </a:xfrm>
              <a:custGeom>
                <a:rect b="b" l="l" r="r" t="t"/>
                <a:pathLst>
                  <a:path extrusionOk="0" h="89510" w="146934">
                    <a:moveTo>
                      <a:pt x="0" y="28611"/>
                    </a:moveTo>
                    <a:lnTo>
                      <a:pt x="0" y="62944"/>
                    </a:lnTo>
                    <a:cubicBezTo>
                      <a:pt x="17095" y="79293"/>
                      <a:pt x="43958" y="89511"/>
                      <a:pt x="73671" y="89511"/>
                    </a:cubicBezTo>
                    <a:cubicBezTo>
                      <a:pt x="103384" y="89511"/>
                      <a:pt x="129840" y="79293"/>
                      <a:pt x="146935" y="62944"/>
                    </a:cubicBezTo>
                    <a:lnTo>
                      <a:pt x="14693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26" name="Google Shape;2526;p43"/>
            <p:cNvGrpSpPr/>
            <p:nvPr/>
          </p:nvGrpSpPr>
          <p:grpSpPr>
            <a:xfrm>
              <a:off x="3290640" y="1148935"/>
              <a:ext cx="356336" cy="377253"/>
              <a:chOff x="3290640" y="1148935"/>
              <a:chExt cx="356336" cy="377253"/>
            </a:xfrm>
          </p:grpSpPr>
          <p:sp>
            <p:nvSpPr>
              <p:cNvPr id="2527" name="Google Shape;2527;p43"/>
              <p:cNvSpPr/>
              <p:nvPr/>
            </p:nvSpPr>
            <p:spPr>
              <a:xfrm>
                <a:off x="3345450" y="1257656"/>
                <a:ext cx="301526" cy="259101"/>
              </a:xfrm>
              <a:custGeom>
                <a:rect b="b" l="l" r="r" t="t"/>
                <a:pathLst>
                  <a:path extrusionOk="0" h="259101" w="301526">
                    <a:moveTo>
                      <a:pt x="282473" y="0"/>
                    </a:moveTo>
                    <a:cubicBezTo>
                      <a:pt x="326839" y="88285"/>
                      <a:pt x="291021" y="195779"/>
                      <a:pt x="203104" y="240330"/>
                    </a:cubicBezTo>
                    <a:cubicBezTo>
                      <a:pt x="140830" y="271394"/>
                      <a:pt x="65938" y="263628"/>
                      <a:pt x="11397" y="219077"/>
                    </a:cubicBezTo>
                    <a:cubicBezTo>
                      <a:pt x="7326" y="215807"/>
                      <a:pt x="3663" y="212537"/>
                      <a:pt x="0" y="2088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8" name="Google Shape;2528;p43"/>
              <p:cNvSpPr/>
              <p:nvPr/>
            </p:nvSpPr>
            <p:spPr>
              <a:xfrm>
                <a:off x="3290640" y="1158962"/>
                <a:ext cx="303907" cy="261774"/>
              </a:xfrm>
              <a:custGeom>
                <a:rect b="b" l="l" r="r" t="t"/>
                <a:pathLst>
                  <a:path extrusionOk="0" h="261774" w="303907">
                    <a:moveTo>
                      <a:pt x="20214" y="261775"/>
                    </a:moveTo>
                    <a:cubicBezTo>
                      <a:pt x="-25373" y="173899"/>
                      <a:pt x="8817" y="65995"/>
                      <a:pt x="95920" y="20218"/>
                    </a:cubicBezTo>
                    <a:cubicBezTo>
                      <a:pt x="158601" y="-12480"/>
                      <a:pt x="234714" y="-5123"/>
                      <a:pt x="290069" y="39428"/>
                    </a:cubicBezTo>
                    <a:cubicBezTo>
                      <a:pt x="294953" y="43107"/>
                      <a:pt x="299431" y="47194"/>
                      <a:pt x="303908" y="5169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9" name="Google Shape;2529;p43"/>
              <p:cNvSpPr/>
              <p:nvPr/>
            </p:nvSpPr>
            <p:spPr>
              <a:xfrm>
                <a:off x="3338938" y="1461201"/>
                <a:ext cx="9361" cy="64987"/>
              </a:xfrm>
              <a:custGeom>
                <a:rect b="b" l="l" r="r" t="t"/>
                <a:pathLst>
                  <a:path extrusionOk="0" h="64987" w="9361">
                    <a:moveTo>
                      <a:pt x="0" y="0"/>
                    </a:moveTo>
                    <a:lnTo>
                      <a:pt x="9362" y="6498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0" name="Google Shape;2530;p43"/>
              <p:cNvSpPr/>
              <p:nvPr/>
            </p:nvSpPr>
            <p:spPr>
              <a:xfrm>
                <a:off x="3338938" y="1456705"/>
                <a:ext cx="65123" cy="4495"/>
              </a:xfrm>
              <a:custGeom>
                <a:rect b="b" l="l" r="r" t="t"/>
                <a:pathLst>
                  <a:path extrusionOk="0" h="4495" w="65123">
                    <a:moveTo>
                      <a:pt x="65123" y="0"/>
                    </a:moveTo>
                    <a:lnTo>
                      <a:pt x="0" y="449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1" name="Google Shape;2531;p43"/>
              <p:cNvSpPr/>
              <p:nvPr/>
            </p:nvSpPr>
            <p:spPr>
              <a:xfrm>
                <a:off x="3590070" y="1148935"/>
                <a:ext cx="9361" cy="64987"/>
              </a:xfrm>
              <a:custGeom>
                <a:rect b="b" l="l" r="r" t="t"/>
                <a:pathLst>
                  <a:path extrusionOk="0" h="64987" w="9361">
                    <a:moveTo>
                      <a:pt x="9361" y="6498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2" name="Google Shape;2532;p43"/>
              <p:cNvSpPr/>
              <p:nvPr/>
            </p:nvSpPr>
            <p:spPr>
              <a:xfrm>
                <a:off x="3534308" y="1213922"/>
                <a:ext cx="65123" cy="4495"/>
              </a:xfrm>
              <a:custGeom>
                <a:rect b="b" l="l" r="r" t="t"/>
                <a:pathLst>
                  <a:path extrusionOk="0" h="4495" w="65123">
                    <a:moveTo>
                      <a:pt x="0" y="4496"/>
                    </a:moveTo>
                    <a:lnTo>
                      <a:pt x="65123"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533" name="Google Shape;2533;p43"/>
          <p:cNvGrpSpPr/>
          <p:nvPr/>
        </p:nvGrpSpPr>
        <p:grpSpPr>
          <a:xfrm>
            <a:off x="5399768" y="1141116"/>
            <a:ext cx="465849" cy="373716"/>
            <a:chOff x="5399768" y="1141116"/>
            <a:chExt cx="465849" cy="373716"/>
          </a:xfrm>
        </p:grpSpPr>
        <p:sp>
          <p:nvSpPr>
            <p:cNvPr id="2534" name="Google Shape;2534;p43"/>
            <p:cNvSpPr/>
            <p:nvPr/>
          </p:nvSpPr>
          <p:spPr>
            <a:xfrm>
              <a:off x="5519457" y="1214724"/>
              <a:ext cx="226079" cy="226470"/>
            </a:xfrm>
            <a:custGeom>
              <a:rect b="b" l="l" r="r" t="t"/>
              <a:pathLst>
                <a:path extrusionOk="0" h="325454" w="324892">
                  <a:moveTo>
                    <a:pt x="56772" y="100054"/>
                  </a:moveTo>
                  <a:cubicBezTo>
                    <a:pt x="50589" y="110171"/>
                    <a:pt x="46654" y="120851"/>
                    <a:pt x="43282" y="132093"/>
                  </a:cubicBezTo>
                  <a:lnTo>
                    <a:pt x="0" y="139400"/>
                  </a:lnTo>
                  <a:lnTo>
                    <a:pt x="0" y="186055"/>
                  </a:lnTo>
                  <a:lnTo>
                    <a:pt x="43844" y="193362"/>
                  </a:lnTo>
                  <a:cubicBezTo>
                    <a:pt x="46654" y="204604"/>
                    <a:pt x="51151" y="215284"/>
                    <a:pt x="57334" y="225401"/>
                  </a:cubicBezTo>
                  <a:lnTo>
                    <a:pt x="31478" y="261376"/>
                  </a:lnTo>
                  <a:lnTo>
                    <a:pt x="64079" y="293977"/>
                  </a:lnTo>
                  <a:lnTo>
                    <a:pt x="100054" y="268121"/>
                  </a:lnTo>
                  <a:cubicBezTo>
                    <a:pt x="110171" y="274304"/>
                    <a:pt x="120851" y="278239"/>
                    <a:pt x="132093" y="281611"/>
                  </a:cubicBezTo>
                  <a:lnTo>
                    <a:pt x="139400" y="325455"/>
                  </a:lnTo>
                  <a:lnTo>
                    <a:pt x="185492" y="325455"/>
                  </a:lnTo>
                  <a:lnTo>
                    <a:pt x="192800" y="281611"/>
                  </a:lnTo>
                  <a:cubicBezTo>
                    <a:pt x="204042" y="278801"/>
                    <a:pt x="214722" y="274304"/>
                    <a:pt x="224839" y="268121"/>
                  </a:cubicBezTo>
                  <a:lnTo>
                    <a:pt x="260814" y="293977"/>
                  </a:lnTo>
                  <a:lnTo>
                    <a:pt x="293415" y="261376"/>
                  </a:lnTo>
                  <a:lnTo>
                    <a:pt x="267559" y="225401"/>
                  </a:lnTo>
                  <a:cubicBezTo>
                    <a:pt x="273742" y="215284"/>
                    <a:pt x="278239" y="204604"/>
                    <a:pt x="281049" y="193362"/>
                  </a:cubicBezTo>
                  <a:lnTo>
                    <a:pt x="324893" y="186055"/>
                  </a:lnTo>
                  <a:lnTo>
                    <a:pt x="324893" y="139400"/>
                  </a:lnTo>
                  <a:lnTo>
                    <a:pt x="281049" y="132093"/>
                  </a:lnTo>
                  <a:cubicBezTo>
                    <a:pt x="278239" y="120851"/>
                    <a:pt x="273742" y="110171"/>
                    <a:pt x="268121" y="100054"/>
                  </a:cubicBezTo>
                  <a:lnTo>
                    <a:pt x="293415" y="64079"/>
                  </a:lnTo>
                  <a:lnTo>
                    <a:pt x="261376" y="30915"/>
                  </a:lnTo>
                  <a:lnTo>
                    <a:pt x="225401" y="56772"/>
                  </a:lnTo>
                  <a:cubicBezTo>
                    <a:pt x="215284" y="50589"/>
                    <a:pt x="204604" y="46654"/>
                    <a:pt x="193362" y="43282"/>
                  </a:cubicBezTo>
                  <a:lnTo>
                    <a:pt x="186055" y="0"/>
                  </a:lnTo>
                  <a:lnTo>
                    <a:pt x="139400" y="0"/>
                  </a:lnTo>
                  <a:lnTo>
                    <a:pt x="136590" y="19673"/>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5" name="Google Shape;2535;p43"/>
            <p:cNvSpPr/>
            <p:nvPr/>
          </p:nvSpPr>
          <p:spPr>
            <a:xfrm>
              <a:off x="5540970" y="1236236"/>
              <a:ext cx="70405" cy="33638"/>
            </a:xfrm>
            <a:custGeom>
              <a:rect b="b" l="l" r="r" t="t"/>
              <a:pathLst>
                <a:path extrusionOk="0" h="48340" w="101177">
                  <a:moveTo>
                    <a:pt x="101178" y="12366"/>
                  </a:moveTo>
                  <a:cubicBezTo>
                    <a:pt x="89936" y="15177"/>
                    <a:pt x="79256" y="19673"/>
                    <a:pt x="69138" y="25857"/>
                  </a:cubicBezTo>
                  <a:lnTo>
                    <a:pt x="33164" y="0"/>
                  </a:lnTo>
                  <a:lnTo>
                    <a:pt x="0" y="32602"/>
                  </a:lnTo>
                  <a:lnTo>
                    <a:pt x="11242" y="4834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6" name="Google Shape;2536;p43"/>
            <p:cNvSpPr/>
            <p:nvPr/>
          </p:nvSpPr>
          <p:spPr>
            <a:xfrm>
              <a:off x="5576079" y="1271249"/>
              <a:ext cx="113496" cy="113419"/>
            </a:xfrm>
            <a:custGeom>
              <a:rect b="b" l="l" r="r" t="t"/>
              <a:pathLst>
                <a:path extrusionOk="0" h="162992" w="163102">
                  <a:moveTo>
                    <a:pt x="42292" y="9829"/>
                  </a:moveTo>
                  <a:cubicBezTo>
                    <a:pt x="82201" y="-11531"/>
                    <a:pt x="131103" y="3083"/>
                    <a:pt x="153025" y="42430"/>
                  </a:cubicBezTo>
                  <a:cubicBezTo>
                    <a:pt x="174947" y="81777"/>
                    <a:pt x="159770" y="131242"/>
                    <a:pt x="120423" y="153164"/>
                  </a:cubicBezTo>
                  <a:cubicBezTo>
                    <a:pt x="81077" y="174523"/>
                    <a:pt x="31612" y="159909"/>
                    <a:pt x="9690" y="120562"/>
                  </a:cubicBezTo>
                  <a:cubicBezTo>
                    <a:pt x="-5487" y="92457"/>
                    <a:pt x="-2676" y="57607"/>
                    <a:pt x="16997" y="3231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7" name="Google Shape;2537;p43"/>
            <p:cNvSpPr/>
            <p:nvPr/>
          </p:nvSpPr>
          <p:spPr>
            <a:xfrm>
              <a:off x="5620372" y="1302660"/>
              <a:ext cx="27379" cy="51771"/>
            </a:xfrm>
            <a:custGeom>
              <a:rect b="b" l="l" r="r" t="t"/>
              <a:pathLst>
                <a:path extrusionOk="0" h="74398" w="39346">
                  <a:moveTo>
                    <a:pt x="562" y="56311"/>
                  </a:moveTo>
                  <a:cubicBezTo>
                    <a:pt x="1124" y="66990"/>
                    <a:pt x="10680" y="75422"/>
                    <a:pt x="21360" y="74298"/>
                  </a:cubicBezTo>
                  <a:cubicBezTo>
                    <a:pt x="30915" y="73736"/>
                    <a:pt x="38785" y="65866"/>
                    <a:pt x="39347" y="56311"/>
                  </a:cubicBezTo>
                  <a:cubicBezTo>
                    <a:pt x="39347" y="46193"/>
                    <a:pt x="28667" y="41696"/>
                    <a:pt x="19673" y="37199"/>
                  </a:cubicBezTo>
                  <a:cubicBezTo>
                    <a:pt x="10680" y="32702"/>
                    <a:pt x="0" y="28206"/>
                    <a:pt x="0" y="18088"/>
                  </a:cubicBezTo>
                  <a:cubicBezTo>
                    <a:pt x="562" y="7408"/>
                    <a:pt x="10118" y="-1023"/>
                    <a:pt x="20798" y="101"/>
                  </a:cubicBezTo>
                  <a:cubicBezTo>
                    <a:pt x="30353" y="663"/>
                    <a:pt x="38223" y="8532"/>
                    <a:pt x="38785" y="18088"/>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8" name="Google Shape;2538;p43"/>
            <p:cNvSpPr/>
            <p:nvPr/>
          </p:nvSpPr>
          <p:spPr>
            <a:xfrm>
              <a:off x="5634453" y="1293344"/>
              <a:ext cx="3911" cy="9387"/>
            </a:xfrm>
            <a:custGeom>
              <a:rect b="b" l="l" r="r" t="t"/>
              <a:pathLst>
                <a:path extrusionOk="0" h="13490" w="5620">
                  <a:moveTo>
                    <a:pt x="0" y="13490"/>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9" name="Google Shape;2539;p43"/>
            <p:cNvSpPr/>
            <p:nvPr/>
          </p:nvSpPr>
          <p:spPr>
            <a:xfrm>
              <a:off x="5634453" y="1354752"/>
              <a:ext cx="3911" cy="8996"/>
            </a:xfrm>
            <a:custGeom>
              <a:rect b="b" l="l" r="r" t="t"/>
              <a:pathLst>
                <a:path extrusionOk="0" h="12928" w="5620">
                  <a:moveTo>
                    <a:pt x="0" y="1292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0" name="Google Shape;2540;p43"/>
            <p:cNvSpPr/>
            <p:nvPr/>
          </p:nvSpPr>
          <p:spPr>
            <a:xfrm>
              <a:off x="5445140" y="1312118"/>
              <a:ext cx="357112" cy="202714"/>
            </a:xfrm>
            <a:custGeom>
              <a:rect b="b" l="l" r="r" t="t"/>
              <a:pathLst>
                <a:path extrusionOk="0" h="291315" w="513195">
                  <a:moveTo>
                    <a:pt x="513196" y="133779"/>
                  </a:moveTo>
                  <a:cubicBezTo>
                    <a:pt x="451927" y="268683"/>
                    <a:pt x="292853" y="328265"/>
                    <a:pt x="157388" y="267559"/>
                  </a:cubicBezTo>
                  <a:cubicBezTo>
                    <a:pt x="61269" y="223715"/>
                    <a:pt x="0" y="128721"/>
                    <a:pt x="0" y="23046"/>
                  </a:cubicBezTo>
                  <a:cubicBezTo>
                    <a:pt x="0" y="15177"/>
                    <a:pt x="562" y="7869"/>
                    <a:pt x="1124"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1" name="Google Shape;2541;p43"/>
            <p:cNvSpPr/>
            <p:nvPr/>
          </p:nvSpPr>
          <p:spPr>
            <a:xfrm>
              <a:off x="5460395" y="1141116"/>
              <a:ext cx="358677" cy="206205"/>
            </a:xfrm>
            <a:custGeom>
              <a:rect b="b" l="l" r="r" t="t"/>
              <a:pathLst>
                <a:path extrusionOk="0" h="296331" w="515444">
                  <a:moveTo>
                    <a:pt x="0" y="161428"/>
                  </a:moveTo>
                  <a:cubicBezTo>
                    <a:pt x="60145" y="25400"/>
                    <a:pt x="218094" y="-36993"/>
                    <a:pt x="354122" y="22590"/>
                  </a:cubicBezTo>
                  <a:cubicBezTo>
                    <a:pt x="451927" y="65309"/>
                    <a:pt x="514882" y="161428"/>
                    <a:pt x="515444" y="268789"/>
                  </a:cubicBezTo>
                  <a:cubicBezTo>
                    <a:pt x="515444" y="277782"/>
                    <a:pt x="514882" y="287338"/>
                    <a:pt x="513758" y="29633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2" name="Google Shape;2542;p43"/>
            <p:cNvSpPr/>
            <p:nvPr/>
          </p:nvSpPr>
          <p:spPr>
            <a:xfrm>
              <a:off x="5399768" y="1303122"/>
              <a:ext cx="46545" cy="50066"/>
            </a:xfrm>
            <a:custGeom>
              <a:rect b="b" l="l" r="r" t="t"/>
              <a:pathLst>
                <a:path extrusionOk="0" h="71948" w="66889">
                  <a:moveTo>
                    <a:pt x="66890" y="0"/>
                  </a:moveTo>
                  <a:lnTo>
                    <a:pt x="0" y="7194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3" name="Google Shape;2543;p43"/>
            <p:cNvSpPr/>
            <p:nvPr/>
          </p:nvSpPr>
          <p:spPr>
            <a:xfrm>
              <a:off x="5446314" y="1303122"/>
              <a:ext cx="46545" cy="50066"/>
            </a:xfrm>
            <a:custGeom>
              <a:rect b="b" l="l" r="r" t="t"/>
              <a:pathLst>
                <a:path extrusionOk="0" h="71948" w="66889">
                  <a:moveTo>
                    <a:pt x="66890" y="71949"/>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4" name="Google Shape;2544;p43"/>
            <p:cNvSpPr/>
            <p:nvPr/>
          </p:nvSpPr>
          <p:spPr>
            <a:xfrm>
              <a:off x="5819072" y="1303122"/>
              <a:ext cx="46545" cy="50066"/>
            </a:xfrm>
            <a:custGeom>
              <a:rect b="b" l="l" r="r" t="t"/>
              <a:pathLst>
                <a:path extrusionOk="0" h="71948" w="66889">
                  <a:moveTo>
                    <a:pt x="0" y="71949"/>
                  </a:moveTo>
                  <a:lnTo>
                    <a:pt x="6689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5" name="Google Shape;2545;p43"/>
            <p:cNvSpPr/>
            <p:nvPr/>
          </p:nvSpPr>
          <p:spPr>
            <a:xfrm>
              <a:off x="5772526" y="1303122"/>
              <a:ext cx="46545" cy="50066"/>
            </a:xfrm>
            <a:custGeom>
              <a:rect b="b" l="l" r="r" t="t"/>
              <a:pathLst>
                <a:path extrusionOk="0" h="71948" w="66889">
                  <a:moveTo>
                    <a:pt x="0" y="0"/>
                  </a:moveTo>
                  <a:lnTo>
                    <a:pt x="66890" y="7194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46" name="Google Shape;2546;p43"/>
          <p:cNvGrpSpPr/>
          <p:nvPr/>
        </p:nvGrpSpPr>
        <p:grpSpPr>
          <a:xfrm>
            <a:off x="6524965" y="3617329"/>
            <a:ext cx="375546" cy="427943"/>
            <a:chOff x="6524965" y="3617329"/>
            <a:chExt cx="375546" cy="427943"/>
          </a:xfrm>
        </p:grpSpPr>
        <p:grpSp>
          <p:nvGrpSpPr>
            <p:cNvPr id="2547" name="Google Shape;2547;p43"/>
            <p:cNvGrpSpPr/>
            <p:nvPr/>
          </p:nvGrpSpPr>
          <p:grpSpPr>
            <a:xfrm>
              <a:off x="6537919" y="3617329"/>
              <a:ext cx="343283" cy="166511"/>
              <a:chOff x="6537919" y="3617329"/>
              <a:chExt cx="343283" cy="166511"/>
            </a:xfrm>
          </p:grpSpPr>
          <p:sp>
            <p:nvSpPr>
              <p:cNvPr id="2548" name="Google Shape;2548;p43"/>
              <p:cNvSpPr/>
              <p:nvPr/>
            </p:nvSpPr>
            <p:spPr>
              <a:xfrm>
                <a:off x="6627066" y="3627670"/>
                <a:ext cx="164722" cy="156170"/>
              </a:xfrm>
              <a:custGeom>
                <a:rect b="b" l="l" r="r" t="t"/>
                <a:pathLst>
                  <a:path extrusionOk="0" h="156170" w="164722">
                    <a:moveTo>
                      <a:pt x="82494" y="0"/>
                    </a:moveTo>
                    <a:lnTo>
                      <a:pt x="106444" y="53559"/>
                    </a:lnTo>
                    <a:lnTo>
                      <a:pt x="164723" y="59658"/>
                    </a:lnTo>
                    <a:lnTo>
                      <a:pt x="121080" y="98899"/>
                    </a:lnTo>
                    <a:lnTo>
                      <a:pt x="133322" y="156170"/>
                    </a:lnTo>
                    <a:lnTo>
                      <a:pt x="82494" y="127004"/>
                    </a:lnTo>
                    <a:lnTo>
                      <a:pt x="31401" y="156170"/>
                    </a:lnTo>
                    <a:lnTo>
                      <a:pt x="43642" y="98899"/>
                    </a:lnTo>
                    <a:lnTo>
                      <a:pt x="0" y="59658"/>
                    </a:lnTo>
                    <a:lnTo>
                      <a:pt x="58544" y="53559"/>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9" name="Google Shape;2549;p43"/>
              <p:cNvSpPr/>
              <p:nvPr/>
            </p:nvSpPr>
            <p:spPr>
              <a:xfrm>
                <a:off x="6781677" y="3617329"/>
                <a:ext cx="99525" cy="109769"/>
              </a:xfrm>
              <a:custGeom>
                <a:rect b="b" l="l" r="r" t="t"/>
                <a:pathLst>
                  <a:path extrusionOk="0" h="109769" w="99525">
                    <a:moveTo>
                      <a:pt x="0" y="40037"/>
                    </a:moveTo>
                    <a:lnTo>
                      <a:pt x="24748" y="37651"/>
                    </a:lnTo>
                    <a:lnTo>
                      <a:pt x="41513" y="0"/>
                    </a:lnTo>
                    <a:lnTo>
                      <a:pt x="58278" y="37651"/>
                    </a:lnTo>
                    <a:lnTo>
                      <a:pt x="99525" y="41893"/>
                    </a:lnTo>
                    <a:lnTo>
                      <a:pt x="68657" y="69468"/>
                    </a:lnTo>
                    <a:lnTo>
                      <a:pt x="77438" y="109770"/>
                    </a:lnTo>
                    <a:lnTo>
                      <a:pt x="41513" y="89089"/>
                    </a:lnTo>
                    <a:lnTo>
                      <a:pt x="13838" y="104997"/>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0" name="Google Shape;2550;p43"/>
              <p:cNvSpPr/>
              <p:nvPr/>
            </p:nvSpPr>
            <p:spPr>
              <a:xfrm>
                <a:off x="6537919" y="3617329"/>
                <a:ext cx="99525" cy="109769"/>
              </a:xfrm>
              <a:custGeom>
                <a:rect b="b" l="l" r="r" t="t"/>
                <a:pathLst>
                  <a:path extrusionOk="0" h="109769" w="99525">
                    <a:moveTo>
                      <a:pt x="99526" y="40037"/>
                    </a:moveTo>
                    <a:lnTo>
                      <a:pt x="74777" y="37651"/>
                    </a:lnTo>
                    <a:lnTo>
                      <a:pt x="58012" y="0"/>
                    </a:lnTo>
                    <a:lnTo>
                      <a:pt x="41247" y="37651"/>
                    </a:lnTo>
                    <a:lnTo>
                      <a:pt x="0" y="41893"/>
                    </a:lnTo>
                    <a:lnTo>
                      <a:pt x="30603" y="69468"/>
                    </a:lnTo>
                    <a:lnTo>
                      <a:pt x="22087" y="109770"/>
                    </a:lnTo>
                    <a:lnTo>
                      <a:pt x="58012" y="89089"/>
                    </a:lnTo>
                    <a:lnTo>
                      <a:pt x="85688" y="104997"/>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1" name="Google Shape;2551;p43"/>
            <p:cNvGrpSpPr/>
            <p:nvPr/>
          </p:nvGrpSpPr>
          <p:grpSpPr>
            <a:xfrm>
              <a:off x="6539782" y="3898771"/>
              <a:ext cx="360729" cy="146501"/>
              <a:chOff x="6539782" y="3898771"/>
              <a:chExt cx="360729" cy="146501"/>
            </a:xfrm>
          </p:grpSpPr>
          <p:sp>
            <p:nvSpPr>
              <p:cNvPr id="2552" name="Google Shape;2552;p43"/>
              <p:cNvSpPr/>
              <p:nvPr/>
            </p:nvSpPr>
            <p:spPr>
              <a:xfrm>
                <a:off x="6584489" y="3898771"/>
                <a:ext cx="316022" cy="146501"/>
              </a:xfrm>
              <a:custGeom>
                <a:rect b="b" l="l" r="r" t="t"/>
                <a:pathLst>
                  <a:path extrusionOk="0" h="146501" w="316022">
                    <a:moveTo>
                      <a:pt x="215550" y="36466"/>
                    </a:moveTo>
                    <a:lnTo>
                      <a:pt x="280215" y="3588"/>
                    </a:lnTo>
                    <a:cubicBezTo>
                      <a:pt x="292722" y="-3040"/>
                      <a:pt x="307358" y="-389"/>
                      <a:pt x="313479" y="10747"/>
                    </a:cubicBezTo>
                    <a:cubicBezTo>
                      <a:pt x="319599" y="21883"/>
                      <a:pt x="314277" y="36731"/>
                      <a:pt x="301770" y="43360"/>
                    </a:cubicBezTo>
                    <a:lnTo>
                      <a:pt x="167650" y="114949"/>
                    </a:lnTo>
                    <a:lnTo>
                      <a:pt x="160465" y="116805"/>
                    </a:lnTo>
                    <a:lnTo>
                      <a:pt x="35393" y="120252"/>
                    </a:lnTo>
                    <a:cubicBezTo>
                      <a:pt x="35393" y="120252"/>
                      <a:pt x="19426" y="124759"/>
                      <a:pt x="0" y="146501"/>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3" name="Google Shape;2553;p43"/>
              <p:cNvSpPr/>
              <p:nvPr/>
            </p:nvSpPr>
            <p:spPr>
              <a:xfrm>
                <a:off x="6539782" y="3916598"/>
                <a:ext cx="238701" cy="63183"/>
              </a:xfrm>
              <a:custGeom>
                <a:rect b="b" l="l" r="r" t="t"/>
                <a:pathLst>
                  <a:path extrusionOk="0" h="63183" w="238701">
                    <a:moveTo>
                      <a:pt x="0" y="63183"/>
                    </a:moveTo>
                    <a:lnTo>
                      <a:pt x="56682" y="11215"/>
                    </a:lnTo>
                    <a:cubicBezTo>
                      <a:pt x="84357" y="-7345"/>
                      <a:pt x="117355" y="2730"/>
                      <a:pt x="117355" y="2730"/>
                    </a:cubicBezTo>
                    <a:cubicBezTo>
                      <a:pt x="133322" y="6972"/>
                      <a:pt x="162860" y="7768"/>
                      <a:pt x="162860" y="7768"/>
                    </a:cubicBezTo>
                    <a:lnTo>
                      <a:pt x="212090" y="7768"/>
                    </a:lnTo>
                    <a:cubicBezTo>
                      <a:pt x="226727" y="7768"/>
                      <a:pt x="238702" y="18109"/>
                      <a:pt x="238702" y="30835"/>
                    </a:cubicBezTo>
                    <a:cubicBezTo>
                      <a:pt x="238702" y="43562"/>
                      <a:pt x="226727" y="53903"/>
                      <a:pt x="212090" y="53903"/>
                    </a:cubicBezTo>
                    <a:lnTo>
                      <a:pt x="144232" y="53903"/>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4" name="Google Shape;2554;p43"/>
            <p:cNvGrpSpPr/>
            <p:nvPr/>
          </p:nvGrpSpPr>
          <p:grpSpPr>
            <a:xfrm>
              <a:off x="6524965" y="3738169"/>
              <a:ext cx="134164" cy="179037"/>
              <a:chOff x="6524965" y="3738169"/>
              <a:chExt cx="134164" cy="179037"/>
            </a:xfrm>
          </p:grpSpPr>
          <p:sp>
            <p:nvSpPr>
              <p:cNvPr id="2555" name="Google Shape;2555;p43"/>
              <p:cNvSpPr/>
              <p:nvPr/>
            </p:nvSpPr>
            <p:spPr>
              <a:xfrm>
                <a:off x="6623873" y="3873459"/>
                <a:ext cx="2661" cy="35794"/>
              </a:xfrm>
              <a:custGeom>
                <a:rect b="b" l="l" r="r" t="t"/>
                <a:pathLst>
                  <a:path extrusionOk="0" h="35794" w="2661">
                    <a:moveTo>
                      <a:pt x="0" y="0"/>
                    </a:moveTo>
                    <a:lnTo>
                      <a:pt x="0" y="3579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6" name="Google Shape;2556;p43"/>
              <p:cNvSpPr/>
              <p:nvPr/>
            </p:nvSpPr>
            <p:spPr>
              <a:xfrm>
                <a:off x="6562667" y="3897056"/>
                <a:ext cx="2661" cy="20150"/>
              </a:xfrm>
              <a:custGeom>
                <a:rect b="b" l="l" r="r" t="t"/>
                <a:pathLst>
                  <a:path extrusionOk="0" h="20150" w="2661">
                    <a:moveTo>
                      <a:pt x="0" y="0"/>
                    </a:moveTo>
                    <a:lnTo>
                      <a:pt x="0" y="2015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7" name="Google Shape;2557;p43"/>
              <p:cNvSpPr/>
              <p:nvPr/>
            </p:nvSpPr>
            <p:spPr>
              <a:xfrm>
                <a:off x="6524965" y="3738169"/>
                <a:ext cx="134164" cy="132108"/>
              </a:xfrm>
              <a:custGeom>
                <a:rect b="b" l="l" r="r" t="t"/>
                <a:pathLst>
                  <a:path extrusionOk="0" h="132108" w="134164">
                    <a:moveTo>
                      <a:pt x="98908" y="109041"/>
                    </a:moveTo>
                    <a:lnTo>
                      <a:pt x="98908" y="74837"/>
                    </a:lnTo>
                    <a:lnTo>
                      <a:pt x="127382" y="74837"/>
                    </a:lnTo>
                    <a:cubicBezTo>
                      <a:pt x="130043" y="74837"/>
                      <a:pt x="132438" y="72981"/>
                      <a:pt x="133236" y="70595"/>
                    </a:cubicBezTo>
                    <a:cubicBezTo>
                      <a:pt x="134833" y="67413"/>
                      <a:pt x="134301" y="63436"/>
                      <a:pt x="132172" y="60784"/>
                    </a:cubicBezTo>
                    <a:lnTo>
                      <a:pt x="74426" y="2983"/>
                    </a:lnTo>
                    <a:cubicBezTo>
                      <a:pt x="70434" y="-994"/>
                      <a:pt x="63781" y="-994"/>
                      <a:pt x="59789" y="2983"/>
                    </a:cubicBezTo>
                    <a:cubicBezTo>
                      <a:pt x="59789" y="2983"/>
                      <a:pt x="59789" y="2983"/>
                      <a:pt x="59789" y="2983"/>
                    </a:cubicBezTo>
                    <a:lnTo>
                      <a:pt x="2309" y="60519"/>
                    </a:lnTo>
                    <a:cubicBezTo>
                      <a:pt x="-86" y="63171"/>
                      <a:pt x="-618" y="67148"/>
                      <a:pt x="713" y="70330"/>
                    </a:cubicBezTo>
                    <a:cubicBezTo>
                      <a:pt x="1777" y="73246"/>
                      <a:pt x="4704" y="74837"/>
                      <a:pt x="7632" y="74837"/>
                    </a:cubicBezTo>
                    <a:lnTo>
                      <a:pt x="37702" y="74837"/>
                    </a:lnTo>
                    <a:lnTo>
                      <a:pt x="37702" y="13210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8" name="Google Shape;2558;p43"/>
            <p:cNvGrpSpPr/>
            <p:nvPr/>
          </p:nvGrpSpPr>
          <p:grpSpPr>
            <a:xfrm>
              <a:off x="6760740" y="3738434"/>
              <a:ext cx="134164" cy="178772"/>
              <a:chOff x="6760740" y="3738434"/>
              <a:chExt cx="134164" cy="178772"/>
            </a:xfrm>
          </p:grpSpPr>
          <p:sp>
            <p:nvSpPr>
              <p:cNvPr id="2559" name="Google Shape;2559;p43"/>
              <p:cNvSpPr/>
              <p:nvPr/>
            </p:nvSpPr>
            <p:spPr>
              <a:xfrm>
                <a:off x="6859647" y="3873459"/>
                <a:ext cx="2661" cy="29961"/>
              </a:xfrm>
              <a:custGeom>
                <a:rect b="b" l="l" r="r" t="t"/>
                <a:pathLst>
                  <a:path extrusionOk="0" h="29961" w="2661">
                    <a:moveTo>
                      <a:pt x="0" y="0"/>
                    </a:moveTo>
                    <a:lnTo>
                      <a:pt x="0" y="2996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0" name="Google Shape;2560;p43"/>
              <p:cNvSpPr/>
              <p:nvPr/>
            </p:nvSpPr>
            <p:spPr>
              <a:xfrm>
                <a:off x="6798176" y="3897056"/>
                <a:ext cx="2661" cy="20150"/>
              </a:xfrm>
              <a:custGeom>
                <a:rect b="b" l="l" r="r" t="t"/>
                <a:pathLst>
                  <a:path extrusionOk="0" h="20150" w="2661">
                    <a:moveTo>
                      <a:pt x="0" y="0"/>
                    </a:moveTo>
                    <a:lnTo>
                      <a:pt x="0" y="2015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1" name="Google Shape;2561;p43"/>
              <p:cNvSpPr/>
              <p:nvPr/>
            </p:nvSpPr>
            <p:spPr>
              <a:xfrm>
                <a:off x="6760740" y="3738434"/>
                <a:ext cx="134164" cy="131843"/>
              </a:xfrm>
              <a:custGeom>
                <a:rect b="b" l="l" r="r" t="t"/>
                <a:pathLst>
                  <a:path extrusionOk="0" h="131843" w="134164">
                    <a:moveTo>
                      <a:pt x="98908" y="108776"/>
                    </a:moveTo>
                    <a:lnTo>
                      <a:pt x="98908" y="74572"/>
                    </a:lnTo>
                    <a:lnTo>
                      <a:pt x="127382" y="74572"/>
                    </a:lnTo>
                    <a:cubicBezTo>
                      <a:pt x="130043" y="74572"/>
                      <a:pt x="132438" y="72716"/>
                      <a:pt x="133236" y="70330"/>
                    </a:cubicBezTo>
                    <a:cubicBezTo>
                      <a:pt x="134833" y="67148"/>
                      <a:pt x="134300" y="63171"/>
                      <a:pt x="132172" y="60519"/>
                    </a:cubicBezTo>
                    <a:lnTo>
                      <a:pt x="74426" y="2983"/>
                    </a:lnTo>
                    <a:cubicBezTo>
                      <a:pt x="70434" y="-994"/>
                      <a:pt x="63781" y="-994"/>
                      <a:pt x="59789" y="2983"/>
                    </a:cubicBezTo>
                    <a:cubicBezTo>
                      <a:pt x="59789" y="2983"/>
                      <a:pt x="59789" y="2983"/>
                      <a:pt x="59789" y="2983"/>
                    </a:cubicBezTo>
                    <a:lnTo>
                      <a:pt x="2309" y="60254"/>
                    </a:lnTo>
                    <a:cubicBezTo>
                      <a:pt x="-86" y="62906"/>
                      <a:pt x="-618" y="66883"/>
                      <a:pt x="713" y="70064"/>
                    </a:cubicBezTo>
                    <a:cubicBezTo>
                      <a:pt x="1777" y="72981"/>
                      <a:pt x="4704" y="74572"/>
                      <a:pt x="7632" y="74572"/>
                    </a:cubicBezTo>
                    <a:lnTo>
                      <a:pt x="37436" y="74572"/>
                    </a:lnTo>
                    <a:lnTo>
                      <a:pt x="37436" y="13184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62" name="Google Shape;2562;p43"/>
            <p:cNvSpPr/>
            <p:nvPr/>
          </p:nvSpPr>
          <p:spPr>
            <a:xfrm>
              <a:off x="6643917" y="3800212"/>
              <a:ext cx="134164" cy="124153"/>
            </a:xfrm>
            <a:custGeom>
              <a:rect b="b" l="l" r="r" t="t"/>
              <a:pathLst>
                <a:path extrusionOk="0" h="124153" w="134164">
                  <a:moveTo>
                    <a:pt x="98908" y="124154"/>
                  </a:moveTo>
                  <a:lnTo>
                    <a:pt x="98908" y="74837"/>
                  </a:lnTo>
                  <a:lnTo>
                    <a:pt x="127382" y="74837"/>
                  </a:lnTo>
                  <a:cubicBezTo>
                    <a:pt x="130043" y="74837"/>
                    <a:pt x="132438" y="72981"/>
                    <a:pt x="133236" y="70595"/>
                  </a:cubicBezTo>
                  <a:cubicBezTo>
                    <a:pt x="134833" y="67413"/>
                    <a:pt x="134301" y="63436"/>
                    <a:pt x="132172" y="60784"/>
                  </a:cubicBezTo>
                  <a:lnTo>
                    <a:pt x="74426" y="2983"/>
                  </a:lnTo>
                  <a:cubicBezTo>
                    <a:pt x="70434" y="-994"/>
                    <a:pt x="63781" y="-994"/>
                    <a:pt x="59789" y="2983"/>
                  </a:cubicBezTo>
                  <a:cubicBezTo>
                    <a:pt x="59789" y="2983"/>
                    <a:pt x="59789" y="2983"/>
                    <a:pt x="59789" y="2983"/>
                  </a:cubicBezTo>
                  <a:lnTo>
                    <a:pt x="2309" y="60519"/>
                  </a:lnTo>
                  <a:cubicBezTo>
                    <a:pt x="-86" y="63171"/>
                    <a:pt x="-618" y="67148"/>
                    <a:pt x="713" y="70330"/>
                  </a:cubicBezTo>
                  <a:cubicBezTo>
                    <a:pt x="1777" y="73246"/>
                    <a:pt x="4704" y="74837"/>
                    <a:pt x="7632" y="74837"/>
                  </a:cubicBezTo>
                  <a:lnTo>
                    <a:pt x="37436" y="74837"/>
                  </a:lnTo>
                  <a:lnTo>
                    <a:pt x="37436" y="11964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63" name="Google Shape;2563;p43"/>
          <p:cNvGrpSpPr/>
          <p:nvPr/>
        </p:nvGrpSpPr>
        <p:grpSpPr>
          <a:xfrm>
            <a:off x="7680316" y="1114337"/>
            <a:ext cx="283319" cy="397284"/>
            <a:chOff x="7680316" y="1145826"/>
            <a:chExt cx="283319" cy="397284"/>
          </a:xfrm>
        </p:grpSpPr>
        <p:grpSp>
          <p:nvGrpSpPr>
            <p:cNvPr id="2564" name="Google Shape;2564;p43"/>
            <p:cNvGrpSpPr/>
            <p:nvPr/>
          </p:nvGrpSpPr>
          <p:grpSpPr>
            <a:xfrm>
              <a:off x="7811301" y="1145826"/>
              <a:ext cx="152334" cy="283936"/>
              <a:chOff x="7811301" y="1145826"/>
              <a:chExt cx="152334" cy="283936"/>
            </a:xfrm>
          </p:grpSpPr>
          <p:sp>
            <p:nvSpPr>
              <p:cNvPr id="2565" name="Google Shape;2565;p43"/>
              <p:cNvSpPr/>
              <p:nvPr/>
            </p:nvSpPr>
            <p:spPr>
              <a:xfrm>
                <a:off x="7864015" y="1374077"/>
                <a:ext cx="1955" cy="24005"/>
              </a:xfrm>
              <a:custGeom>
                <a:rect b="b" l="l" r="r" t="t"/>
                <a:pathLst>
                  <a:path extrusionOk="0" h="24005" w="1955">
                    <a:moveTo>
                      <a:pt x="0" y="0"/>
                    </a:moveTo>
                    <a:lnTo>
                      <a:pt x="0" y="2400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6" name="Google Shape;2566;p43"/>
              <p:cNvSpPr/>
              <p:nvPr/>
            </p:nvSpPr>
            <p:spPr>
              <a:xfrm>
                <a:off x="7887481" y="1374274"/>
                <a:ext cx="195" cy="55488"/>
              </a:xfrm>
              <a:custGeom>
                <a:rect b="b" l="l" r="r" t="t"/>
                <a:pathLst>
                  <a:path extrusionOk="0" h="55488" w="195">
                    <a:moveTo>
                      <a:pt x="0" y="0"/>
                    </a:moveTo>
                    <a:lnTo>
                      <a:pt x="196" y="5548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7" name="Google Shape;2567;p43"/>
              <p:cNvSpPr/>
              <p:nvPr/>
            </p:nvSpPr>
            <p:spPr>
              <a:xfrm>
                <a:off x="7910751" y="1374077"/>
                <a:ext cx="1955" cy="24989"/>
              </a:xfrm>
              <a:custGeom>
                <a:rect b="b" l="l" r="r" t="t"/>
                <a:pathLst>
                  <a:path extrusionOk="0" h="24989" w="1955">
                    <a:moveTo>
                      <a:pt x="0" y="0"/>
                    </a:moveTo>
                    <a:lnTo>
                      <a:pt x="0" y="2499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8" name="Google Shape;2568;p43"/>
              <p:cNvSpPr/>
              <p:nvPr/>
            </p:nvSpPr>
            <p:spPr>
              <a:xfrm>
                <a:off x="7865922" y="1223500"/>
                <a:ext cx="43191" cy="43387"/>
              </a:xfrm>
              <a:custGeom>
                <a:rect b="b" l="l" r="r" t="t"/>
                <a:pathLst>
                  <a:path extrusionOk="0" h="43387" w="43191">
                    <a:moveTo>
                      <a:pt x="6306" y="6346"/>
                    </a:moveTo>
                    <a:cubicBezTo>
                      <a:pt x="14715" y="-2115"/>
                      <a:pt x="28208" y="-2115"/>
                      <a:pt x="36812" y="6346"/>
                    </a:cubicBezTo>
                    <a:cubicBezTo>
                      <a:pt x="45416" y="14807"/>
                      <a:pt x="45220" y="28384"/>
                      <a:pt x="36812" y="37042"/>
                    </a:cubicBezTo>
                    <a:cubicBezTo>
                      <a:pt x="28403" y="45503"/>
                      <a:pt x="14910" y="45503"/>
                      <a:pt x="6306" y="37042"/>
                    </a:cubicBezTo>
                    <a:lnTo>
                      <a:pt x="6306" y="37042"/>
                    </a:lnTo>
                    <a:cubicBezTo>
                      <a:pt x="-2102" y="28581"/>
                      <a:pt x="-2102" y="15004"/>
                      <a:pt x="6306" y="6346"/>
                    </a:cubicBez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9" name="Google Shape;2569;p43"/>
              <p:cNvSpPr/>
              <p:nvPr/>
            </p:nvSpPr>
            <p:spPr>
              <a:xfrm>
                <a:off x="7871642" y="1190886"/>
                <a:ext cx="48691" cy="196"/>
              </a:xfrm>
              <a:custGeom>
                <a:rect b="b" l="l" r="r" t="t"/>
                <a:pathLst>
                  <a:path extrusionOk="0" h="196" w="48691">
                    <a:moveTo>
                      <a:pt x="0" y="197"/>
                    </a:moveTo>
                    <a:lnTo>
                      <a:pt x="4869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0" name="Google Shape;2570;p43"/>
              <p:cNvSpPr/>
              <p:nvPr/>
            </p:nvSpPr>
            <p:spPr>
              <a:xfrm>
                <a:off x="7844311" y="1145826"/>
                <a:ext cx="86239" cy="208574"/>
              </a:xfrm>
              <a:custGeom>
                <a:rect b="b" l="l" r="r" t="t"/>
                <a:pathLst>
                  <a:path extrusionOk="0" h="208574" w="86239">
                    <a:moveTo>
                      <a:pt x="42975" y="0"/>
                    </a:moveTo>
                    <a:cubicBezTo>
                      <a:pt x="32415" y="6493"/>
                      <a:pt x="-29769" y="51750"/>
                      <a:pt x="17554" y="208575"/>
                    </a:cubicBezTo>
                    <a:lnTo>
                      <a:pt x="68787" y="208575"/>
                    </a:lnTo>
                    <a:cubicBezTo>
                      <a:pt x="116109" y="51160"/>
                      <a:pt x="53339" y="6100"/>
                      <a:pt x="42975" y="0"/>
                    </a:cubicBez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1" name="Google Shape;2571;p43"/>
              <p:cNvSpPr/>
              <p:nvPr/>
            </p:nvSpPr>
            <p:spPr>
              <a:xfrm>
                <a:off x="7811301" y="1294780"/>
                <a:ext cx="28857" cy="81265"/>
              </a:xfrm>
              <a:custGeom>
                <a:rect b="b" l="l" r="r" t="t"/>
                <a:pathLst>
                  <a:path extrusionOk="0" h="81265" w="28857">
                    <a:moveTo>
                      <a:pt x="17516" y="0"/>
                    </a:moveTo>
                    <a:cubicBezTo>
                      <a:pt x="6956" y="13380"/>
                      <a:pt x="-5559" y="38763"/>
                      <a:pt x="2654" y="81265"/>
                    </a:cubicBezTo>
                    <a:cubicBezTo>
                      <a:pt x="2654" y="81265"/>
                      <a:pt x="8129" y="66705"/>
                      <a:pt x="28857" y="5214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2" name="Google Shape;2572;p43"/>
              <p:cNvSpPr/>
              <p:nvPr/>
            </p:nvSpPr>
            <p:spPr>
              <a:xfrm>
                <a:off x="7934803" y="1294780"/>
                <a:ext cx="28832" cy="81265"/>
              </a:xfrm>
              <a:custGeom>
                <a:rect b="b" l="l" r="r" t="t"/>
                <a:pathLst>
                  <a:path extrusionOk="0" h="81265" w="28832">
                    <a:moveTo>
                      <a:pt x="11146" y="0"/>
                    </a:moveTo>
                    <a:cubicBezTo>
                      <a:pt x="21706" y="13577"/>
                      <a:pt x="34416" y="38960"/>
                      <a:pt x="26203" y="81265"/>
                    </a:cubicBezTo>
                    <a:cubicBezTo>
                      <a:pt x="26203" y="81265"/>
                      <a:pt x="20728" y="66705"/>
                      <a:pt x="0" y="5214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73" name="Google Shape;2573;p43"/>
            <p:cNvGrpSpPr/>
            <p:nvPr/>
          </p:nvGrpSpPr>
          <p:grpSpPr>
            <a:xfrm>
              <a:off x="7680316" y="1303241"/>
              <a:ext cx="212064" cy="239869"/>
              <a:chOff x="7680316" y="1303241"/>
              <a:chExt cx="212064" cy="239869"/>
            </a:xfrm>
          </p:grpSpPr>
          <p:sp>
            <p:nvSpPr>
              <p:cNvPr id="2574" name="Google Shape;2574;p43"/>
              <p:cNvSpPr/>
              <p:nvPr/>
            </p:nvSpPr>
            <p:spPr>
              <a:xfrm>
                <a:off x="7730848" y="1303241"/>
                <a:ext cx="63552" cy="63949"/>
              </a:xfrm>
              <a:custGeom>
                <a:rect b="b" l="l" r="r" t="t"/>
                <a:pathLst>
                  <a:path extrusionOk="0" h="63949" w="63552">
                    <a:moveTo>
                      <a:pt x="31679" y="63950"/>
                    </a:moveTo>
                    <a:cubicBezTo>
                      <a:pt x="14079" y="63950"/>
                      <a:pt x="0" y="49586"/>
                      <a:pt x="0" y="31877"/>
                    </a:cubicBezTo>
                    <a:cubicBezTo>
                      <a:pt x="0" y="14167"/>
                      <a:pt x="14275" y="0"/>
                      <a:pt x="31874" y="0"/>
                    </a:cubicBezTo>
                    <a:cubicBezTo>
                      <a:pt x="49473" y="0"/>
                      <a:pt x="63553" y="14364"/>
                      <a:pt x="63553" y="31877"/>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5" name="Google Shape;2575;p43"/>
              <p:cNvSpPr/>
              <p:nvPr/>
            </p:nvSpPr>
            <p:spPr>
              <a:xfrm>
                <a:off x="7731817" y="1470888"/>
                <a:ext cx="62583" cy="72222"/>
              </a:xfrm>
              <a:custGeom>
                <a:rect b="b" l="l" r="r" t="t"/>
                <a:pathLst>
                  <a:path extrusionOk="0" h="72222" w="62583">
                    <a:moveTo>
                      <a:pt x="62583" y="41518"/>
                    </a:moveTo>
                    <a:cubicBezTo>
                      <a:pt x="62192" y="58834"/>
                      <a:pt x="47917" y="72608"/>
                      <a:pt x="30514" y="72214"/>
                    </a:cubicBezTo>
                    <a:cubicBezTo>
                      <a:pt x="13110" y="71821"/>
                      <a:pt x="-383" y="57456"/>
                      <a:pt x="8" y="39944"/>
                    </a:cubicBezTo>
                    <a:cubicBezTo>
                      <a:pt x="204" y="32270"/>
                      <a:pt x="3137" y="24990"/>
                      <a:pt x="8221" y="19480"/>
                    </a:cubicBezTo>
                    <a:lnTo>
                      <a:pt x="26016"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6" name="Google Shape;2576;p43"/>
              <p:cNvSpPr/>
              <p:nvPr/>
            </p:nvSpPr>
            <p:spPr>
              <a:xfrm>
                <a:off x="7794596" y="1335117"/>
                <a:ext cx="62026" cy="207678"/>
              </a:xfrm>
              <a:custGeom>
                <a:rect b="b" l="l" r="r" t="t"/>
                <a:pathLst>
                  <a:path extrusionOk="0" h="207678" w="62026">
                    <a:moveTo>
                      <a:pt x="51429" y="152496"/>
                    </a:moveTo>
                    <a:lnTo>
                      <a:pt x="53971" y="155054"/>
                    </a:lnTo>
                    <a:cubicBezTo>
                      <a:pt x="65508" y="168040"/>
                      <a:pt x="64530" y="187914"/>
                      <a:pt x="51820" y="199523"/>
                    </a:cubicBezTo>
                    <a:cubicBezTo>
                      <a:pt x="41651" y="208771"/>
                      <a:pt x="26790" y="210346"/>
                      <a:pt x="14862" y="203262"/>
                    </a:cubicBezTo>
                    <a:cubicBezTo>
                      <a:pt x="5671" y="197752"/>
                      <a:pt x="196" y="187717"/>
                      <a:pt x="0" y="177092"/>
                    </a:cubicBez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7" name="Google Shape;2577;p43"/>
              <p:cNvSpPr/>
              <p:nvPr/>
            </p:nvSpPr>
            <p:spPr>
              <a:xfrm>
                <a:off x="7680316" y="1338266"/>
                <a:ext cx="50532" cy="173549"/>
              </a:xfrm>
              <a:custGeom>
                <a:rect b="b" l="l" r="r" t="t"/>
                <a:pathLst>
                  <a:path extrusionOk="0" h="173549" w="50532">
                    <a:moveTo>
                      <a:pt x="31760" y="0"/>
                    </a:moveTo>
                    <a:cubicBezTo>
                      <a:pt x="23156" y="4526"/>
                      <a:pt x="15530" y="14758"/>
                      <a:pt x="21200" y="37780"/>
                    </a:cubicBezTo>
                    <a:cubicBezTo>
                      <a:pt x="21200" y="37780"/>
                      <a:pt x="-23775" y="77133"/>
                      <a:pt x="17289" y="117471"/>
                    </a:cubicBezTo>
                    <a:cubicBezTo>
                      <a:pt x="17289" y="117471"/>
                      <a:pt x="5557" y="170598"/>
                      <a:pt x="50532" y="17355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8" name="Google Shape;2578;p43"/>
              <p:cNvSpPr/>
              <p:nvPr/>
            </p:nvSpPr>
            <p:spPr>
              <a:xfrm>
                <a:off x="7766046" y="1314457"/>
                <a:ext cx="26851" cy="29774"/>
              </a:xfrm>
              <a:custGeom>
                <a:rect b="b" l="l" r="r" t="t"/>
                <a:pathLst>
                  <a:path extrusionOk="0" h="29774" w="26851">
                    <a:moveTo>
                      <a:pt x="20532" y="0"/>
                    </a:moveTo>
                    <a:cubicBezTo>
                      <a:pt x="27768" y="5706"/>
                      <a:pt x="28941" y="16135"/>
                      <a:pt x="23270" y="23415"/>
                    </a:cubicBezTo>
                    <a:cubicBezTo>
                      <a:pt x="17599" y="30696"/>
                      <a:pt x="7235" y="31876"/>
                      <a:pt x="0" y="2617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9" name="Google Shape;2579;p43"/>
              <p:cNvSpPr/>
              <p:nvPr/>
            </p:nvSpPr>
            <p:spPr>
              <a:xfrm>
                <a:off x="7728712" y="1364254"/>
                <a:ext cx="21104" cy="33042"/>
              </a:xfrm>
              <a:custGeom>
                <a:rect b="b" l="l" r="r" t="t"/>
                <a:pathLst>
                  <a:path extrusionOk="0" h="33042" w="21104">
                    <a:moveTo>
                      <a:pt x="13282" y="33042"/>
                    </a:moveTo>
                    <a:cubicBezTo>
                      <a:pt x="4287" y="31271"/>
                      <a:pt x="-1579" y="22417"/>
                      <a:pt x="376" y="13365"/>
                    </a:cubicBezTo>
                    <a:cubicBezTo>
                      <a:pt x="2332" y="4314"/>
                      <a:pt x="10936" y="-1589"/>
                      <a:pt x="19931" y="379"/>
                    </a:cubicBezTo>
                    <a:cubicBezTo>
                      <a:pt x="20322" y="379"/>
                      <a:pt x="20713" y="576"/>
                      <a:pt x="21104" y="77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0" name="Google Shape;2580;p43"/>
              <p:cNvSpPr/>
              <p:nvPr/>
            </p:nvSpPr>
            <p:spPr>
              <a:xfrm>
                <a:off x="7724786" y="1402198"/>
                <a:ext cx="68636" cy="46061"/>
              </a:xfrm>
              <a:custGeom>
                <a:rect b="b" l="l" r="r" t="t"/>
                <a:pathLst>
                  <a:path extrusionOk="0" h="46061" w="68636">
                    <a:moveTo>
                      <a:pt x="68637" y="4543"/>
                    </a:moveTo>
                    <a:cubicBezTo>
                      <a:pt x="61597" y="-1950"/>
                      <a:pt x="50842" y="-1360"/>
                      <a:pt x="44389" y="5527"/>
                    </a:cubicBezTo>
                    <a:lnTo>
                      <a:pt x="44389" y="5527"/>
                    </a:lnTo>
                    <a:cubicBezTo>
                      <a:pt x="44389" y="5527"/>
                      <a:pt x="18968" y="46061"/>
                      <a:pt x="0" y="46061"/>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1" name="Google Shape;2581;p43"/>
              <p:cNvSpPr/>
              <p:nvPr/>
            </p:nvSpPr>
            <p:spPr>
              <a:xfrm>
                <a:off x="7771913" y="1493844"/>
                <a:ext cx="22527" cy="12658"/>
              </a:xfrm>
              <a:custGeom>
                <a:rect b="b" l="l" r="r" t="t"/>
                <a:pathLst>
                  <a:path extrusionOk="0" h="12658" w="22527">
                    <a:moveTo>
                      <a:pt x="0" y="6362"/>
                    </a:moveTo>
                    <a:cubicBezTo>
                      <a:pt x="3129" y="459"/>
                      <a:pt x="10364" y="-1705"/>
                      <a:pt x="16230" y="1443"/>
                    </a:cubicBezTo>
                    <a:cubicBezTo>
                      <a:pt x="20337" y="3608"/>
                      <a:pt x="22879" y="7937"/>
                      <a:pt x="22488" y="126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2" name="Google Shape;2582;p43"/>
              <p:cNvSpPr/>
              <p:nvPr/>
            </p:nvSpPr>
            <p:spPr>
              <a:xfrm>
                <a:off x="7728306" y="1476791"/>
                <a:ext cx="17794" cy="6296"/>
              </a:xfrm>
              <a:custGeom>
                <a:rect b="b" l="l" r="r" t="t"/>
                <a:pathLst>
                  <a:path extrusionOk="0" h="6296" w="17794">
                    <a:moveTo>
                      <a:pt x="0" y="0"/>
                    </a:moveTo>
                    <a:lnTo>
                      <a:pt x="17795" y="629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3" name="Google Shape;2583;p43"/>
              <p:cNvSpPr/>
              <p:nvPr/>
            </p:nvSpPr>
            <p:spPr>
              <a:xfrm>
                <a:off x="7717160" y="1415399"/>
                <a:ext cx="28354" cy="20660"/>
              </a:xfrm>
              <a:custGeom>
                <a:rect b="b" l="l" r="r" t="t"/>
                <a:pathLst>
                  <a:path extrusionOk="0" h="20660" w="28354">
                    <a:moveTo>
                      <a:pt x="0" y="0"/>
                    </a:moveTo>
                    <a:cubicBezTo>
                      <a:pt x="10560" y="5313"/>
                      <a:pt x="20141" y="12200"/>
                      <a:pt x="28354" y="20661"/>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4" name="Google Shape;2584;p43"/>
              <p:cNvSpPr/>
              <p:nvPr/>
            </p:nvSpPr>
            <p:spPr>
              <a:xfrm>
                <a:off x="7821386" y="1466755"/>
                <a:ext cx="31311" cy="30151"/>
              </a:xfrm>
              <a:custGeom>
                <a:rect b="b" l="l" r="r" t="t"/>
                <a:pathLst>
                  <a:path extrusionOk="0" h="30151" w="31311">
                    <a:moveTo>
                      <a:pt x="31287" y="0"/>
                    </a:moveTo>
                    <a:cubicBezTo>
                      <a:pt x="31679" y="9445"/>
                      <a:pt x="27181" y="18496"/>
                      <a:pt x="19555" y="24006"/>
                    </a:cubicBezTo>
                    <a:cubicBezTo>
                      <a:pt x="13884" y="28335"/>
                      <a:pt x="7040" y="30499"/>
                      <a:pt x="0" y="3010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5" name="Google Shape;2585;p43"/>
              <p:cNvSpPr/>
              <p:nvPr/>
            </p:nvSpPr>
            <p:spPr>
              <a:xfrm>
                <a:off x="7794392" y="1458425"/>
                <a:ext cx="27384" cy="12658"/>
              </a:xfrm>
              <a:custGeom>
                <a:rect b="b" l="l" r="r" t="t"/>
                <a:pathLst>
                  <a:path extrusionOk="0" h="12658" w="27384">
                    <a:moveTo>
                      <a:pt x="27385" y="6362"/>
                    </a:moveTo>
                    <a:cubicBezTo>
                      <a:pt x="24256" y="459"/>
                      <a:pt x="13305" y="-1705"/>
                      <a:pt x="7439" y="1443"/>
                    </a:cubicBezTo>
                    <a:cubicBezTo>
                      <a:pt x="3137" y="3804"/>
                      <a:pt x="-187" y="8133"/>
                      <a:pt x="8" y="1265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6" name="Google Shape;2586;p43"/>
              <p:cNvSpPr/>
              <p:nvPr/>
            </p:nvSpPr>
            <p:spPr>
              <a:xfrm>
                <a:off x="7857758" y="1455736"/>
                <a:ext cx="34622" cy="56079"/>
              </a:xfrm>
              <a:custGeom>
                <a:rect b="b" l="l" r="r" t="t"/>
                <a:pathLst>
                  <a:path extrusionOk="0" h="56079" w="34622">
                    <a:moveTo>
                      <a:pt x="33243" y="0"/>
                    </a:moveTo>
                    <a:cubicBezTo>
                      <a:pt x="33243" y="0"/>
                      <a:pt x="44976" y="53128"/>
                      <a:pt x="0" y="56079"/>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7" name="Google Shape;2587;p43"/>
              <p:cNvSpPr/>
              <p:nvPr/>
            </p:nvSpPr>
            <p:spPr>
              <a:xfrm>
                <a:off x="7795965" y="1415792"/>
                <a:ext cx="45171" cy="17233"/>
              </a:xfrm>
              <a:custGeom>
                <a:rect b="b" l="l" r="r" t="t"/>
                <a:pathLst>
                  <a:path extrusionOk="0" h="17233" w="45171">
                    <a:moveTo>
                      <a:pt x="0" y="15741"/>
                    </a:moveTo>
                    <a:cubicBezTo>
                      <a:pt x="0" y="15741"/>
                      <a:pt x="31679" y="24399"/>
                      <a:pt x="45171"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8" name="Google Shape;2588;p43"/>
              <p:cNvSpPr/>
              <p:nvPr/>
            </p:nvSpPr>
            <p:spPr>
              <a:xfrm>
                <a:off x="7833510" y="1424647"/>
                <a:ext cx="38131" cy="8880"/>
              </a:xfrm>
              <a:custGeom>
                <a:rect b="b" l="l" r="r" t="t"/>
                <a:pathLst>
                  <a:path extrusionOk="0" h="8880" w="38131">
                    <a:moveTo>
                      <a:pt x="0" y="1771"/>
                    </a:moveTo>
                    <a:cubicBezTo>
                      <a:pt x="0" y="1771"/>
                      <a:pt x="21119" y="18890"/>
                      <a:pt x="38132"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9" name="Google Shape;2589;p43"/>
              <p:cNvSpPr/>
              <p:nvPr/>
            </p:nvSpPr>
            <p:spPr>
              <a:xfrm>
                <a:off x="7876921" y="1368568"/>
                <a:ext cx="10168" cy="7477"/>
              </a:xfrm>
              <a:custGeom>
                <a:rect b="b" l="l" r="r" t="t"/>
                <a:pathLst>
                  <a:path extrusionOk="0" h="7477" w="10168">
                    <a:moveTo>
                      <a:pt x="10168" y="7477"/>
                    </a:moveTo>
                    <a:cubicBezTo>
                      <a:pt x="7040" y="4722"/>
                      <a:pt x="3520" y="2164"/>
                      <a:pt x="0"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590" name="Google Shape;2590;p43"/>
          <p:cNvGrpSpPr/>
          <p:nvPr/>
        </p:nvGrpSpPr>
        <p:grpSpPr>
          <a:xfrm>
            <a:off x="4316625" y="3613120"/>
            <a:ext cx="414866" cy="399154"/>
            <a:chOff x="4306465" y="3620740"/>
            <a:chExt cx="414866" cy="399154"/>
          </a:xfrm>
        </p:grpSpPr>
        <p:sp>
          <p:nvSpPr>
            <p:cNvPr id="2591" name="Google Shape;2591;p43"/>
            <p:cNvSpPr/>
            <p:nvPr/>
          </p:nvSpPr>
          <p:spPr>
            <a:xfrm>
              <a:off x="4414201" y="3829537"/>
              <a:ext cx="199071" cy="190357"/>
            </a:xfrm>
            <a:custGeom>
              <a:rect b="b" l="l" r="r" t="t"/>
              <a:pathLst>
                <a:path extrusionOk="0" h="190357" w="199071">
                  <a:moveTo>
                    <a:pt x="99697" y="0"/>
                  </a:moveTo>
                  <a:lnTo>
                    <a:pt x="128641" y="65284"/>
                  </a:lnTo>
                  <a:lnTo>
                    <a:pt x="199072" y="72717"/>
                  </a:lnTo>
                  <a:lnTo>
                    <a:pt x="146329" y="120549"/>
                  </a:lnTo>
                  <a:lnTo>
                    <a:pt x="161123" y="190358"/>
                  </a:lnTo>
                  <a:lnTo>
                    <a:pt x="99697" y="154807"/>
                  </a:lnTo>
                  <a:lnTo>
                    <a:pt x="37949" y="190358"/>
                  </a:lnTo>
                  <a:lnTo>
                    <a:pt x="52743" y="120549"/>
                  </a:lnTo>
                  <a:lnTo>
                    <a:pt x="0" y="72717"/>
                  </a:lnTo>
                  <a:lnTo>
                    <a:pt x="70753" y="65284"/>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2" name="Google Shape;2592;p43"/>
            <p:cNvSpPr/>
            <p:nvPr/>
          </p:nvSpPr>
          <p:spPr>
            <a:xfrm>
              <a:off x="4601052" y="3816933"/>
              <a:ext cx="120279" cy="133799"/>
            </a:xfrm>
            <a:custGeom>
              <a:rect b="b" l="l" r="r" t="t"/>
              <a:pathLst>
                <a:path extrusionOk="0" h="133799" w="120279">
                  <a:moveTo>
                    <a:pt x="0" y="48801"/>
                  </a:moveTo>
                  <a:lnTo>
                    <a:pt x="29909" y="45893"/>
                  </a:lnTo>
                  <a:lnTo>
                    <a:pt x="50170" y="0"/>
                  </a:lnTo>
                  <a:lnTo>
                    <a:pt x="70431" y="45893"/>
                  </a:lnTo>
                  <a:lnTo>
                    <a:pt x="120279" y="51064"/>
                  </a:lnTo>
                  <a:lnTo>
                    <a:pt x="82973" y="84675"/>
                  </a:lnTo>
                  <a:lnTo>
                    <a:pt x="93586" y="133800"/>
                  </a:lnTo>
                  <a:lnTo>
                    <a:pt x="50170" y="108591"/>
                  </a:lnTo>
                  <a:lnTo>
                    <a:pt x="16723" y="12798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3" name="Google Shape;2593;p43"/>
            <p:cNvSpPr/>
            <p:nvPr/>
          </p:nvSpPr>
          <p:spPr>
            <a:xfrm>
              <a:off x="4306465" y="3816933"/>
              <a:ext cx="120279" cy="133799"/>
            </a:xfrm>
            <a:custGeom>
              <a:rect b="b" l="l" r="r" t="t"/>
              <a:pathLst>
                <a:path extrusionOk="0" h="133799" w="120279">
                  <a:moveTo>
                    <a:pt x="120279" y="48801"/>
                  </a:moveTo>
                  <a:lnTo>
                    <a:pt x="90370" y="45893"/>
                  </a:lnTo>
                  <a:lnTo>
                    <a:pt x="70109" y="0"/>
                  </a:lnTo>
                  <a:lnTo>
                    <a:pt x="49848" y="45893"/>
                  </a:lnTo>
                  <a:lnTo>
                    <a:pt x="0" y="51064"/>
                  </a:lnTo>
                  <a:lnTo>
                    <a:pt x="36984" y="84675"/>
                  </a:lnTo>
                  <a:lnTo>
                    <a:pt x="26693" y="133800"/>
                  </a:lnTo>
                  <a:lnTo>
                    <a:pt x="70109" y="108591"/>
                  </a:lnTo>
                  <a:lnTo>
                    <a:pt x="103556" y="12798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4" name="Google Shape;2594;p43"/>
            <p:cNvSpPr/>
            <p:nvPr/>
          </p:nvSpPr>
          <p:spPr>
            <a:xfrm>
              <a:off x="4423206" y="3747448"/>
              <a:ext cx="181383" cy="83705"/>
            </a:xfrm>
            <a:custGeom>
              <a:rect b="b" l="l" r="r" t="t"/>
              <a:pathLst>
                <a:path extrusionOk="0" h="83705" w="181383">
                  <a:moveTo>
                    <a:pt x="0" y="83706"/>
                  </a:moveTo>
                  <a:lnTo>
                    <a:pt x="0" y="44277"/>
                  </a:lnTo>
                  <a:cubicBezTo>
                    <a:pt x="0" y="11958"/>
                    <a:pt x="23477" y="0"/>
                    <a:pt x="53708" y="0"/>
                  </a:cubicBezTo>
                  <a:lnTo>
                    <a:pt x="90692" y="40722"/>
                  </a:lnTo>
                  <a:lnTo>
                    <a:pt x="125103" y="0"/>
                  </a:lnTo>
                  <a:cubicBezTo>
                    <a:pt x="155334" y="0"/>
                    <a:pt x="181384" y="11958"/>
                    <a:pt x="181384" y="44600"/>
                  </a:cubicBezTo>
                  <a:lnTo>
                    <a:pt x="181384" y="8370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5" name="Google Shape;2595;p43"/>
            <p:cNvSpPr/>
            <p:nvPr/>
          </p:nvSpPr>
          <p:spPr>
            <a:xfrm>
              <a:off x="4474015" y="3620740"/>
              <a:ext cx="79457" cy="96991"/>
            </a:xfrm>
            <a:custGeom>
              <a:rect b="b" l="l" r="r" t="t"/>
              <a:pathLst>
                <a:path extrusionOk="0" h="96991" w="79457">
                  <a:moveTo>
                    <a:pt x="79440" y="55929"/>
                  </a:moveTo>
                  <a:cubicBezTo>
                    <a:pt x="80083" y="77906"/>
                    <a:pt x="62717" y="96327"/>
                    <a:pt x="40848" y="96974"/>
                  </a:cubicBezTo>
                  <a:cubicBezTo>
                    <a:pt x="18979" y="97620"/>
                    <a:pt x="648" y="80168"/>
                    <a:pt x="4" y="58191"/>
                  </a:cubicBezTo>
                  <a:cubicBezTo>
                    <a:pt x="4" y="57545"/>
                    <a:pt x="4" y="56575"/>
                    <a:pt x="4" y="55929"/>
                  </a:cubicBezTo>
                  <a:lnTo>
                    <a:pt x="4" y="41062"/>
                  </a:lnTo>
                  <a:cubicBezTo>
                    <a:pt x="-317" y="19085"/>
                    <a:pt x="16728" y="664"/>
                    <a:pt x="38597" y="17"/>
                  </a:cubicBezTo>
                  <a:cubicBezTo>
                    <a:pt x="60466" y="-629"/>
                    <a:pt x="78797" y="16823"/>
                    <a:pt x="79440" y="38800"/>
                  </a:cubicBezTo>
                  <a:cubicBezTo>
                    <a:pt x="79440" y="39446"/>
                    <a:pt x="79440" y="40416"/>
                    <a:pt x="79440" y="41062"/>
                  </a:cubicBezTo>
                  <a:lnTo>
                    <a:pt x="79440" y="55929"/>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96" name="Google Shape;2596;p43"/>
          <p:cNvGrpSpPr/>
          <p:nvPr/>
        </p:nvGrpSpPr>
        <p:grpSpPr>
          <a:xfrm>
            <a:off x="2152887" y="3621441"/>
            <a:ext cx="397095" cy="397133"/>
            <a:chOff x="2152887" y="3621441"/>
            <a:chExt cx="397095" cy="397133"/>
          </a:xfrm>
        </p:grpSpPr>
        <p:sp>
          <p:nvSpPr>
            <p:cNvPr id="2597" name="Google Shape;2597;p43"/>
            <p:cNvSpPr/>
            <p:nvPr/>
          </p:nvSpPr>
          <p:spPr>
            <a:xfrm>
              <a:off x="2319689" y="3621441"/>
              <a:ext cx="107968" cy="69474"/>
            </a:xfrm>
            <a:custGeom>
              <a:rect b="b" l="l" r="r" t="t"/>
              <a:pathLst>
                <a:path extrusionOk="0" h="69474" w="107968">
                  <a:moveTo>
                    <a:pt x="107968" y="69475"/>
                  </a:moveTo>
                  <a:cubicBezTo>
                    <a:pt x="95763" y="62277"/>
                    <a:pt x="82619" y="56644"/>
                    <a:pt x="68849" y="53201"/>
                  </a:cubicBezTo>
                  <a:lnTo>
                    <a:pt x="60087" y="0"/>
                  </a:lnTo>
                  <a:lnTo>
                    <a:pt x="3442" y="0"/>
                  </a:lnTo>
                  <a:lnTo>
                    <a:pt x="0" y="23784"/>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8" name="Google Shape;2598;p43"/>
            <p:cNvSpPr/>
            <p:nvPr/>
          </p:nvSpPr>
          <p:spPr>
            <a:xfrm>
              <a:off x="2152887" y="3743805"/>
              <a:ext cx="275084" cy="274769"/>
            </a:xfrm>
            <a:custGeom>
              <a:rect b="b" l="l" r="r" t="t"/>
              <a:pathLst>
                <a:path extrusionOk="0" h="274769" w="275084">
                  <a:moveTo>
                    <a:pt x="69475" y="0"/>
                  </a:moveTo>
                  <a:cubicBezTo>
                    <a:pt x="62277" y="12205"/>
                    <a:pt x="56644" y="25349"/>
                    <a:pt x="53202" y="38806"/>
                  </a:cubicBezTo>
                  <a:lnTo>
                    <a:pt x="0" y="47881"/>
                  </a:lnTo>
                  <a:lnTo>
                    <a:pt x="0" y="104525"/>
                  </a:lnTo>
                  <a:lnTo>
                    <a:pt x="53202" y="113601"/>
                  </a:lnTo>
                  <a:cubicBezTo>
                    <a:pt x="56644" y="127371"/>
                    <a:pt x="62277" y="140514"/>
                    <a:pt x="69475" y="152719"/>
                  </a:cubicBezTo>
                  <a:lnTo>
                    <a:pt x="38180" y="196532"/>
                  </a:lnTo>
                  <a:lnTo>
                    <a:pt x="78238" y="236590"/>
                  </a:lnTo>
                  <a:lnTo>
                    <a:pt x="122051" y="205295"/>
                  </a:lnTo>
                  <a:cubicBezTo>
                    <a:pt x="134256" y="212493"/>
                    <a:pt x="147400" y="218126"/>
                    <a:pt x="161170" y="221568"/>
                  </a:cubicBezTo>
                  <a:lnTo>
                    <a:pt x="170245" y="274770"/>
                  </a:lnTo>
                  <a:lnTo>
                    <a:pt x="226890" y="274770"/>
                  </a:lnTo>
                  <a:lnTo>
                    <a:pt x="235965" y="221568"/>
                  </a:lnTo>
                  <a:cubicBezTo>
                    <a:pt x="249735" y="218126"/>
                    <a:pt x="262879" y="212493"/>
                    <a:pt x="275084" y="205295"/>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9" name="Google Shape;2599;p43"/>
            <p:cNvSpPr/>
            <p:nvPr/>
          </p:nvSpPr>
          <p:spPr>
            <a:xfrm>
              <a:off x="2191067" y="3659621"/>
              <a:ext cx="123302" cy="60399"/>
            </a:xfrm>
            <a:custGeom>
              <a:rect b="b" l="l" r="r" t="t"/>
              <a:pathLst>
                <a:path extrusionOk="0" h="60399" w="123302">
                  <a:moveTo>
                    <a:pt x="123303" y="15022"/>
                  </a:moveTo>
                  <a:cubicBezTo>
                    <a:pt x="109533" y="18464"/>
                    <a:pt x="96389" y="24097"/>
                    <a:pt x="84184" y="31295"/>
                  </a:cubicBezTo>
                  <a:lnTo>
                    <a:pt x="40058" y="0"/>
                  </a:lnTo>
                  <a:lnTo>
                    <a:pt x="0" y="40058"/>
                  </a:lnTo>
                  <a:lnTo>
                    <a:pt x="14709" y="6039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0" name="Google Shape;2600;p43"/>
            <p:cNvSpPr/>
            <p:nvPr/>
          </p:nvSpPr>
          <p:spPr>
            <a:xfrm>
              <a:off x="2323445"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1" name="Google Shape;2601;p43"/>
            <p:cNvSpPr/>
            <p:nvPr/>
          </p:nvSpPr>
          <p:spPr>
            <a:xfrm>
              <a:off x="2358808"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2" name="Google Shape;2602;p43"/>
            <p:cNvSpPr/>
            <p:nvPr/>
          </p:nvSpPr>
          <p:spPr>
            <a:xfrm>
              <a:off x="2394172" y="370812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3" name="Google Shape;2603;p43"/>
            <p:cNvSpPr/>
            <p:nvPr/>
          </p:nvSpPr>
          <p:spPr>
            <a:xfrm>
              <a:off x="2323445"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4" name="Google Shape;2604;p43"/>
            <p:cNvSpPr/>
            <p:nvPr/>
          </p:nvSpPr>
          <p:spPr>
            <a:xfrm>
              <a:off x="2358808"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5" name="Google Shape;2605;p43"/>
            <p:cNvSpPr/>
            <p:nvPr/>
          </p:nvSpPr>
          <p:spPr>
            <a:xfrm>
              <a:off x="2394172" y="3903409"/>
              <a:ext cx="3129" cy="28478"/>
            </a:xfrm>
            <a:custGeom>
              <a:rect b="b" l="l" r="r" t="t"/>
              <a:pathLst>
                <a:path extrusionOk="0" h="28478" w="3129">
                  <a:moveTo>
                    <a:pt x="0" y="284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6" name="Google Shape;2606;p43"/>
            <p:cNvSpPr/>
            <p:nvPr/>
          </p:nvSpPr>
          <p:spPr>
            <a:xfrm>
              <a:off x="2246459" y="3784488"/>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7" name="Google Shape;2607;p43"/>
            <p:cNvSpPr/>
            <p:nvPr/>
          </p:nvSpPr>
          <p:spPr>
            <a:xfrm>
              <a:off x="2246459" y="3819852"/>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8" name="Google Shape;2608;p43"/>
            <p:cNvSpPr/>
            <p:nvPr/>
          </p:nvSpPr>
          <p:spPr>
            <a:xfrm>
              <a:off x="2246459" y="3855528"/>
              <a:ext cx="28478" cy="3129"/>
            </a:xfrm>
            <a:custGeom>
              <a:rect b="b" l="l" r="r" t="t"/>
              <a:pathLst>
                <a:path extrusionOk="0" h="3129" w="28478">
                  <a:moveTo>
                    <a:pt x="0" y="0"/>
                  </a:moveTo>
                  <a:lnTo>
                    <a:pt x="2847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9" name="Google Shape;2609;p43"/>
            <p:cNvSpPr/>
            <p:nvPr/>
          </p:nvSpPr>
          <p:spPr>
            <a:xfrm>
              <a:off x="2444557" y="3819852"/>
              <a:ext cx="61964" cy="3129"/>
            </a:xfrm>
            <a:custGeom>
              <a:rect b="b" l="l" r="r" t="t"/>
              <a:pathLst>
                <a:path extrusionOk="0" h="3129" w="61964">
                  <a:moveTo>
                    <a:pt x="61964"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0" name="Google Shape;2610;p43"/>
            <p:cNvSpPr/>
            <p:nvPr/>
          </p:nvSpPr>
          <p:spPr>
            <a:xfrm>
              <a:off x="2507069" y="3798493"/>
              <a:ext cx="42913" cy="43030"/>
            </a:xfrm>
            <a:custGeom>
              <a:rect b="b" l="l" r="r" t="t"/>
              <a:pathLst>
                <a:path extrusionOk="0" h="43030" w="42913">
                  <a:moveTo>
                    <a:pt x="6337" y="6337"/>
                  </a:moveTo>
                  <a:cubicBezTo>
                    <a:pt x="-2112" y="14787"/>
                    <a:pt x="-2112" y="28557"/>
                    <a:pt x="6337" y="36693"/>
                  </a:cubicBezTo>
                  <a:cubicBezTo>
                    <a:pt x="14787" y="45143"/>
                    <a:pt x="28557" y="45143"/>
                    <a:pt x="36694" y="36693"/>
                  </a:cubicBezTo>
                  <a:cubicBezTo>
                    <a:pt x="44830" y="28244"/>
                    <a:pt x="45143" y="14474"/>
                    <a:pt x="36694" y="6337"/>
                  </a:cubicBezTo>
                  <a:cubicBezTo>
                    <a:pt x="36694" y="6337"/>
                    <a:pt x="36694" y="6337"/>
                    <a:pt x="36694" y="6337"/>
                  </a:cubicBezTo>
                  <a:cubicBezTo>
                    <a:pt x="28557" y="-2112"/>
                    <a:pt x="14787" y="-2112"/>
                    <a:pt x="6337" y="6337"/>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1" name="Google Shape;2611;p43"/>
            <p:cNvSpPr/>
            <p:nvPr/>
          </p:nvSpPr>
          <p:spPr>
            <a:xfrm>
              <a:off x="2480468" y="3720490"/>
              <a:ext cx="42913" cy="42795"/>
            </a:xfrm>
            <a:custGeom>
              <a:rect b="b" l="l" r="r" t="t"/>
              <a:pathLst>
                <a:path extrusionOk="0" h="42795" w="42913">
                  <a:moveTo>
                    <a:pt x="6337" y="6103"/>
                  </a:moveTo>
                  <a:cubicBezTo>
                    <a:pt x="-2112" y="14552"/>
                    <a:pt x="-2112" y="28322"/>
                    <a:pt x="6337" y="36459"/>
                  </a:cubicBezTo>
                  <a:cubicBezTo>
                    <a:pt x="14787" y="44908"/>
                    <a:pt x="28557" y="44908"/>
                    <a:pt x="36694" y="36459"/>
                  </a:cubicBezTo>
                  <a:cubicBezTo>
                    <a:pt x="44830" y="28009"/>
                    <a:pt x="45143" y="14239"/>
                    <a:pt x="36694" y="6103"/>
                  </a:cubicBezTo>
                  <a:cubicBezTo>
                    <a:pt x="36694" y="6103"/>
                    <a:pt x="36694" y="6103"/>
                    <a:pt x="36694" y="6103"/>
                  </a:cubicBezTo>
                  <a:cubicBezTo>
                    <a:pt x="28557" y="-2034"/>
                    <a:pt x="14787" y="-2034"/>
                    <a:pt x="6337" y="6103"/>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2" name="Google Shape;2612;p43"/>
            <p:cNvSpPr/>
            <p:nvPr/>
          </p:nvSpPr>
          <p:spPr>
            <a:xfrm>
              <a:off x="2443305" y="3754445"/>
              <a:ext cx="46942" cy="19089"/>
            </a:xfrm>
            <a:custGeom>
              <a:rect b="b" l="l" r="r" t="t"/>
              <a:pathLst>
                <a:path extrusionOk="0" h="19089" w="46942">
                  <a:moveTo>
                    <a:pt x="46943" y="0"/>
                  </a:moveTo>
                  <a:lnTo>
                    <a:pt x="26914" y="19090"/>
                  </a:lnTo>
                  <a:lnTo>
                    <a:pt x="0" y="1909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3" name="Google Shape;2613;p43"/>
            <p:cNvSpPr/>
            <p:nvPr/>
          </p:nvSpPr>
          <p:spPr>
            <a:xfrm>
              <a:off x="2480468" y="3876730"/>
              <a:ext cx="42913" cy="42795"/>
            </a:xfrm>
            <a:custGeom>
              <a:rect b="b" l="l" r="r" t="t"/>
              <a:pathLst>
                <a:path extrusionOk="0" h="42795" w="42913">
                  <a:moveTo>
                    <a:pt x="6337" y="36693"/>
                  </a:moveTo>
                  <a:cubicBezTo>
                    <a:pt x="-2112" y="28244"/>
                    <a:pt x="-2112" y="14474"/>
                    <a:pt x="6337" y="6337"/>
                  </a:cubicBezTo>
                  <a:cubicBezTo>
                    <a:pt x="14787" y="-2112"/>
                    <a:pt x="28557" y="-2112"/>
                    <a:pt x="36694" y="6337"/>
                  </a:cubicBezTo>
                  <a:cubicBezTo>
                    <a:pt x="44830" y="14787"/>
                    <a:pt x="45143" y="28557"/>
                    <a:pt x="36694" y="36693"/>
                  </a:cubicBezTo>
                  <a:cubicBezTo>
                    <a:pt x="36694" y="36693"/>
                    <a:pt x="36694" y="36693"/>
                    <a:pt x="36694" y="36693"/>
                  </a:cubicBezTo>
                  <a:cubicBezTo>
                    <a:pt x="28557" y="44830"/>
                    <a:pt x="14787" y="44830"/>
                    <a:pt x="6337" y="36693"/>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4" name="Google Shape;2614;p43"/>
            <p:cNvSpPr/>
            <p:nvPr/>
          </p:nvSpPr>
          <p:spPr>
            <a:xfrm>
              <a:off x="2443305" y="3866481"/>
              <a:ext cx="46942" cy="19089"/>
            </a:xfrm>
            <a:custGeom>
              <a:rect b="b" l="l" r="r" t="t"/>
              <a:pathLst>
                <a:path extrusionOk="0" h="19089" w="46942">
                  <a:moveTo>
                    <a:pt x="46943" y="19090"/>
                  </a:moveTo>
                  <a:lnTo>
                    <a:pt x="26914" y="0"/>
                  </a:ln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5" name="Google Shape;2615;p43"/>
            <p:cNvSpPr/>
            <p:nvPr/>
          </p:nvSpPr>
          <p:spPr>
            <a:xfrm>
              <a:off x="2279932" y="3738798"/>
              <a:ext cx="162121" cy="162107"/>
            </a:xfrm>
            <a:custGeom>
              <a:rect b="b" l="l" r="r" t="t"/>
              <a:pathLst>
                <a:path extrusionOk="0" h="162107" w="162121">
                  <a:moveTo>
                    <a:pt x="12218" y="0"/>
                  </a:moveTo>
                  <a:lnTo>
                    <a:pt x="149916" y="0"/>
                  </a:lnTo>
                  <a:cubicBezTo>
                    <a:pt x="156801" y="0"/>
                    <a:pt x="162121" y="5633"/>
                    <a:pt x="162121" y="12205"/>
                  </a:cubicBezTo>
                  <a:lnTo>
                    <a:pt x="162121" y="149903"/>
                  </a:lnTo>
                  <a:cubicBezTo>
                    <a:pt x="162121" y="156788"/>
                    <a:pt x="156488" y="162108"/>
                    <a:pt x="149916" y="162108"/>
                  </a:cubicBezTo>
                  <a:lnTo>
                    <a:pt x="12218" y="162108"/>
                  </a:lnTo>
                  <a:cubicBezTo>
                    <a:pt x="5333" y="162108"/>
                    <a:pt x="12" y="156475"/>
                    <a:pt x="12" y="149903"/>
                  </a:cubicBezTo>
                  <a:lnTo>
                    <a:pt x="12" y="12205"/>
                  </a:lnTo>
                  <a:cubicBezTo>
                    <a:pt x="-301" y="5633"/>
                    <a:pt x="5333" y="0"/>
                    <a:pt x="12218"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16" name="Google Shape;2616;p43"/>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617" name="Google Shape;2617;p43"/>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pic>
        <p:nvPicPr>
          <p:cNvPr id="2623" name="Google Shape;2623;p44"/>
          <p:cNvPicPr preferRelativeResize="0"/>
          <p:nvPr/>
        </p:nvPicPr>
        <p:blipFill rotWithShape="1">
          <a:blip r:embed="rId3">
            <a:alphaModFix/>
          </a:blip>
          <a:srcRect b="57503" l="54825" r="21839" t="7422"/>
          <a:stretch/>
        </p:blipFill>
        <p:spPr>
          <a:xfrm>
            <a:off x="3161201" y="2146855"/>
            <a:ext cx="886118" cy="886118"/>
          </a:xfrm>
          <a:prstGeom prst="ellipse">
            <a:avLst/>
          </a:prstGeom>
          <a:noFill/>
          <a:ln>
            <a:noFill/>
          </a:ln>
        </p:spPr>
      </p:pic>
      <p:pic>
        <p:nvPicPr>
          <p:cNvPr id="2624" name="Google Shape;2624;p44"/>
          <p:cNvPicPr preferRelativeResize="0"/>
          <p:nvPr/>
        </p:nvPicPr>
        <p:blipFill rotWithShape="1">
          <a:blip r:embed="rId4">
            <a:alphaModFix/>
          </a:blip>
          <a:srcRect b="50000" l="35182" r="37880" t="9607"/>
          <a:stretch/>
        </p:blipFill>
        <p:spPr>
          <a:xfrm>
            <a:off x="1225721" y="2146855"/>
            <a:ext cx="886118" cy="886118"/>
          </a:xfrm>
          <a:prstGeom prst="ellipse">
            <a:avLst/>
          </a:prstGeom>
          <a:noFill/>
          <a:ln>
            <a:noFill/>
          </a:ln>
        </p:spPr>
      </p:pic>
      <p:pic>
        <p:nvPicPr>
          <p:cNvPr id="2625" name="Google Shape;2625;p44"/>
          <p:cNvPicPr preferRelativeResize="0"/>
          <p:nvPr/>
        </p:nvPicPr>
        <p:blipFill rotWithShape="1">
          <a:blip r:embed="rId5">
            <a:alphaModFix/>
          </a:blip>
          <a:srcRect b="48767" l="33775" r="33775" t="2551"/>
          <a:stretch/>
        </p:blipFill>
        <p:spPr>
          <a:xfrm>
            <a:off x="5096681" y="2146855"/>
            <a:ext cx="886118" cy="886118"/>
          </a:xfrm>
          <a:prstGeom prst="ellipse">
            <a:avLst/>
          </a:prstGeom>
          <a:noFill/>
          <a:ln>
            <a:noFill/>
          </a:ln>
        </p:spPr>
      </p:pic>
      <p:pic>
        <p:nvPicPr>
          <p:cNvPr id="2626" name="Google Shape;2626;p44"/>
          <p:cNvPicPr preferRelativeResize="0"/>
          <p:nvPr/>
        </p:nvPicPr>
        <p:blipFill rotWithShape="1">
          <a:blip r:embed="rId6">
            <a:alphaModFix/>
          </a:blip>
          <a:srcRect b="43083" l="42094" r="22817" t="9787"/>
          <a:stretch/>
        </p:blipFill>
        <p:spPr>
          <a:xfrm>
            <a:off x="7045812" y="2146855"/>
            <a:ext cx="886118" cy="886118"/>
          </a:xfrm>
          <a:prstGeom prst="ellipse">
            <a:avLst/>
          </a:prstGeom>
          <a:noFill/>
          <a:ln>
            <a:noFill/>
          </a:ln>
        </p:spPr>
      </p:pic>
      <p:sp>
        <p:nvSpPr>
          <p:cNvPr id="2627" name="Google Shape;2627;p44"/>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sz="1800">
              <a:latin typeface="Calibri"/>
              <a:ea typeface="Calibri"/>
              <a:cs typeface="Calibri"/>
              <a:sym typeface="Calibri"/>
            </a:endParaRPr>
          </a:p>
        </p:txBody>
      </p:sp>
      <p:sp>
        <p:nvSpPr>
          <p:cNvPr id="2628" name="Google Shape;2628;p44"/>
          <p:cNvSpPr txBox="1"/>
          <p:nvPr/>
        </p:nvSpPr>
        <p:spPr>
          <a:xfrm>
            <a:off x="1050822" y="3130202"/>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dk1"/>
                </a:solidFill>
                <a:latin typeface="Calibri"/>
                <a:ea typeface="Calibri"/>
                <a:cs typeface="Calibri"/>
                <a:sym typeface="Calibri"/>
              </a:rPr>
              <a:t>Lorem ipsum dolor</a:t>
            </a:r>
            <a:endParaRPr b="1" sz="1200">
              <a:solidFill>
                <a:schemeClr val="dk1"/>
              </a:solidFill>
              <a:latin typeface="Calibri"/>
              <a:ea typeface="Calibri"/>
              <a:cs typeface="Calibri"/>
              <a:sym typeface="Calibri"/>
            </a:endParaRPr>
          </a:p>
        </p:txBody>
      </p:sp>
      <p:sp>
        <p:nvSpPr>
          <p:cNvPr id="2629" name="Google Shape;2629;p44"/>
          <p:cNvSpPr txBox="1"/>
          <p:nvPr/>
        </p:nvSpPr>
        <p:spPr>
          <a:xfrm>
            <a:off x="4921782" y="3130202"/>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dk1"/>
                </a:solidFill>
                <a:latin typeface="Calibri"/>
                <a:ea typeface="Calibri"/>
                <a:cs typeface="Calibri"/>
                <a:sym typeface="Calibri"/>
              </a:rPr>
              <a:t>Lorem ipsum dolor</a:t>
            </a:r>
            <a:endParaRPr b="1" sz="1200">
              <a:solidFill>
                <a:schemeClr val="dk1"/>
              </a:solidFill>
              <a:latin typeface="Calibri"/>
              <a:ea typeface="Calibri"/>
              <a:cs typeface="Calibri"/>
              <a:sym typeface="Calibri"/>
            </a:endParaRPr>
          </a:p>
        </p:txBody>
      </p:sp>
      <p:sp>
        <p:nvSpPr>
          <p:cNvPr id="2630" name="Google Shape;2630;p44"/>
          <p:cNvSpPr txBox="1"/>
          <p:nvPr/>
        </p:nvSpPr>
        <p:spPr>
          <a:xfrm>
            <a:off x="2986302" y="3130202"/>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dk1"/>
                </a:solidFill>
                <a:latin typeface="Calibri"/>
                <a:ea typeface="Calibri"/>
                <a:cs typeface="Calibri"/>
                <a:sym typeface="Calibri"/>
              </a:rPr>
              <a:t>Lorem ipsum dolor</a:t>
            </a:r>
            <a:endParaRPr b="1" sz="1200">
              <a:solidFill>
                <a:schemeClr val="dk1"/>
              </a:solidFill>
              <a:latin typeface="Calibri"/>
              <a:ea typeface="Calibri"/>
              <a:cs typeface="Calibri"/>
              <a:sym typeface="Calibri"/>
            </a:endParaRPr>
          </a:p>
        </p:txBody>
      </p:sp>
      <p:sp>
        <p:nvSpPr>
          <p:cNvPr id="2631" name="Google Shape;2631;p44"/>
          <p:cNvSpPr txBox="1"/>
          <p:nvPr/>
        </p:nvSpPr>
        <p:spPr>
          <a:xfrm>
            <a:off x="6857262" y="3130202"/>
            <a:ext cx="1235916"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a:solidFill>
                  <a:schemeClr val="dk1"/>
                </a:solidFill>
                <a:latin typeface="Calibri"/>
                <a:ea typeface="Calibri"/>
                <a:cs typeface="Calibri"/>
                <a:sym typeface="Calibri"/>
              </a:rPr>
              <a:t>Lorem ipsum dolor</a:t>
            </a:r>
            <a:endParaRPr b="1" sz="1200">
              <a:solidFill>
                <a:schemeClr val="dk1"/>
              </a:solidFill>
              <a:latin typeface="Calibri"/>
              <a:ea typeface="Calibri"/>
              <a:cs typeface="Calibri"/>
              <a:sym typeface="Calibri"/>
            </a:endParaRPr>
          </a:p>
        </p:txBody>
      </p:sp>
      <p:sp>
        <p:nvSpPr>
          <p:cNvPr id="2632" name="Google Shape;2632;p44"/>
          <p:cNvSpPr/>
          <p:nvPr/>
        </p:nvSpPr>
        <p:spPr>
          <a:xfrm>
            <a:off x="918210" y="1193911"/>
            <a:ext cx="7307580" cy="551069"/>
          </a:xfrm>
          <a:prstGeom prst="roundRect">
            <a:avLst>
              <a:gd fmla="val 18333"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 Sit amet consectetur adipiscing elit quisque faucibus ex. Adipiscing elit quisque faucibus ex sapien vitae pellentesque.</a:t>
            </a:r>
            <a:endParaRPr/>
          </a:p>
        </p:txBody>
      </p:sp>
      <p:sp>
        <p:nvSpPr>
          <p:cNvPr id="2633" name="Google Shape;2633;p44"/>
          <p:cNvSpPr txBox="1"/>
          <p:nvPr/>
        </p:nvSpPr>
        <p:spPr>
          <a:xfrm>
            <a:off x="918211" y="3314868"/>
            <a:ext cx="1443990" cy="7848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634" name="Google Shape;2634;p44"/>
          <p:cNvSpPr txBox="1"/>
          <p:nvPr/>
        </p:nvSpPr>
        <p:spPr>
          <a:xfrm>
            <a:off x="2868614" y="3314868"/>
            <a:ext cx="1443990" cy="7848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635" name="Google Shape;2635;p44"/>
          <p:cNvSpPr txBox="1"/>
          <p:nvPr/>
        </p:nvSpPr>
        <p:spPr>
          <a:xfrm>
            <a:off x="4846319" y="3314868"/>
            <a:ext cx="1443990" cy="7848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636" name="Google Shape;2636;p44"/>
          <p:cNvSpPr txBox="1"/>
          <p:nvPr/>
        </p:nvSpPr>
        <p:spPr>
          <a:xfrm>
            <a:off x="6766876" y="3314868"/>
            <a:ext cx="1443990" cy="7848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Lorem ipsum dolor sit amet consectetur adipiscing elit. Quisque faucibus ex sapien vitae pellentesque sem placerat. </a:t>
            </a:r>
            <a:endParaRPr/>
          </a:p>
        </p:txBody>
      </p:sp>
      <p:sp>
        <p:nvSpPr>
          <p:cNvPr id="2637" name="Google Shape;2637;p44"/>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638" name="Google Shape;2638;p44"/>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45"/>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644" name="Google Shape;2644;p45"/>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645" name="Google Shape;2645;p45"/>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aphicFrame>
        <p:nvGraphicFramePr>
          <p:cNvPr id="2646" name="Google Shape;2646;p45"/>
          <p:cNvGraphicFramePr/>
          <p:nvPr/>
        </p:nvGraphicFramePr>
        <p:xfrm>
          <a:off x="277925" y="1003096"/>
          <a:ext cx="3000000" cy="3000000"/>
        </p:xfrm>
        <a:graphic>
          <a:graphicData uri="http://schemas.openxmlformats.org/drawingml/2006/table">
            <a:tbl>
              <a:tblPr bandRow="1" firstRow="1">
                <a:noFill/>
                <a:tableStyleId>{79F220B3-E755-4BBC-BBFB-09FB2642B5B8}</a:tableStyleId>
              </a:tblPr>
              <a:tblGrid>
                <a:gridCol w="2285650"/>
                <a:gridCol w="983775"/>
                <a:gridCol w="1755725"/>
                <a:gridCol w="1755725"/>
                <a:gridCol w="1755725"/>
              </a:tblGrid>
              <a:tr h="346525">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Title</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Wt.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1</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2</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3</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4E84C4"/>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bl>
          </a:graphicData>
        </a:graphic>
      </p:graphicFrame>
      <p:sp>
        <p:nvSpPr>
          <p:cNvPr id="2647" name="Google Shape;2647;p45"/>
          <p:cNvSpPr txBox="1"/>
          <p:nvPr/>
        </p:nvSpPr>
        <p:spPr>
          <a:xfrm>
            <a:off x="324261" y="4427792"/>
            <a:ext cx="4254370"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Legend: + least favourable = 1 point, ++ medium = 2 points. +++ most favourable = 3 points</a:t>
            </a:r>
            <a:endParaRPr/>
          </a:p>
        </p:txBody>
      </p:sp>
      <p:grpSp>
        <p:nvGrpSpPr>
          <p:cNvPr id="2648" name="Google Shape;2648;p45"/>
          <p:cNvGrpSpPr/>
          <p:nvPr/>
        </p:nvGrpSpPr>
        <p:grpSpPr>
          <a:xfrm>
            <a:off x="6957348" y="137160"/>
            <a:ext cx="1857201" cy="774192"/>
            <a:chOff x="6957348" y="137160"/>
            <a:chExt cx="1857201" cy="774192"/>
          </a:xfrm>
        </p:grpSpPr>
        <p:sp>
          <p:nvSpPr>
            <p:cNvPr id="2649" name="Google Shape;2649;p45"/>
            <p:cNvSpPr/>
            <p:nvPr/>
          </p:nvSpPr>
          <p:spPr>
            <a:xfrm>
              <a:off x="6957348" y="137160"/>
              <a:ext cx="1857201" cy="774192"/>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203194" lvl="0" marL="285744" marR="0" rtl="0" algn="l">
                <a:spcBef>
                  <a:spcPts val="0"/>
                </a:spcBef>
                <a:spcAft>
                  <a:spcPts val="0"/>
                </a:spcAft>
                <a:buClr>
                  <a:schemeClr val="dk1"/>
                </a:buClr>
                <a:buSzPts val="1300"/>
                <a:buFont typeface="Arial"/>
                <a:buNone/>
              </a:pPr>
              <a:r>
                <a:t/>
              </a:r>
              <a:endParaRPr sz="1300">
                <a:solidFill>
                  <a:srgbClr val="000000"/>
                </a:solidFill>
                <a:latin typeface="Calibri"/>
                <a:ea typeface="Calibri"/>
                <a:cs typeface="Calibri"/>
                <a:sym typeface="Calibri"/>
              </a:endParaRPr>
            </a:p>
          </p:txBody>
        </p:sp>
        <p:grpSp>
          <p:nvGrpSpPr>
            <p:cNvPr id="2650" name="Google Shape;2650;p45"/>
            <p:cNvGrpSpPr/>
            <p:nvPr/>
          </p:nvGrpSpPr>
          <p:grpSpPr>
            <a:xfrm>
              <a:off x="7077929" y="167317"/>
              <a:ext cx="1692514" cy="696828"/>
              <a:chOff x="7077929" y="156972"/>
              <a:chExt cx="1692514" cy="696828"/>
            </a:xfrm>
          </p:grpSpPr>
          <p:grpSp>
            <p:nvGrpSpPr>
              <p:cNvPr id="2651" name="Google Shape;2651;p45"/>
              <p:cNvGrpSpPr/>
              <p:nvPr/>
            </p:nvGrpSpPr>
            <p:grpSpPr>
              <a:xfrm>
                <a:off x="7204990" y="415675"/>
                <a:ext cx="1356059" cy="160974"/>
                <a:chOff x="7243315" y="338975"/>
                <a:chExt cx="1356059" cy="160974"/>
              </a:xfrm>
            </p:grpSpPr>
            <p:sp>
              <p:nvSpPr>
                <p:cNvPr id="2652" name="Google Shape;2652;p45"/>
                <p:cNvSpPr txBox="1"/>
                <p:nvPr/>
              </p:nvSpPr>
              <p:spPr>
                <a:xfrm>
                  <a:off x="7243315" y="361450"/>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1</a:t>
                  </a:r>
                  <a:endParaRPr/>
                </a:p>
              </p:txBody>
            </p:sp>
            <p:sp>
              <p:nvSpPr>
                <p:cNvPr id="2653" name="Google Shape;2653;p45"/>
                <p:cNvSpPr txBox="1"/>
                <p:nvPr/>
              </p:nvSpPr>
              <p:spPr>
                <a:xfrm>
                  <a:off x="7574874" y="34893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2</a:t>
                  </a:r>
                  <a:endParaRPr/>
                </a:p>
              </p:txBody>
            </p:sp>
            <p:sp>
              <p:nvSpPr>
                <p:cNvPr id="2654" name="Google Shape;2654;p45"/>
                <p:cNvSpPr txBox="1"/>
                <p:nvPr/>
              </p:nvSpPr>
              <p:spPr>
                <a:xfrm>
                  <a:off x="7889491" y="34408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3</a:t>
                  </a:r>
                  <a:endParaRPr/>
                </a:p>
              </p:txBody>
            </p:sp>
            <p:sp>
              <p:nvSpPr>
                <p:cNvPr id="2655" name="Google Shape;2655;p45"/>
                <p:cNvSpPr txBox="1"/>
                <p:nvPr/>
              </p:nvSpPr>
              <p:spPr>
                <a:xfrm>
                  <a:off x="8219459" y="34893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4</a:t>
                  </a:r>
                  <a:endParaRPr/>
                </a:p>
              </p:txBody>
            </p:sp>
            <p:sp>
              <p:nvSpPr>
                <p:cNvPr id="2656" name="Google Shape;2656;p45"/>
                <p:cNvSpPr txBox="1"/>
                <p:nvPr/>
              </p:nvSpPr>
              <p:spPr>
                <a:xfrm>
                  <a:off x="8541666" y="338975"/>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5</a:t>
                  </a:r>
                  <a:endParaRPr/>
                </a:p>
              </p:txBody>
            </p:sp>
          </p:grpSp>
          <p:sp>
            <p:nvSpPr>
              <p:cNvPr id="2657" name="Google Shape;2657;p45"/>
              <p:cNvSpPr/>
              <p:nvPr/>
            </p:nvSpPr>
            <p:spPr>
              <a:xfrm>
                <a:off x="7101556" y="607579"/>
                <a:ext cx="1562927"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00">
                    <a:solidFill>
                      <a:srgbClr val="000000"/>
                    </a:solidFill>
                    <a:latin typeface="Calibri"/>
                    <a:ea typeface="Calibri"/>
                    <a:cs typeface="Calibri"/>
                    <a:sym typeface="Calibri"/>
                  </a:rPr>
                  <a:t># Weightage scale </a:t>
                </a:r>
                <a:endParaRPr/>
              </a:p>
              <a:p>
                <a:pPr indent="0" lvl="0" marL="0" marR="0" rtl="0" algn="ctr">
                  <a:spcBef>
                    <a:spcPts val="0"/>
                  </a:spcBef>
                  <a:spcAft>
                    <a:spcPts val="0"/>
                  </a:spcAft>
                  <a:buNone/>
                </a:pPr>
                <a:r>
                  <a:rPr lang="en-US" sz="800">
                    <a:solidFill>
                      <a:srgbClr val="000000"/>
                    </a:solidFill>
                    <a:latin typeface="Calibri"/>
                    <a:ea typeface="Calibri"/>
                    <a:cs typeface="Calibri"/>
                    <a:sym typeface="Calibri"/>
                  </a:rPr>
                  <a:t>(1-5 with 5 having highest weightage)</a:t>
                </a:r>
                <a:endParaRPr/>
              </a:p>
            </p:txBody>
          </p:sp>
          <p:sp>
            <p:nvSpPr>
              <p:cNvPr id="2658" name="Google Shape;2658;p45"/>
              <p:cNvSpPr txBox="1"/>
              <p:nvPr/>
            </p:nvSpPr>
            <p:spPr>
              <a:xfrm>
                <a:off x="7077929" y="156972"/>
                <a:ext cx="169251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DE8C04"/>
                    </a:solidFill>
                    <a:latin typeface="Quattrocento Sans"/>
                    <a:ea typeface="Quattrocento Sans"/>
                    <a:cs typeface="Quattrocento Sans"/>
                    <a:sym typeface="Quattrocento Sans"/>
                  </a:rPr>
                  <a:t>○ 	◔ 	◒ 	◕ 	●</a:t>
                </a:r>
                <a:endParaRPr sz="1800">
                  <a:solidFill>
                    <a:srgbClr val="DE8C04"/>
                  </a:solidFill>
                  <a:latin typeface="Calibri"/>
                  <a:ea typeface="Calibri"/>
                  <a:cs typeface="Calibri"/>
                  <a:sym typeface="Calibri"/>
                </a:endParaRPr>
              </a:p>
            </p:txBody>
          </p:sp>
        </p:grpSp>
      </p:gr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2" name="Shape 2662"/>
        <p:cNvGrpSpPr/>
        <p:nvPr/>
      </p:nvGrpSpPr>
      <p:grpSpPr>
        <a:xfrm>
          <a:off x="0" y="0"/>
          <a:ext cx="0" cy="0"/>
          <a:chOff x="0" y="0"/>
          <a:chExt cx="0" cy="0"/>
        </a:xfrm>
      </p:grpSpPr>
      <p:sp>
        <p:nvSpPr>
          <p:cNvPr id="2663" name="Google Shape;2663;p46"/>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aphicFrame>
        <p:nvGraphicFramePr>
          <p:cNvPr id="2664" name="Google Shape;2664;p46"/>
          <p:cNvGraphicFramePr/>
          <p:nvPr/>
        </p:nvGraphicFramePr>
        <p:xfrm>
          <a:off x="277925" y="1003096"/>
          <a:ext cx="3000000" cy="3000000"/>
        </p:xfrm>
        <a:graphic>
          <a:graphicData uri="http://schemas.openxmlformats.org/drawingml/2006/table">
            <a:tbl>
              <a:tblPr bandRow="1" firstRow="1">
                <a:noFill/>
                <a:tableStyleId>{79F220B3-E755-4BBC-BBFB-09FB2642B5B8}</a:tableStyleId>
              </a:tblPr>
              <a:tblGrid>
                <a:gridCol w="2285650"/>
                <a:gridCol w="983775"/>
                <a:gridCol w="1755725"/>
                <a:gridCol w="1755725"/>
                <a:gridCol w="1755725"/>
              </a:tblGrid>
              <a:tr h="346525">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Title</a:t>
                      </a:r>
                      <a:endParaRPr/>
                    </a:p>
                  </a:txBody>
                  <a:tcPr marT="34300" marB="34300" marR="68575" marL="68575" anchor="ctr">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Wt.</a:t>
                      </a:r>
                      <a:endParaRPr/>
                    </a:p>
                  </a:txBody>
                  <a:tcPr marT="34300" marB="34300" marR="68575" marL="68575" anchor="ctr">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1</a:t>
                      </a:r>
                      <a:endParaRPr/>
                    </a:p>
                  </a:txBody>
                  <a:tcPr marT="34300" marB="34300" marR="68575" marL="68575" anchor="ctr">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2</a:t>
                      </a:r>
                      <a:endParaRPr/>
                    </a:p>
                  </a:txBody>
                  <a:tcPr marT="34300" marB="34300" marR="68575" marL="68575" anchor="ctr">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4E84C4"/>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lang="en-US" sz="1100" u="none" cap="none" strike="noStrike">
                          <a:latin typeface="Calibri"/>
                          <a:ea typeface="Calibri"/>
                          <a:cs typeface="Calibri"/>
                          <a:sym typeface="Calibri"/>
                        </a:rPr>
                        <a:t>Option 3</a:t>
                      </a:r>
                      <a:endParaRPr/>
                    </a:p>
                  </a:txBody>
                  <a:tcPr marT="34300" marB="34300" marR="68575" marL="68575" anchor="ctr">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4E84C4"/>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F2F2F2"/>
                    </a:solidFill>
                  </a:tcPr>
                </a:tc>
              </a:tr>
              <a:tr h="234775">
                <a:tc>
                  <a:txBody>
                    <a:bodyPr/>
                    <a:lstStyle/>
                    <a:p>
                      <a:pPr indent="0" lvl="0" marL="0" marR="0" rtl="0" algn="l">
                        <a:lnSpc>
                          <a:spcPct val="100000"/>
                        </a:lnSpc>
                        <a:spcBef>
                          <a:spcPts val="0"/>
                        </a:spcBef>
                        <a:spcAft>
                          <a:spcPts val="0"/>
                        </a:spcAft>
                        <a:buClr>
                          <a:schemeClr val="dk1"/>
                        </a:buClr>
                        <a:buSzPts val="900"/>
                        <a:buFont typeface="Calibri"/>
                        <a:buNone/>
                      </a:pPr>
                      <a:r>
                        <a:rPr lang="en-US" sz="900" u="none" cap="none" strike="noStrike">
                          <a:latin typeface="Calibri"/>
                          <a:ea typeface="Calibri"/>
                          <a:cs typeface="Calibri"/>
                          <a:sym typeface="Calibri"/>
                        </a:rPr>
                        <a:t>Lorem ipsum dolor</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D89225"/>
                        </a:buClr>
                        <a:buSzPts val="1200"/>
                        <a:buFont typeface="Calibri"/>
                        <a:buNone/>
                      </a:pPr>
                      <a:r>
                        <a:rPr lang="en-US" sz="1200" u="none" cap="none" strike="noStrike">
                          <a:solidFill>
                            <a:srgbClr val="D89225"/>
                          </a:solidFill>
                          <a:latin typeface="Calibri"/>
                          <a:ea typeface="Calibri"/>
                          <a:cs typeface="Calibri"/>
                          <a:sym typeface="Calibri"/>
                        </a:rPr>
                        <a:t>●</a:t>
                      </a:r>
                      <a:endParaRPr sz="1200" u="none" cap="none" strike="noStrike">
                        <a:solidFill>
                          <a:srgbClr val="D89225"/>
                        </a:solidFill>
                        <a:latin typeface="Calibri"/>
                        <a:ea typeface="Calibri"/>
                        <a:cs typeface="Calibri"/>
                        <a:sym typeface="Calibri"/>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US" sz="1000" u="none" cap="none" strike="noStrike">
                          <a:latin typeface="Calibri"/>
                          <a:ea typeface="Calibri"/>
                          <a:cs typeface="Calibri"/>
                          <a:sym typeface="Calibri"/>
                        </a:rPr>
                        <a:t>+</a:t>
                      </a:r>
                      <a:endParaRPr/>
                    </a:p>
                  </a:txBody>
                  <a:tcPr marT="34300" marB="34300" marR="68575" marL="6857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solidFill>
                      <a:srgbClr val="D8D8D8"/>
                    </a:solidFill>
                  </a:tcPr>
                </a:tc>
              </a:tr>
            </a:tbl>
          </a:graphicData>
        </a:graphic>
      </p:graphicFrame>
      <p:sp>
        <p:nvSpPr>
          <p:cNvPr id="2665" name="Google Shape;2665;p46"/>
          <p:cNvSpPr txBox="1"/>
          <p:nvPr/>
        </p:nvSpPr>
        <p:spPr>
          <a:xfrm>
            <a:off x="324261" y="4427792"/>
            <a:ext cx="4254370" cy="1384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US" sz="900">
                <a:solidFill>
                  <a:schemeClr val="dk1"/>
                </a:solidFill>
                <a:latin typeface="Calibri"/>
                <a:ea typeface="Calibri"/>
                <a:cs typeface="Calibri"/>
                <a:sym typeface="Calibri"/>
              </a:rPr>
              <a:t>Legend: + least favourable = 1 point, ++ medium = 2 points. +++ most favourable = 3 points</a:t>
            </a:r>
            <a:endParaRPr/>
          </a:p>
        </p:txBody>
      </p:sp>
      <p:grpSp>
        <p:nvGrpSpPr>
          <p:cNvPr id="2666" name="Google Shape;2666;p46"/>
          <p:cNvGrpSpPr/>
          <p:nvPr/>
        </p:nvGrpSpPr>
        <p:grpSpPr>
          <a:xfrm>
            <a:off x="6957348" y="137160"/>
            <a:ext cx="1857201" cy="774192"/>
            <a:chOff x="6957348" y="137160"/>
            <a:chExt cx="1857201" cy="774192"/>
          </a:xfrm>
        </p:grpSpPr>
        <p:sp>
          <p:nvSpPr>
            <p:cNvPr id="2667" name="Google Shape;2667;p46"/>
            <p:cNvSpPr/>
            <p:nvPr/>
          </p:nvSpPr>
          <p:spPr>
            <a:xfrm>
              <a:off x="6957348" y="137160"/>
              <a:ext cx="1857201" cy="774192"/>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203194" lvl="0" marL="285744" marR="0" rtl="0" algn="l">
                <a:spcBef>
                  <a:spcPts val="0"/>
                </a:spcBef>
                <a:spcAft>
                  <a:spcPts val="0"/>
                </a:spcAft>
                <a:buClr>
                  <a:schemeClr val="dk1"/>
                </a:buClr>
                <a:buSzPts val="1300"/>
                <a:buFont typeface="Arial"/>
                <a:buNone/>
              </a:pPr>
              <a:r>
                <a:t/>
              </a:r>
              <a:endParaRPr sz="1300">
                <a:solidFill>
                  <a:srgbClr val="000000"/>
                </a:solidFill>
                <a:latin typeface="Calibri"/>
                <a:ea typeface="Calibri"/>
                <a:cs typeface="Calibri"/>
                <a:sym typeface="Calibri"/>
              </a:endParaRPr>
            </a:p>
          </p:txBody>
        </p:sp>
        <p:grpSp>
          <p:nvGrpSpPr>
            <p:cNvPr id="2668" name="Google Shape;2668;p46"/>
            <p:cNvGrpSpPr/>
            <p:nvPr/>
          </p:nvGrpSpPr>
          <p:grpSpPr>
            <a:xfrm>
              <a:off x="7077929" y="167317"/>
              <a:ext cx="1692514" cy="696828"/>
              <a:chOff x="7077929" y="156972"/>
              <a:chExt cx="1692514" cy="696828"/>
            </a:xfrm>
          </p:grpSpPr>
          <p:grpSp>
            <p:nvGrpSpPr>
              <p:cNvPr id="2669" name="Google Shape;2669;p46"/>
              <p:cNvGrpSpPr/>
              <p:nvPr/>
            </p:nvGrpSpPr>
            <p:grpSpPr>
              <a:xfrm>
                <a:off x="7204990" y="415675"/>
                <a:ext cx="1356059" cy="160974"/>
                <a:chOff x="7243315" y="338975"/>
                <a:chExt cx="1356059" cy="160974"/>
              </a:xfrm>
            </p:grpSpPr>
            <p:sp>
              <p:nvSpPr>
                <p:cNvPr id="2670" name="Google Shape;2670;p46"/>
                <p:cNvSpPr txBox="1"/>
                <p:nvPr/>
              </p:nvSpPr>
              <p:spPr>
                <a:xfrm>
                  <a:off x="7243315" y="361450"/>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1</a:t>
                  </a:r>
                  <a:endParaRPr/>
                </a:p>
              </p:txBody>
            </p:sp>
            <p:sp>
              <p:nvSpPr>
                <p:cNvPr id="2671" name="Google Shape;2671;p46"/>
                <p:cNvSpPr txBox="1"/>
                <p:nvPr/>
              </p:nvSpPr>
              <p:spPr>
                <a:xfrm>
                  <a:off x="7574874" y="34893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2</a:t>
                  </a:r>
                  <a:endParaRPr/>
                </a:p>
              </p:txBody>
            </p:sp>
            <p:sp>
              <p:nvSpPr>
                <p:cNvPr id="2672" name="Google Shape;2672;p46"/>
                <p:cNvSpPr txBox="1"/>
                <p:nvPr/>
              </p:nvSpPr>
              <p:spPr>
                <a:xfrm>
                  <a:off x="7889491" y="34408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3</a:t>
                  </a:r>
                  <a:endParaRPr/>
                </a:p>
              </p:txBody>
            </p:sp>
            <p:sp>
              <p:nvSpPr>
                <p:cNvPr id="2673" name="Google Shape;2673;p46"/>
                <p:cNvSpPr txBox="1"/>
                <p:nvPr/>
              </p:nvSpPr>
              <p:spPr>
                <a:xfrm>
                  <a:off x="8219459" y="348933"/>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4</a:t>
                  </a:r>
                  <a:endParaRPr/>
                </a:p>
              </p:txBody>
            </p:sp>
            <p:sp>
              <p:nvSpPr>
                <p:cNvPr id="2674" name="Google Shape;2674;p46"/>
                <p:cNvSpPr txBox="1"/>
                <p:nvPr/>
              </p:nvSpPr>
              <p:spPr>
                <a:xfrm>
                  <a:off x="8541666" y="338975"/>
                  <a:ext cx="57708" cy="1384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000000"/>
                      </a:solidFill>
                      <a:latin typeface="Calibri"/>
                      <a:ea typeface="Calibri"/>
                      <a:cs typeface="Calibri"/>
                      <a:sym typeface="Calibri"/>
                    </a:rPr>
                    <a:t>5</a:t>
                  </a:r>
                  <a:endParaRPr/>
                </a:p>
              </p:txBody>
            </p:sp>
          </p:grpSp>
          <p:sp>
            <p:nvSpPr>
              <p:cNvPr id="2675" name="Google Shape;2675;p46"/>
              <p:cNvSpPr/>
              <p:nvPr/>
            </p:nvSpPr>
            <p:spPr>
              <a:xfrm>
                <a:off x="7101556" y="607579"/>
                <a:ext cx="1562927"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00">
                    <a:solidFill>
                      <a:srgbClr val="000000"/>
                    </a:solidFill>
                    <a:latin typeface="Calibri"/>
                    <a:ea typeface="Calibri"/>
                    <a:cs typeface="Calibri"/>
                    <a:sym typeface="Calibri"/>
                  </a:rPr>
                  <a:t># Weightage scale </a:t>
                </a:r>
                <a:endParaRPr/>
              </a:p>
              <a:p>
                <a:pPr indent="0" lvl="0" marL="0" marR="0" rtl="0" algn="ctr">
                  <a:spcBef>
                    <a:spcPts val="0"/>
                  </a:spcBef>
                  <a:spcAft>
                    <a:spcPts val="0"/>
                  </a:spcAft>
                  <a:buNone/>
                </a:pPr>
                <a:r>
                  <a:rPr lang="en-US" sz="800">
                    <a:solidFill>
                      <a:srgbClr val="000000"/>
                    </a:solidFill>
                    <a:latin typeface="Calibri"/>
                    <a:ea typeface="Calibri"/>
                    <a:cs typeface="Calibri"/>
                    <a:sym typeface="Calibri"/>
                  </a:rPr>
                  <a:t>(1-5 with 5 having highest weightage)</a:t>
                </a:r>
                <a:endParaRPr/>
              </a:p>
            </p:txBody>
          </p:sp>
          <p:sp>
            <p:nvSpPr>
              <p:cNvPr id="2676" name="Google Shape;2676;p46"/>
              <p:cNvSpPr txBox="1"/>
              <p:nvPr/>
            </p:nvSpPr>
            <p:spPr>
              <a:xfrm>
                <a:off x="7077929" y="156972"/>
                <a:ext cx="169251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DE8C04"/>
                    </a:solidFill>
                    <a:latin typeface="Quattrocento Sans"/>
                    <a:ea typeface="Quattrocento Sans"/>
                    <a:cs typeface="Quattrocento Sans"/>
                    <a:sym typeface="Quattrocento Sans"/>
                  </a:rPr>
                  <a:t>○ 	◔ 	◒ 	◕ 	●</a:t>
                </a:r>
                <a:endParaRPr sz="1800">
                  <a:solidFill>
                    <a:srgbClr val="DE8C04"/>
                  </a:solidFill>
                  <a:latin typeface="Calibri"/>
                  <a:ea typeface="Calibri"/>
                  <a:cs typeface="Calibri"/>
                  <a:sym typeface="Calibri"/>
                </a:endParaRPr>
              </a:p>
            </p:txBody>
          </p:sp>
        </p:grpSp>
      </p:grpSp>
      <p:sp>
        <p:nvSpPr>
          <p:cNvPr id="2677" name="Google Shape;2677;p46"/>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678" name="Google Shape;2678;p4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2" name="Shape 2682"/>
        <p:cNvGrpSpPr/>
        <p:nvPr/>
      </p:nvGrpSpPr>
      <p:grpSpPr>
        <a:xfrm>
          <a:off x="0" y="0"/>
          <a:ext cx="0" cy="0"/>
          <a:chOff x="0" y="0"/>
          <a:chExt cx="0" cy="0"/>
        </a:xfrm>
      </p:grpSpPr>
      <p:sp>
        <p:nvSpPr>
          <p:cNvPr id="2683" name="Google Shape;2683;p4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684" name="Google Shape;2684;p4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685" name="Google Shape;2685;p4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2686" name="Google Shape;2686;p47"/>
          <p:cNvGrpSpPr/>
          <p:nvPr/>
        </p:nvGrpSpPr>
        <p:grpSpPr>
          <a:xfrm>
            <a:off x="406911" y="996983"/>
            <a:ext cx="1982718" cy="3149534"/>
            <a:chOff x="360433" y="842963"/>
            <a:chExt cx="1982718" cy="3149534"/>
          </a:xfrm>
        </p:grpSpPr>
        <p:grpSp>
          <p:nvGrpSpPr>
            <p:cNvPr id="2687" name="Google Shape;2687;p47"/>
            <p:cNvGrpSpPr/>
            <p:nvPr/>
          </p:nvGrpSpPr>
          <p:grpSpPr>
            <a:xfrm>
              <a:off x="360433" y="842963"/>
              <a:ext cx="1982718" cy="3149534"/>
              <a:chOff x="273050" y="779463"/>
              <a:chExt cx="2302263" cy="3657130"/>
            </a:xfrm>
          </p:grpSpPr>
          <p:sp>
            <p:nvSpPr>
              <p:cNvPr id="2688" name="Google Shape;2688;p47"/>
              <p:cNvSpPr/>
              <p:nvPr/>
            </p:nvSpPr>
            <p:spPr>
              <a:xfrm>
                <a:off x="392319" y="1418711"/>
                <a:ext cx="2182994" cy="708388"/>
              </a:xfrm>
              <a:prstGeom prst="roundRect">
                <a:avLst>
                  <a:gd fmla="val 5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Retail</a:t>
                </a:r>
                <a:endParaRPr/>
              </a:p>
            </p:txBody>
          </p:sp>
          <p:sp>
            <p:nvSpPr>
              <p:cNvPr id="2689" name="Google Shape;2689;p47"/>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0" name="Google Shape;2690;p47"/>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chemeClr val="lt1"/>
                </a:solidFill>
                <a:latin typeface="Calibri"/>
                <a:ea typeface="Calibri"/>
                <a:cs typeface="Calibri"/>
                <a:sym typeface="Calibri"/>
              </a:endParaRPr>
            </a:p>
            <a:p>
              <a:pPr indent="0" lvl="0" marL="0" marR="0" rtl="0" algn="l">
                <a:spcBef>
                  <a:spcPts val="134"/>
                </a:spcBef>
                <a:spcAft>
                  <a:spcPts val="0"/>
                </a:spcAft>
                <a:buNone/>
              </a:pPr>
              <a:r>
                <a:t/>
              </a:r>
              <a:endParaRPr b="1" sz="1000">
                <a:solidFill>
                  <a:schemeClr val="lt1"/>
                </a:solidFill>
                <a:latin typeface="Calibri"/>
                <a:ea typeface="Calibri"/>
                <a:cs typeface="Calibri"/>
                <a:sym typeface="Calibri"/>
              </a:endParaRPr>
            </a:p>
          </p:txBody>
        </p:sp>
      </p:grpSp>
      <p:grpSp>
        <p:nvGrpSpPr>
          <p:cNvPr id="2691" name="Google Shape;2691;p47"/>
          <p:cNvGrpSpPr/>
          <p:nvPr/>
        </p:nvGrpSpPr>
        <p:grpSpPr>
          <a:xfrm>
            <a:off x="2522731" y="996983"/>
            <a:ext cx="1982718" cy="3149534"/>
            <a:chOff x="360433" y="842963"/>
            <a:chExt cx="1982718" cy="3149534"/>
          </a:xfrm>
        </p:grpSpPr>
        <p:grpSp>
          <p:nvGrpSpPr>
            <p:cNvPr id="2692" name="Google Shape;2692;p47"/>
            <p:cNvGrpSpPr/>
            <p:nvPr/>
          </p:nvGrpSpPr>
          <p:grpSpPr>
            <a:xfrm>
              <a:off x="360433" y="842963"/>
              <a:ext cx="1982718" cy="3149534"/>
              <a:chOff x="273050" y="779463"/>
              <a:chExt cx="2302263" cy="3657130"/>
            </a:xfrm>
          </p:grpSpPr>
          <p:sp>
            <p:nvSpPr>
              <p:cNvPr id="2693" name="Google Shape;2693;p47"/>
              <p:cNvSpPr/>
              <p:nvPr/>
            </p:nvSpPr>
            <p:spPr>
              <a:xfrm>
                <a:off x="392319" y="1418711"/>
                <a:ext cx="2182994" cy="708388"/>
              </a:xfrm>
              <a:prstGeom prst="roundRect">
                <a:avLst>
                  <a:gd fmla="val 5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Logistics</a:t>
                </a:r>
                <a:endParaRPr/>
              </a:p>
            </p:txBody>
          </p:sp>
          <p:sp>
            <p:nvSpPr>
              <p:cNvPr id="2694" name="Google Shape;2694;p47"/>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5" name="Google Shape;2695;p47"/>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chemeClr val="lt1"/>
                </a:solidFill>
                <a:latin typeface="Calibri"/>
                <a:ea typeface="Calibri"/>
                <a:cs typeface="Calibri"/>
                <a:sym typeface="Calibri"/>
              </a:endParaRPr>
            </a:p>
            <a:p>
              <a:pPr indent="0" lvl="0" marL="0" marR="0" rtl="0" algn="l">
                <a:spcBef>
                  <a:spcPts val="134"/>
                </a:spcBef>
                <a:spcAft>
                  <a:spcPts val="0"/>
                </a:spcAft>
                <a:buNone/>
              </a:pPr>
              <a:r>
                <a:t/>
              </a:r>
              <a:endParaRPr b="1" sz="1000">
                <a:solidFill>
                  <a:schemeClr val="lt1"/>
                </a:solidFill>
                <a:latin typeface="Calibri"/>
                <a:ea typeface="Calibri"/>
                <a:cs typeface="Calibri"/>
                <a:sym typeface="Calibri"/>
              </a:endParaRPr>
            </a:p>
          </p:txBody>
        </p:sp>
      </p:grpSp>
      <p:grpSp>
        <p:nvGrpSpPr>
          <p:cNvPr id="2696" name="Google Shape;2696;p47"/>
          <p:cNvGrpSpPr/>
          <p:nvPr/>
        </p:nvGrpSpPr>
        <p:grpSpPr>
          <a:xfrm>
            <a:off x="4638551" y="996983"/>
            <a:ext cx="1982718" cy="3149534"/>
            <a:chOff x="360433" y="842963"/>
            <a:chExt cx="1982718" cy="3149534"/>
          </a:xfrm>
        </p:grpSpPr>
        <p:grpSp>
          <p:nvGrpSpPr>
            <p:cNvPr id="2697" name="Google Shape;2697;p47"/>
            <p:cNvGrpSpPr/>
            <p:nvPr/>
          </p:nvGrpSpPr>
          <p:grpSpPr>
            <a:xfrm>
              <a:off x="360433" y="842963"/>
              <a:ext cx="1982718" cy="3149534"/>
              <a:chOff x="273050" y="779463"/>
              <a:chExt cx="2302263" cy="3657130"/>
            </a:xfrm>
          </p:grpSpPr>
          <p:sp>
            <p:nvSpPr>
              <p:cNvPr id="2698" name="Google Shape;2698;p47"/>
              <p:cNvSpPr/>
              <p:nvPr/>
            </p:nvSpPr>
            <p:spPr>
              <a:xfrm>
                <a:off x="392319" y="1418711"/>
                <a:ext cx="2182994" cy="708388"/>
              </a:xfrm>
              <a:prstGeom prst="roundRect">
                <a:avLst>
                  <a:gd fmla="val 5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Insurance</a:t>
                </a:r>
                <a:endParaRPr/>
              </a:p>
            </p:txBody>
          </p:sp>
          <p:sp>
            <p:nvSpPr>
              <p:cNvPr id="2699" name="Google Shape;2699;p47"/>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0" name="Google Shape;2700;p47"/>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chemeClr val="lt1"/>
                </a:solidFill>
                <a:latin typeface="Calibri"/>
                <a:ea typeface="Calibri"/>
                <a:cs typeface="Calibri"/>
                <a:sym typeface="Calibri"/>
              </a:endParaRPr>
            </a:p>
            <a:p>
              <a:pPr indent="0" lvl="0" marL="0" marR="0" rtl="0" algn="l">
                <a:spcBef>
                  <a:spcPts val="134"/>
                </a:spcBef>
                <a:spcAft>
                  <a:spcPts val="0"/>
                </a:spcAft>
                <a:buNone/>
              </a:pPr>
              <a:r>
                <a:t/>
              </a:r>
              <a:endParaRPr b="1" sz="1000">
                <a:solidFill>
                  <a:schemeClr val="lt1"/>
                </a:solidFill>
                <a:latin typeface="Calibri"/>
                <a:ea typeface="Calibri"/>
                <a:cs typeface="Calibri"/>
                <a:sym typeface="Calibri"/>
              </a:endParaRPr>
            </a:p>
          </p:txBody>
        </p:sp>
      </p:grpSp>
      <p:grpSp>
        <p:nvGrpSpPr>
          <p:cNvPr id="2701" name="Google Shape;2701;p47"/>
          <p:cNvGrpSpPr/>
          <p:nvPr/>
        </p:nvGrpSpPr>
        <p:grpSpPr>
          <a:xfrm>
            <a:off x="6754371" y="996983"/>
            <a:ext cx="1982718" cy="3149534"/>
            <a:chOff x="360433" y="842963"/>
            <a:chExt cx="1982718" cy="3149534"/>
          </a:xfrm>
        </p:grpSpPr>
        <p:grpSp>
          <p:nvGrpSpPr>
            <p:cNvPr id="2702" name="Google Shape;2702;p47"/>
            <p:cNvGrpSpPr/>
            <p:nvPr/>
          </p:nvGrpSpPr>
          <p:grpSpPr>
            <a:xfrm>
              <a:off x="360433" y="842963"/>
              <a:ext cx="1982718" cy="3149534"/>
              <a:chOff x="273050" y="779463"/>
              <a:chExt cx="2302263" cy="3657130"/>
            </a:xfrm>
          </p:grpSpPr>
          <p:sp>
            <p:nvSpPr>
              <p:cNvPr id="2703" name="Google Shape;2703;p47"/>
              <p:cNvSpPr/>
              <p:nvPr/>
            </p:nvSpPr>
            <p:spPr>
              <a:xfrm>
                <a:off x="392319" y="1418711"/>
                <a:ext cx="2182994" cy="708388"/>
              </a:xfrm>
              <a:prstGeom prst="roundRect">
                <a:avLst>
                  <a:gd fmla="val 5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Life Sciences</a:t>
                </a:r>
                <a:endParaRPr/>
              </a:p>
            </p:txBody>
          </p:sp>
          <p:sp>
            <p:nvSpPr>
              <p:cNvPr id="2704" name="Google Shape;2704;p47"/>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5" name="Google Shape;2705;p47"/>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chemeClr val="lt1"/>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chemeClr val="lt1"/>
                </a:solidFill>
                <a:latin typeface="Calibri"/>
                <a:ea typeface="Calibri"/>
                <a:cs typeface="Calibri"/>
                <a:sym typeface="Calibri"/>
              </a:endParaRPr>
            </a:p>
            <a:p>
              <a:pPr indent="0" lvl="0" marL="0" marR="0" rtl="0" algn="l">
                <a:spcBef>
                  <a:spcPts val="134"/>
                </a:spcBef>
                <a:spcAft>
                  <a:spcPts val="0"/>
                </a:spcAft>
                <a:buNone/>
              </a:pPr>
              <a:r>
                <a:t/>
              </a:r>
              <a:endParaRPr b="1" sz="1000">
                <a:solidFill>
                  <a:schemeClr val="lt1"/>
                </a:solidFill>
                <a:latin typeface="Calibri"/>
                <a:ea typeface="Calibri"/>
                <a:cs typeface="Calibri"/>
                <a:sym typeface="Calibri"/>
              </a:endParaRPr>
            </a:p>
          </p:txBody>
        </p:sp>
      </p:grpSp>
      <p:sp>
        <p:nvSpPr>
          <p:cNvPr id="2706" name="Google Shape;2706;p47"/>
          <p:cNvSpPr txBox="1"/>
          <p:nvPr/>
        </p:nvSpPr>
        <p:spPr>
          <a:xfrm>
            <a:off x="95468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07" name="Google Shape;2707;p47"/>
          <p:cNvSpPr txBox="1"/>
          <p:nvPr/>
        </p:nvSpPr>
        <p:spPr>
          <a:xfrm>
            <a:off x="309590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08" name="Google Shape;2708;p47"/>
          <p:cNvSpPr txBox="1"/>
          <p:nvPr/>
        </p:nvSpPr>
        <p:spPr>
          <a:xfrm>
            <a:off x="519140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09" name="Google Shape;2709;p47"/>
          <p:cNvSpPr txBox="1"/>
          <p:nvPr/>
        </p:nvSpPr>
        <p:spPr>
          <a:xfrm>
            <a:off x="736691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3" name="Shape 2713"/>
        <p:cNvGrpSpPr/>
        <p:nvPr/>
      </p:nvGrpSpPr>
      <p:grpSpPr>
        <a:xfrm>
          <a:off x="0" y="0"/>
          <a:ext cx="0" cy="0"/>
          <a:chOff x="0" y="0"/>
          <a:chExt cx="0" cy="0"/>
        </a:xfrm>
      </p:grpSpPr>
      <p:sp>
        <p:nvSpPr>
          <p:cNvPr id="2714" name="Google Shape;2714;p4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2715" name="Google Shape;2715;p48"/>
          <p:cNvGrpSpPr/>
          <p:nvPr/>
        </p:nvGrpSpPr>
        <p:grpSpPr>
          <a:xfrm>
            <a:off x="406911" y="996983"/>
            <a:ext cx="1982718" cy="3149534"/>
            <a:chOff x="360433" y="842963"/>
            <a:chExt cx="1982718" cy="3149534"/>
          </a:xfrm>
        </p:grpSpPr>
        <p:grpSp>
          <p:nvGrpSpPr>
            <p:cNvPr id="2716" name="Google Shape;2716;p48"/>
            <p:cNvGrpSpPr/>
            <p:nvPr/>
          </p:nvGrpSpPr>
          <p:grpSpPr>
            <a:xfrm>
              <a:off x="360433" y="842963"/>
              <a:ext cx="1982718" cy="3149534"/>
              <a:chOff x="273050" y="779463"/>
              <a:chExt cx="2302263" cy="3657130"/>
            </a:xfrm>
          </p:grpSpPr>
          <p:sp>
            <p:nvSpPr>
              <p:cNvPr id="2717" name="Google Shape;2717;p48"/>
              <p:cNvSpPr/>
              <p:nvPr/>
            </p:nvSpPr>
            <p:spPr>
              <a:xfrm>
                <a:off x="392319" y="1418711"/>
                <a:ext cx="2182994" cy="708388"/>
              </a:xfrm>
              <a:prstGeom prst="roundRect">
                <a:avLst>
                  <a:gd fmla="val 5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Retail</a:t>
                </a:r>
                <a:endParaRPr/>
              </a:p>
            </p:txBody>
          </p:sp>
          <p:sp>
            <p:nvSpPr>
              <p:cNvPr id="2718" name="Google Shape;2718;p48"/>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9" name="Google Shape;2719;p48"/>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rgbClr val="000000"/>
                </a:solidFill>
                <a:latin typeface="Calibri"/>
                <a:ea typeface="Calibri"/>
                <a:cs typeface="Calibri"/>
                <a:sym typeface="Calibri"/>
              </a:endParaRPr>
            </a:p>
            <a:p>
              <a:pPr indent="0" lvl="0" marL="0" marR="0" rtl="0" algn="l">
                <a:spcBef>
                  <a:spcPts val="134"/>
                </a:spcBef>
                <a:spcAft>
                  <a:spcPts val="0"/>
                </a:spcAft>
                <a:buNone/>
              </a:pPr>
              <a:r>
                <a:t/>
              </a:r>
              <a:endParaRPr b="1" sz="1000">
                <a:solidFill>
                  <a:srgbClr val="4E84C4"/>
                </a:solidFill>
                <a:latin typeface="Calibri"/>
                <a:ea typeface="Calibri"/>
                <a:cs typeface="Calibri"/>
                <a:sym typeface="Calibri"/>
              </a:endParaRPr>
            </a:p>
          </p:txBody>
        </p:sp>
      </p:grpSp>
      <p:grpSp>
        <p:nvGrpSpPr>
          <p:cNvPr id="2720" name="Google Shape;2720;p48"/>
          <p:cNvGrpSpPr/>
          <p:nvPr/>
        </p:nvGrpSpPr>
        <p:grpSpPr>
          <a:xfrm>
            <a:off x="2522731" y="996983"/>
            <a:ext cx="1982718" cy="3149534"/>
            <a:chOff x="360433" y="842963"/>
            <a:chExt cx="1982718" cy="3149534"/>
          </a:xfrm>
        </p:grpSpPr>
        <p:grpSp>
          <p:nvGrpSpPr>
            <p:cNvPr id="2721" name="Google Shape;2721;p48"/>
            <p:cNvGrpSpPr/>
            <p:nvPr/>
          </p:nvGrpSpPr>
          <p:grpSpPr>
            <a:xfrm>
              <a:off x="360433" y="842963"/>
              <a:ext cx="1982718" cy="3149534"/>
              <a:chOff x="273050" y="779463"/>
              <a:chExt cx="2302263" cy="3657130"/>
            </a:xfrm>
          </p:grpSpPr>
          <p:sp>
            <p:nvSpPr>
              <p:cNvPr id="2722" name="Google Shape;2722;p48"/>
              <p:cNvSpPr/>
              <p:nvPr/>
            </p:nvSpPr>
            <p:spPr>
              <a:xfrm>
                <a:off x="392319" y="1418711"/>
                <a:ext cx="2182994" cy="708388"/>
              </a:xfrm>
              <a:prstGeom prst="roundRect">
                <a:avLst>
                  <a:gd fmla="val 5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Logistics</a:t>
                </a:r>
                <a:endParaRPr/>
              </a:p>
            </p:txBody>
          </p:sp>
          <p:sp>
            <p:nvSpPr>
              <p:cNvPr id="2723" name="Google Shape;2723;p48"/>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24" name="Google Shape;2724;p48"/>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rgbClr val="000000"/>
                </a:solidFill>
                <a:latin typeface="Calibri"/>
                <a:ea typeface="Calibri"/>
                <a:cs typeface="Calibri"/>
                <a:sym typeface="Calibri"/>
              </a:endParaRPr>
            </a:p>
            <a:p>
              <a:pPr indent="0" lvl="0" marL="0" marR="0" rtl="0" algn="l">
                <a:spcBef>
                  <a:spcPts val="134"/>
                </a:spcBef>
                <a:spcAft>
                  <a:spcPts val="0"/>
                </a:spcAft>
                <a:buNone/>
              </a:pPr>
              <a:r>
                <a:t/>
              </a:r>
              <a:endParaRPr b="1" sz="1000">
                <a:solidFill>
                  <a:srgbClr val="4E84C4"/>
                </a:solidFill>
                <a:latin typeface="Calibri"/>
                <a:ea typeface="Calibri"/>
                <a:cs typeface="Calibri"/>
                <a:sym typeface="Calibri"/>
              </a:endParaRPr>
            </a:p>
          </p:txBody>
        </p:sp>
      </p:grpSp>
      <p:grpSp>
        <p:nvGrpSpPr>
          <p:cNvPr id="2725" name="Google Shape;2725;p48"/>
          <p:cNvGrpSpPr/>
          <p:nvPr/>
        </p:nvGrpSpPr>
        <p:grpSpPr>
          <a:xfrm>
            <a:off x="4638551" y="996983"/>
            <a:ext cx="1982718" cy="3149534"/>
            <a:chOff x="360433" y="842963"/>
            <a:chExt cx="1982718" cy="3149534"/>
          </a:xfrm>
        </p:grpSpPr>
        <p:grpSp>
          <p:nvGrpSpPr>
            <p:cNvPr id="2726" name="Google Shape;2726;p48"/>
            <p:cNvGrpSpPr/>
            <p:nvPr/>
          </p:nvGrpSpPr>
          <p:grpSpPr>
            <a:xfrm>
              <a:off x="360433" y="842963"/>
              <a:ext cx="1982718" cy="3149534"/>
              <a:chOff x="273050" y="779463"/>
              <a:chExt cx="2302263" cy="3657130"/>
            </a:xfrm>
          </p:grpSpPr>
          <p:sp>
            <p:nvSpPr>
              <p:cNvPr id="2727" name="Google Shape;2727;p48"/>
              <p:cNvSpPr/>
              <p:nvPr/>
            </p:nvSpPr>
            <p:spPr>
              <a:xfrm>
                <a:off x="392319" y="1418711"/>
                <a:ext cx="2182994" cy="708388"/>
              </a:xfrm>
              <a:prstGeom prst="roundRect">
                <a:avLst>
                  <a:gd fmla="val 50000" name="adj"/>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Insurance</a:t>
                </a:r>
                <a:endParaRPr/>
              </a:p>
            </p:txBody>
          </p:sp>
          <p:sp>
            <p:nvSpPr>
              <p:cNvPr id="2728" name="Google Shape;2728;p48"/>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29" name="Google Shape;2729;p48"/>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rgbClr val="000000"/>
                </a:solidFill>
                <a:latin typeface="Calibri"/>
                <a:ea typeface="Calibri"/>
                <a:cs typeface="Calibri"/>
                <a:sym typeface="Calibri"/>
              </a:endParaRPr>
            </a:p>
            <a:p>
              <a:pPr indent="0" lvl="0" marL="0" marR="0" rtl="0" algn="l">
                <a:spcBef>
                  <a:spcPts val="134"/>
                </a:spcBef>
                <a:spcAft>
                  <a:spcPts val="0"/>
                </a:spcAft>
                <a:buNone/>
              </a:pPr>
              <a:r>
                <a:t/>
              </a:r>
              <a:endParaRPr b="1" sz="1000">
                <a:solidFill>
                  <a:srgbClr val="4E84C4"/>
                </a:solidFill>
                <a:latin typeface="Calibri"/>
                <a:ea typeface="Calibri"/>
                <a:cs typeface="Calibri"/>
                <a:sym typeface="Calibri"/>
              </a:endParaRPr>
            </a:p>
          </p:txBody>
        </p:sp>
      </p:grpSp>
      <p:grpSp>
        <p:nvGrpSpPr>
          <p:cNvPr id="2730" name="Google Shape;2730;p48"/>
          <p:cNvGrpSpPr/>
          <p:nvPr/>
        </p:nvGrpSpPr>
        <p:grpSpPr>
          <a:xfrm>
            <a:off x="6754371" y="996983"/>
            <a:ext cx="1982718" cy="3149534"/>
            <a:chOff x="360433" y="842963"/>
            <a:chExt cx="1982718" cy="3149534"/>
          </a:xfrm>
        </p:grpSpPr>
        <p:grpSp>
          <p:nvGrpSpPr>
            <p:cNvPr id="2731" name="Google Shape;2731;p48"/>
            <p:cNvGrpSpPr/>
            <p:nvPr/>
          </p:nvGrpSpPr>
          <p:grpSpPr>
            <a:xfrm>
              <a:off x="360433" y="842963"/>
              <a:ext cx="1982718" cy="3149534"/>
              <a:chOff x="273050" y="779463"/>
              <a:chExt cx="2302263" cy="3657130"/>
            </a:xfrm>
          </p:grpSpPr>
          <p:sp>
            <p:nvSpPr>
              <p:cNvPr id="2732" name="Google Shape;2732;p48"/>
              <p:cNvSpPr/>
              <p:nvPr/>
            </p:nvSpPr>
            <p:spPr>
              <a:xfrm>
                <a:off x="392319" y="1418711"/>
                <a:ext cx="2182994" cy="708388"/>
              </a:xfrm>
              <a:prstGeom prst="roundRect">
                <a:avLst>
                  <a:gd fmla="val 50000" name="adj"/>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Life Sciences</a:t>
                </a:r>
                <a:endParaRPr/>
              </a:p>
            </p:txBody>
          </p:sp>
          <p:sp>
            <p:nvSpPr>
              <p:cNvPr id="2733" name="Google Shape;2733;p48"/>
              <p:cNvSpPr/>
              <p:nvPr/>
            </p:nvSpPr>
            <p:spPr>
              <a:xfrm>
                <a:off x="273050" y="779463"/>
                <a:ext cx="484306" cy="3657130"/>
              </a:xfrm>
              <a:custGeom>
                <a:rect b="b" l="l" r="r" t="t"/>
                <a:pathLst>
                  <a:path extrusionOk="0" h="3657130" w="484306">
                    <a:moveTo>
                      <a:pt x="473464" y="3657130"/>
                    </a:moveTo>
                    <a:cubicBezTo>
                      <a:pt x="467464" y="3657130"/>
                      <a:pt x="462621" y="3652287"/>
                      <a:pt x="462621" y="3646288"/>
                    </a:cubicBezTo>
                    <a:lnTo>
                      <a:pt x="462621" y="1466799"/>
                    </a:lnTo>
                    <a:cubicBezTo>
                      <a:pt x="206517" y="1461016"/>
                      <a:pt x="0" y="1250921"/>
                      <a:pt x="0" y="993443"/>
                    </a:cubicBezTo>
                    <a:cubicBezTo>
                      <a:pt x="0" y="735966"/>
                      <a:pt x="206517" y="525870"/>
                      <a:pt x="462621" y="520088"/>
                    </a:cubicBezTo>
                    <a:lnTo>
                      <a:pt x="462621" y="10843"/>
                    </a:lnTo>
                    <a:cubicBezTo>
                      <a:pt x="462621" y="4843"/>
                      <a:pt x="467464" y="0"/>
                      <a:pt x="473464" y="0"/>
                    </a:cubicBezTo>
                    <a:cubicBezTo>
                      <a:pt x="479464" y="0"/>
                      <a:pt x="484307" y="4843"/>
                      <a:pt x="484307" y="10843"/>
                    </a:cubicBezTo>
                    <a:lnTo>
                      <a:pt x="484307" y="530822"/>
                    </a:lnTo>
                    <a:cubicBezTo>
                      <a:pt x="484307" y="536821"/>
                      <a:pt x="479464" y="541665"/>
                      <a:pt x="473464" y="541665"/>
                    </a:cubicBezTo>
                    <a:cubicBezTo>
                      <a:pt x="224335" y="541665"/>
                      <a:pt x="21685" y="744351"/>
                      <a:pt x="21685" y="993443"/>
                    </a:cubicBezTo>
                    <a:cubicBezTo>
                      <a:pt x="21685" y="1242536"/>
                      <a:pt x="224335" y="1445222"/>
                      <a:pt x="473464" y="1445222"/>
                    </a:cubicBezTo>
                    <a:cubicBezTo>
                      <a:pt x="479464" y="1445222"/>
                      <a:pt x="484307" y="1450065"/>
                      <a:pt x="484307" y="1456065"/>
                    </a:cubicBezTo>
                    <a:lnTo>
                      <a:pt x="484307" y="3646288"/>
                    </a:lnTo>
                    <a:cubicBezTo>
                      <a:pt x="484307" y="3652287"/>
                      <a:pt x="479464" y="3657130"/>
                      <a:pt x="473464" y="3657130"/>
                    </a:cubicBezTo>
                    <a:close/>
                  </a:path>
                </a:pathLst>
              </a:custGeom>
              <a:solidFill>
                <a:srgbClr val="B2B2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34" name="Google Shape;2734;p48"/>
            <p:cNvSpPr txBox="1"/>
            <p:nvPr/>
          </p:nvSpPr>
          <p:spPr>
            <a:xfrm>
              <a:off x="908203" y="2151723"/>
              <a:ext cx="1377798" cy="1692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Lorem ipsum dolor sit amet consectetur adipiscing elit. Quisque faucibus ex sapien vitae pellentesque sem placerat. Lorem ipsum dolor sit amet consectetur adipiscing elit. Quisque faucibus ex sapien vitae pellentesque sem placerat. </a:t>
              </a:r>
              <a:endParaRPr/>
            </a:p>
            <a:p>
              <a:pPr indent="0" lvl="0" marL="0" marR="0" rtl="0" algn="l">
                <a:spcBef>
                  <a:spcPts val="134"/>
                </a:spcBef>
                <a:spcAft>
                  <a:spcPts val="0"/>
                </a:spcAft>
                <a:buNone/>
              </a:pPr>
              <a:r>
                <a:t/>
              </a:r>
              <a:endParaRPr sz="1000">
                <a:solidFill>
                  <a:srgbClr val="000000"/>
                </a:solidFill>
                <a:latin typeface="Calibri"/>
                <a:ea typeface="Calibri"/>
                <a:cs typeface="Calibri"/>
                <a:sym typeface="Calibri"/>
              </a:endParaRPr>
            </a:p>
            <a:p>
              <a:pPr indent="0" lvl="0" marL="0" marR="0" rtl="0" algn="l">
                <a:spcBef>
                  <a:spcPts val="134"/>
                </a:spcBef>
                <a:spcAft>
                  <a:spcPts val="0"/>
                </a:spcAft>
                <a:buNone/>
              </a:pPr>
              <a:r>
                <a:t/>
              </a:r>
              <a:endParaRPr b="1" sz="1000">
                <a:solidFill>
                  <a:srgbClr val="4E84C4"/>
                </a:solidFill>
                <a:latin typeface="Calibri"/>
                <a:ea typeface="Calibri"/>
                <a:cs typeface="Calibri"/>
                <a:sym typeface="Calibri"/>
              </a:endParaRPr>
            </a:p>
          </p:txBody>
        </p:sp>
      </p:grpSp>
      <p:sp>
        <p:nvSpPr>
          <p:cNvPr id="2735" name="Google Shape;2735;p48"/>
          <p:cNvSpPr txBox="1"/>
          <p:nvPr/>
        </p:nvSpPr>
        <p:spPr>
          <a:xfrm>
            <a:off x="95468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36" name="Google Shape;2736;p48"/>
          <p:cNvSpPr txBox="1"/>
          <p:nvPr/>
        </p:nvSpPr>
        <p:spPr>
          <a:xfrm>
            <a:off x="309590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37" name="Google Shape;2737;p48"/>
          <p:cNvSpPr txBox="1"/>
          <p:nvPr/>
        </p:nvSpPr>
        <p:spPr>
          <a:xfrm>
            <a:off x="519140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38" name="Google Shape;2738;p48"/>
          <p:cNvSpPr txBox="1"/>
          <p:nvPr/>
        </p:nvSpPr>
        <p:spPr>
          <a:xfrm>
            <a:off x="7366911" y="1133745"/>
            <a:ext cx="1165860" cy="276999"/>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Customer Logo</a:t>
            </a:r>
            <a:endParaRPr/>
          </a:p>
        </p:txBody>
      </p:sp>
      <p:sp>
        <p:nvSpPr>
          <p:cNvPr id="2739" name="Google Shape;2739;p4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740" name="Google Shape;2740;p4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5" name="Shape 2745"/>
        <p:cNvGrpSpPr/>
        <p:nvPr/>
      </p:nvGrpSpPr>
      <p:grpSpPr>
        <a:xfrm>
          <a:off x="0" y="0"/>
          <a:ext cx="0" cy="0"/>
          <a:chOff x="0" y="0"/>
          <a:chExt cx="0" cy="0"/>
        </a:xfrm>
      </p:grpSpPr>
      <p:sp>
        <p:nvSpPr>
          <p:cNvPr id="2746" name="Google Shape;2746;p49"/>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2747" name="Google Shape;2747;p49"/>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2748" name="Google Shape;2748;p4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rm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pic>
        <p:nvPicPr>
          <p:cNvPr id="2749" name="Google Shape;2749;p49"/>
          <p:cNvPicPr preferRelativeResize="0"/>
          <p:nvPr/>
        </p:nvPicPr>
        <p:blipFill rotWithShape="1">
          <a:blip r:embed="rId3">
            <a:alphaModFix amt="30000"/>
          </a:blip>
          <a:srcRect b="0" l="0" r="0" t="0"/>
          <a:stretch/>
        </p:blipFill>
        <p:spPr>
          <a:xfrm>
            <a:off x="5119690" y="3504926"/>
            <a:ext cx="1146918" cy="779176"/>
          </a:xfrm>
          <a:prstGeom prst="rect">
            <a:avLst/>
          </a:prstGeom>
          <a:noFill/>
          <a:ln>
            <a:noFill/>
          </a:ln>
        </p:spPr>
      </p:pic>
      <p:cxnSp>
        <p:nvCxnSpPr>
          <p:cNvPr id="2750" name="Google Shape;2750;p49"/>
          <p:cNvCxnSpPr/>
          <p:nvPr/>
        </p:nvCxnSpPr>
        <p:spPr>
          <a:xfrm>
            <a:off x="6345868" y="748358"/>
            <a:ext cx="0" cy="3646932"/>
          </a:xfrm>
          <a:prstGeom prst="straightConnector1">
            <a:avLst/>
          </a:prstGeom>
          <a:noFill/>
          <a:ln cap="flat" cmpd="sng" w="9525">
            <a:solidFill>
              <a:srgbClr val="7F7F7F"/>
            </a:solidFill>
            <a:prstDash val="solid"/>
            <a:round/>
            <a:headEnd len="sm" w="sm" type="none"/>
            <a:tailEnd len="sm" w="sm" type="none"/>
          </a:ln>
        </p:spPr>
      </p:cxnSp>
      <p:cxnSp>
        <p:nvCxnSpPr>
          <p:cNvPr id="2751" name="Google Shape;2751;p49"/>
          <p:cNvCxnSpPr/>
          <p:nvPr/>
        </p:nvCxnSpPr>
        <p:spPr>
          <a:xfrm>
            <a:off x="3748718" y="748358"/>
            <a:ext cx="0" cy="3646932"/>
          </a:xfrm>
          <a:prstGeom prst="straightConnector1">
            <a:avLst/>
          </a:prstGeom>
          <a:noFill/>
          <a:ln cap="flat" cmpd="sng" w="9525">
            <a:solidFill>
              <a:srgbClr val="7F7F7F"/>
            </a:solidFill>
            <a:prstDash val="solid"/>
            <a:round/>
            <a:headEnd len="sm" w="sm" type="none"/>
            <a:tailEnd len="sm" w="sm" type="none"/>
          </a:ln>
        </p:spPr>
      </p:cxnSp>
      <p:cxnSp>
        <p:nvCxnSpPr>
          <p:cNvPr id="2752" name="Google Shape;2752;p49"/>
          <p:cNvCxnSpPr/>
          <p:nvPr/>
        </p:nvCxnSpPr>
        <p:spPr>
          <a:xfrm>
            <a:off x="2535479" y="1177010"/>
            <a:ext cx="0" cy="2211223"/>
          </a:xfrm>
          <a:prstGeom prst="straightConnector1">
            <a:avLst/>
          </a:prstGeom>
          <a:noFill/>
          <a:ln cap="flat" cmpd="sng" w="9525">
            <a:solidFill>
              <a:srgbClr val="7F7F7F"/>
            </a:solidFill>
            <a:prstDash val="solid"/>
            <a:round/>
            <a:headEnd len="sm" w="sm" type="none"/>
            <a:tailEnd len="sm" w="sm" type="none"/>
          </a:ln>
        </p:spPr>
      </p:cxnSp>
      <p:grpSp>
        <p:nvGrpSpPr>
          <p:cNvPr id="2753" name="Google Shape;2753;p49"/>
          <p:cNvGrpSpPr/>
          <p:nvPr/>
        </p:nvGrpSpPr>
        <p:grpSpPr>
          <a:xfrm>
            <a:off x="6564944" y="748359"/>
            <a:ext cx="2158998" cy="393192"/>
            <a:chOff x="6496050" y="893318"/>
            <a:chExt cx="2158998" cy="393192"/>
          </a:xfrm>
        </p:grpSpPr>
        <p:sp>
          <p:nvSpPr>
            <p:cNvPr id="2754" name="Google Shape;2754;p49"/>
            <p:cNvSpPr/>
            <p:nvPr/>
          </p:nvSpPr>
          <p:spPr>
            <a:xfrm>
              <a:off x="6800850" y="933014"/>
              <a:ext cx="1854198" cy="313801"/>
            </a:xfrm>
            <a:prstGeom prst="rect">
              <a:avLst/>
            </a:prstGeom>
            <a:no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lt1"/>
                  </a:solidFill>
                  <a:latin typeface="Calibri"/>
                  <a:ea typeface="Calibri"/>
                  <a:cs typeface="Calibri"/>
                  <a:sym typeface="Calibri"/>
                </a:rPr>
                <a:t>Lorem ipsum dolor</a:t>
              </a:r>
              <a:endParaRPr/>
            </a:p>
          </p:txBody>
        </p:sp>
        <p:sp>
          <p:nvSpPr>
            <p:cNvPr id="2755" name="Google Shape;2755;p49"/>
            <p:cNvSpPr/>
            <p:nvPr/>
          </p:nvSpPr>
          <p:spPr>
            <a:xfrm rot="5400000">
              <a:off x="6496304" y="893064"/>
              <a:ext cx="393192" cy="393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9"/>
            <p:cNvSpPr txBox="1"/>
            <p:nvPr/>
          </p:nvSpPr>
          <p:spPr>
            <a:xfrm>
              <a:off x="65537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3</a:t>
              </a:r>
              <a:endParaRPr/>
            </a:p>
          </p:txBody>
        </p:sp>
      </p:grpSp>
      <p:grpSp>
        <p:nvGrpSpPr>
          <p:cNvPr id="2757" name="Google Shape;2757;p49"/>
          <p:cNvGrpSpPr/>
          <p:nvPr/>
        </p:nvGrpSpPr>
        <p:grpSpPr>
          <a:xfrm>
            <a:off x="3967794" y="748359"/>
            <a:ext cx="2158998" cy="393192"/>
            <a:chOff x="3981450" y="893318"/>
            <a:chExt cx="2158998" cy="393192"/>
          </a:xfrm>
        </p:grpSpPr>
        <p:sp>
          <p:nvSpPr>
            <p:cNvPr id="2758" name="Google Shape;2758;p49"/>
            <p:cNvSpPr/>
            <p:nvPr/>
          </p:nvSpPr>
          <p:spPr>
            <a:xfrm>
              <a:off x="4286250" y="933014"/>
              <a:ext cx="1854198" cy="313801"/>
            </a:xfrm>
            <a:prstGeom prst="rect">
              <a:avLst/>
            </a:prstGeom>
            <a:no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lt1"/>
                  </a:solidFill>
                  <a:latin typeface="Calibri"/>
                  <a:ea typeface="Calibri"/>
                  <a:cs typeface="Calibri"/>
                  <a:sym typeface="Calibri"/>
                </a:rPr>
                <a:t>Lorem ipsum dolor</a:t>
              </a:r>
              <a:endParaRPr/>
            </a:p>
          </p:txBody>
        </p:sp>
        <p:sp>
          <p:nvSpPr>
            <p:cNvPr id="2759" name="Google Shape;2759;p49"/>
            <p:cNvSpPr/>
            <p:nvPr/>
          </p:nvSpPr>
          <p:spPr>
            <a:xfrm rot="5400000">
              <a:off x="3981704" y="893064"/>
              <a:ext cx="393192" cy="393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9"/>
            <p:cNvSpPr txBox="1"/>
            <p:nvPr/>
          </p:nvSpPr>
          <p:spPr>
            <a:xfrm>
              <a:off x="40391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2</a:t>
              </a:r>
              <a:endParaRPr/>
            </a:p>
          </p:txBody>
        </p:sp>
      </p:grpSp>
      <p:grpSp>
        <p:nvGrpSpPr>
          <p:cNvPr id="2761" name="Google Shape;2761;p49"/>
          <p:cNvGrpSpPr/>
          <p:nvPr/>
        </p:nvGrpSpPr>
        <p:grpSpPr>
          <a:xfrm>
            <a:off x="297446" y="748359"/>
            <a:ext cx="2054220" cy="393192"/>
            <a:chOff x="3981450" y="893318"/>
            <a:chExt cx="2054220" cy="393192"/>
          </a:xfrm>
        </p:grpSpPr>
        <p:sp>
          <p:nvSpPr>
            <p:cNvPr id="2762" name="Google Shape;2762;p49"/>
            <p:cNvSpPr/>
            <p:nvPr/>
          </p:nvSpPr>
          <p:spPr>
            <a:xfrm>
              <a:off x="4286250" y="933014"/>
              <a:ext cx="1749420" cy="313801"/>
            </a:xfrm>
            <a:prstGeom prst="rect">
              <a:avLst/>
            </a:prstGeom>
            <a:no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lt1"/>
                  </a:solidFill>
                  <a:latin typeface="Calibri"/>
                  <a:ea typeface="Calibri"/>
                  <a:cs typeface="Calibri"/>
                  <a:sym typeface="Calibri"/>
                </a:rPr>
                <a:t>Lorem ipsum dolor</a:t>
              </a:r>
              <a:endParaRPr/>
            </a:p>
          </p:txBody>
        </p:sp>
        <p:sp>
          <p:nvSpPr>
            <p:cNvPr id="2763" name="Google Shape;2763;p49"/>
            <p:cNvSpPr/>
            <p:nvPr/>
          </p:nvSpPr>
          <p:spPr>
            <a:xfrm rot="5400000">
              <a:off x="3981704" y="893064"/>
              <a:ext cx="393192" cy="393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9"/>
            <p:cNvSpPr txBox="1"/>
            <p:nvPr/>
          </p:nvSpPr>
          <p:spPr>
            <a:xfrm>
              <a:off x="40391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1</a:t>
              </a:r>
              <a:endParaRPr/>
            </a:p>
          </p:txBody>
        </p:sp>
      </p:grpSp>
      <p:sp>
        <p:nvSpPr>
          <p:cNvPr id="2765" name="Google Shape;2765;p49"/>
          <p:cNvSpPr/>
          <p:nvPr/>
        </p:nvSpPr>
        <p:spPr>
          <a:xfrm>
            <a:off x="315914" y="1353640"/>
            <a:ext cx="914400" cy="914400"/>
          </a:xfrm>
          <a:prstGeom prst="blockArc">
            <a:avLst>
              <a:gd fmla="val 16178664" name="adj1"/>
              <a:gd fmla="val 12143160" name="adj2"/>
              <a:gd fmla="val 7377" name="adj3"/>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766" name="Google Shape;2766;p49"/>
          <p:cNvSpPr/>
          <p:nvPr/>
        </p:nvSpPr>
        <p:spPr>
          <a:xfrm>
            <a:off x="1487489" y="1353640"/>
            <a:ext cx="914400" cy="914400"/>
          </a:xfrm>
          <a:prstGeom prst="blockArc">
            <a:avLst>
              <a:gd fmla="val 16178664" name="adj1"/>
              <a:gd fmla="val 11726938" name="adj2"/>
              <a:gd fmla="val 7311" name="adj3"/>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767" name="Google Shape;2767;p49"/>
          <p:cNvSpPr/>
          <p:nvPr/>
        </p:nvSpPr>
        <p:spPr>
          <a:xfrm>
            <a:off x="426554" y="1556812"/>
            <a:ext cx="693122"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82</a:t>
            </a:r>
            <a:r>
              <a:rPr b="1" lang="en-US" sz="1050">
                <a:solidFill>
                  <a:schemeClr val="lt1"/>
                </a:solidFill>
                <a:latin typeface="Calibri"/>
                <a:ea typeface="Calibri"/>
                <a:cs typeface="Calibri"/>
                <a:sym typeface="Calibri"/>
              </a:rPr>
              <a:t>%</a:t>
            </a:r>
            <a:br>
              <a:rPr b="1" lang="en-US" sz="11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Lorem ipsum dolor sit amet </a:t>
            </a:r>
            <a:endParaRPr sz="800">
              <a:solidFill>
                <a:schemeClr val="lt1"/>
              </a:solidFill>
              <a:latin typeface="Calibri"/>
              <a:ea typeface="Calibri"/>
              <a:cs typeface="Calibri"/>
              <a:sym typeface="Calibri"/>
            </a:endParaRPr>
          </a:p>
        </p:txBody>
      </p:sp>
      <p:sp>
        <p:nvSpPr>
          <p:cNvPr id="2768" name="Google Shape;2768;p49"/>
          <p:cNvSpPr/>
          <p:nvPr/>
        </p:nvSpPr>
        <p:spPr>
          <a:xfrm>
            <a:off x="1612708" y="1556812"/>
            <a:ext cx="663964"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77</a:t>
            </a:r>
            <a:r>
              <a:rPr b="1" lang="en-US" sz="1050">
                <a:solidFill>
                  <a:schemeClr val="lt1"/>
                </a:solidFill>
                <a:latin typeface="Calibri"/>
                <a:ea typeface="Calibri"/>
                <a:cs typeface="Calibri"/>
                <a:sym typeface="Calibri"/>
              </a:rPr>
              <a:t>%</a:t>
            </a:r>
            <a:br>
              <a:rPr b="1" lang="en-US" sz="11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Lorem ipsum dolor sit amet </a:t>
            </a:r>
            <a:endParaRPr sz="800">
              <a:solidFill>
                <a:schemeClr val="lt1"/>
              </a:solidFill>
              <a:latin typeface="Calibri"/>
              <a:ea typeface="Calibri"/>
              <a:cs typeface="Calibri"/>
              <a:sym typeface="Calibri"/>
            </a:endParaRPr>
          </a:p>
        </p:txBody>
      </p:sp>
      <p:grpSp>
        <p:nvGrpSpPr>
          <p:cNvPr id="2769" name="Google Shape;2769;p49"/>
          <p:cNvGrpSpPr/>
          <p:nvPr/>
        </p:nvGrpSpPr>
        <p:grpSpPr>
          <a:xfrm>
            <a:off x="344489" y="2491781"/>
            <a:ext cx="147988" cy="369222"/>
            <a:chOff x="217" y="1802"/>
            <a:chExt cx="99" cy="247"/>
          </a:xfrm>
        </p:grpSpPr>
        <p:sp>
          <p:nvSpPr>
            <p:cNvPr id="2770" name="Google Shape;2770;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1" name="Google Shape;2771;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2" name="Google Shape;2772;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3" name="Google Shape;2773;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74" name="Google Shape;2774;p49"/>
          <p:cNvGrpSpPr/>
          <p:nvPr/>
        </p:nvGrpSpPr>
        <p:grpSpPr>
          <a:xfrm>
            <a:off x="555719" y="2491781"/>
            <a:ext cx="147988" cy="369222"/>
            <a:chOff x="217" y="1802"/>
            <a:chExt cx="99" cy="247"/>
          </a:xfrm>
        </p:grpSpPr>
        <p:sp>
          <p:nvSpPr>
            <p:cNvPr id="2775" name="Google Shape;2775;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6" name="Google Shape;2776;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7" name="Google Shape;2777;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78" name="Google Shape;2778;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79" name="Google Shape;2779;p49"/>
          <p:cNvGrpSpPr/>
          <p:nvPr/>
        </p:nvGrpSpPr>
        <p:grpSpPr>
          <a:xfrm>
            <a:off x="766946" y="2491781"/>
            <a:ext cx="147988" cy="369222"/>
            <a:chOff x="217" y="1802"/>
            <a:chExt cx="99" cy="247"/>
          </a:xfrm>
        </p:grpSpPr>
        <p:sp>
          <p:nvSpPr>
            <p:cNvPr id="2780" name="Google Shape;2780;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1" name="Google Shape;2781;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2" name="Google Shape;2782;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3" name="Google Shape;2783;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84" name="Google Shape;2784;p49"/>
          <p:cNvGrpSpPr/>
          <p:nvPr/>
        </p:nvGrpSpPr>
        <p:grpSpPr>
          <a:xfrm>
            <a:off x="978173" y="2491781"/>
            <a:ext cx="147988" cy="369222"/>
            <a:chOff x="217" y="1802"/>
            <a:chExt cx="99" cy="247"/>
          </a:xfrm>
        </p:grpSpPr>
        <p:sp>
          <p:nvSpPr>
            <p:cNvPr id="2785" name="Google Shape;2785;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6" name="Google Shape;2786;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7" name="Google Shape;2787;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88" name="Google Shape;2788;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89" name="Google Shape;2789;p49"/>
          <p:cNvGrpSpPr/>
          <p:nvPr/>
        </p:nvGrpSpPr>
        <p:grpSpPr>
          <a:xfrm>
            <a:off x="1189403" y="2491781"/>
            <a:ext cx="147988" cy="369222"/>
            <a:chOff x="217" y="1802"/>
            <a:chExt cx="99" cy="247"/>
          </a:xfrm>
        </p:grpSpPr>
        <p:sp>
          <p:nvSpPr>
            <p:cNvPr id="2790" name="Google Shape;2790;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1" name="Google Shape;2791;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2" name="Google Shape;2792;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3" name="Google Shape;2793;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94" name="Google Shape;2794;p49"/>
          <p:cNvGrpSpPr/>
          <p:nvPr/>
        </p:nvGrpSpPr>
        <p:grpSpPr>
          <a:xfrm>
            <a:off x="344489" y="2913505"/>
            <a:ext cx="147988" cy="369222"/>
            <a:chOff x="217" y="1802"/>
            <a:chExt cx="99" cy="247"/>
          </a:xfrm>
        </p:grpSpPr>
        <p:sp>
          <p:nvSpPr>
            <p:cNvPr id="2795" name="Google Shape;2795;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6" name="Google Shape;2796;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7" name="Google Shape;2797;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798" name="Google Shape;2798;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799" name="Google Shape;2799;p49"/>
          <p:cNvGrpSpPr/>
          <p:nvPr/>
        </p:nvGrpSpPr>
        <p:grpSpPr>
          <a:xfrm>
            <a:off x="555719" y="2913505"/>
            <a:ext cx="147988" cy="369222"/>
            <a:chOff x="217" y="1802"/>
            <a:chExt cx="99" cy="247"/>
          </a:xfrm>
        </p:grpSpPr>
        <p:sp>
          <p:nvSpPr>
            <p:cNvPr id="2800" name="Google Shape;2800;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1" name="Google Shape;2801;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2" name="Google Shape;2802;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3" name="Google Shape;2803;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804" name="Google Shape;2804;p49"/>
          <p:cNvGrpSpPr/>
          <p:nvPr/>
        </p:nvGrpSpPr>
        <p:grpSpPr>
          <a:xfrm>
            <a:off x="766946" y="2913505"/>
            <a:ext cx="147988" cy="369222"/>
            <a:chOff x="217" y="1802"/>
            <a:chExt cx="99" cy="247"/>
          </a:xfrm>
        </p:grpSpPr>
        <p:sp>
          <p:nvSpPr>
            <p:cNvPr id="2805" name="Google Shape;2805;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6" name="Google Shape;2806;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7" name="Google Shape;2807;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08" name="Google Shape;2808;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809" name="Google Shape;2809;p49"/>
          <p:cNvGrpSpPr/>
          <p:nvPr/>
        </p:nvGrpSpPr>
        <p:grpSpPr>
          <a:xfrm>
            <a:off x="978173" y="2913505"/>
            <a:ext cx="147988" cy="369222"/>
            <a:chOff x="217" y="1802"/>
            <a:chExt cx="99" cy="247"/>
          </a:xfrm>
        </p:grpSpPr>
        <p:sp>
          <p:nvSpPr>
            <p:cNvPr id="2810" name="Google Shape;2810;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1" name="Google Shape;2811;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2" name="Google Shape;2812;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3" name="Google Shape;2813;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814" name="Google Shape;2814;p49"/>
          <p:cNvGrpSpPr/>
          <p:nvPr/>
        </p:nvGrpSpPr>
        <p:grpSpPr>
          <a:xfrm>
            <a:off x="1189403" y="2913505"/>
            <a:ext cx="147988" cy="369222"/>
            <a:chOff x="217" y="1802"/>
            <a:chExt cx="99" cy="247"/>
          </a:xfrm>
        </p:grpSpPr>
        <p:sp>
          <p:nvSpPr>
            <p:cNvPr id="2815" name="Google Shape;2815;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6" name="Google Shape;2816;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7" name="Google Shape;2817;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18" name="Google Shape;2818;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2819" name="Google Shape;2819;p49"/>
          <p:cNvSpPr/>
          <p:nvPr/>
        </p:nvSpPr>
        <p:spPr>
          <a:xfrm>
            <a:off x="1600201" y="2475748"/>
            <a:ext cx="912846" cy="723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a:solidFill>
                  <a:schemeClr val="lt1"/>
                </a:solidFill>
                <a:latin typeface="Calibri"/>
                <a:ea typeface="Calibri"/>
                <a:cs typeface="Calibri"/>
                <a:sym typeface="Calibri"/>
              </a:rPr>
              <a:t>Lorem</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b="1" lang="en-US" sz="2000">
                <a:solidFill>
                  <a:schemeClr val="lt1"/>
                </a:solidFill>
                <a:latin typeface="Calibri"/>
                <a:ea typeface="Calibri"/>
                <a:cs typeface="Calibri"/>
                <a:sym typeface="Calibri"/>
              </a:rPr>
              <a:t>8    10</a:t>
            </a:r>
            <a:endParaRPr/>
          </a:p>
          <a:p>
            <a:pPr indent="0" lvl="0" marL="0" marR="0" rtl="0" algn="l">
              <a:spcBef>
                <a:spcPts val="0"/>
              </a:spcBef>
              <a:spcAft>
                <a:spcPts val="0"/>
              </a:spcAft>
              <a:buNone/>
            </a:pPr>
            <a:br>
              <a:rPr b="1" lang="en-US" sz="11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Lorem ipsum dolor sit</a:t>
            </a:r>
            <a:endParaRPr sz="800">
              <a:solidFill>
                <a:schemeClr val="lt1"/>
              </a:solidFill>
              <a:latin typeface="Calibri"/>
              <a:ea typeface="Calibri"/>
              <a:cs typeface="Calibri"/>
              <a:sym typeface="Calibri"/>
            </a:endParaRPr>
          </a:p>
        </p:txBody>
      </p:sp>
      <p:sp>
        <p:nvSpPr>
          <p:cNvPr id="2820" name="Google Shape;2820;p49"/>
          <p:cNvSpPr/>
          <p:nvPr/>
        </p:nvSpPr>
        <p:spPr>
          <a:xfrm>
            <a:off x="1770375" y="2663137"/>
            <a:ext cx="142668" cy="199478"/>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800">
                <a:solidFill>
                  <a:schemeClr val="lt1"/>
                </a:solidFill>
                <a:latin typeface="Calibri"/>
                <a:ea typeface="Calibri"/>
                <a:cs typeface="Calibri"/>
                <a:sym typeface="Calibri"/>
              </a:rPr>
              <a:t>out</a:t>
            </a:r>
            <a:br>
              <a:rPr lang="en-US" sz="800">
                <a:solidFill>
                  <a:schemeClr val="lt1"/>
                </a:solidFill>
                <a:latin typeface="Calibri"/>
                <a:ea typeface="Calibri"/>
                <a:cs typeface="Calibri"/>
                <a:sym typeface="Calibri"/>
              </a:rPr>
            </a:br>
            <a:r>
              <a:rPr lang="en-US" sz="800">
                <a:solidFill>
                  <a:schemeClr val="lt1"/>
                </a:solidFill>
                <a:latin typeface="Calibri"/>
                <a:ea typeface="Calibri"/>
                <a:cs typeface="Calibri"/>
                <a:sym typeface="Calibri"/>
              </a:rPr>
              <a:t>of</a:t>
            </a:r>
            <a:endParaRPr sz="1400">
              <a:solidFill>
                <a:schemeClr val="lt1"/>
              </a:solidFill>
              <a:latin typeface="Calibri"/>
              <a:ea typeface="Calibri"/>
              <a:cs typeface="Calibri"/>
              <a:sym typeface="Calibri"/>
            </a:endParaRPr>
          </a:p>
        </p:txBody>
      </p:sp>
      <p:grpSp>
        <p:nvGrpSpPr>
          <p:cNvPr id="2821" name="Google Shape;2821;p49"/>
          <p:cNvGrpSpPr/>
          <p:nvPr/>
        </p:nvGrpSpPr>
        <p:grpSpPr>
          <a:xfrm>
            <a:off x="290515" y="2398087"/>
            <a:ext cx="3410629" cy="1013927"/>
            <a:chOff x="192861" y="2543047"/>
            <a:chExt cx="3508282" cy="1013927"/>
          </a:xfrm>
        </p:grpSpPr>
        <p:cxnSp>
          <p:nvCxnSpPr>
            <p:cNvPr id="2822" name="Google Shape;2822;p49"/>
            <p:cNvCxnSpPr/>
            <p:nvPr/>
          </p:nvCxnSpPr>
          <p:spPr>
            <a:xfrm rot="10800000">
              <a:off x="192862" y="2543047"/>
              <a:ext cx="2313963" cy="0"/>
            </a:xfrm>
            <a:prstGeom prst="straightConnector1">
              <a:avLst/>
            </a:prstGeom>
            <a:noFill/>
            <a:ln cap="flat" cmpd="sng" w="9525">
              <a:solidFill>
                <a:srgbClr val="7F7F7F"/>
              </a:solidFill>
              <a:prstDash val="solid"/>
              <a:round/>
              <a:headEnd len="sm" w="sm" type="none"/>
              <a:tailEnd len="sm" w="sm" type="none"/>
            </a:ln>
          </p:spPr>
        </p:cxnSp>
        <p:cxnSp>
          <p:nvCxnSpPr>
            <p:cNvPr id="2823" name="Google Shape;2823;p49"/>
            <p:cNvCxnSpPr/>
            <p:nvPr/>
          </p:nvCxnSpPr>
          <p:spPr>
            <a:xfrm rot="10800000">
              <a:off x="192861" y="3556974"/>
              <a:ext cx="3508282" cy="0"/>
            </a:xfrm>
            <a:prstGeom prst="straightConnector1">
              <a:avLst/>
            </a:prstGeom>
            <a:noFill/>
            <a:ln cap="flat" cmpd="sng" w="9525">
              <a:solidFill>
                <a:srgbClr val="7F7F7F"/>
              </a:solidFill>
              <a:prstDash val="solid"/>
              <a:round/>
              <a:headEnd len="sm" w="sm" type="none"/>
              <a:tailEnd len="sm" w="sm" type="none"/>
            </a:ln>
          </p:spPr>
        </p:cxnSp>
      </p:grpSp>
      <p:grpSp>
        <p:nvGrpSpPr>
          <p:cNvPr id="2824" name="Google Shape;2824;p49"/>
          <p:cNvGrpSpPr/>
          <p:nvPr/>
        </p:nvGrpSpPr>
        <p:grpSpPr>
          <a:xfrm>
            <a:off x="447982" y="3491416"/>
            <a:ext cx="385762" cy="590550"/>
            <a:chOff x="259" y="2369"/>
            <a:chExt cx="243" cy="372"/>
          </a:xfrm>
        </p:grpSpPr>
        <p:cxnSp>
          <p:nvCxnSpPr>
            <p:cNvPr id="2825" name="Google Shape;2825;p49"/>
            <p:cNvCxnSpPr/>
            <p:nvPr/>
          </p:nvCxnSpPr>
          <p:spPr>
            <a:xfrm>
              <a:off x="294" y="2513"/>
              <a:ext cx="0" cy="19"/>
            </a:xfrm>
            <a:prstGeom prst="straightConnector1">
              <a:avLst/>
            </a:prstGeom>
            <a:noFill/>
            <a:ln cap="rnd" cmpd="sng" w="12700">
              <a:solidFill>
                <a:srgbClr val="4E84C4"/>
              </a:solidFill>
              <a:prstDash val="solid"/>
              <a:round/>
              <a:headEnd len="med" w="med" type="none"/>
              <a:tailEnd len="med" w="med" type="none"/>
            </a:ln>
          </p:spPr>
        </p:cxnSp>
        <p:sp>
          <p:nvSpPr>
            <p:cNvPr id="2826" name="Google Shape;2826;p49"/>
            <p:cNvSpPr/>
            <p:nvPr/>
          </p:nvSpPr>
          <p:spPr>
            <a:xfrm>
              <a:off x="259" y="2369"/>
              <a:ext cx="129" cy="119"/>
            </a:xfrm>
            <a:custGeom>
              <a:rect b="b" l="l" r="r" t="t"/>
              <a:pathLst>
                <a:path extrusionOk="0" h="94" w="102">
                  <a:moveTo>
                    <a:pt x="75" y="89"/>
                  </a:moveTo>
                  <a:cubicBezTo>
                    <a:pt x="75" y="57"/>
                    <a:pt x="75" y="57"/>
                    <a:pt x="75" y="57"/>
                  </a:cubicBezTo>
                  <a:cubicBezTo>
                    <a:pt x="96" y="57"/>
                    <a:pt x="96" y="57"/>
                    <a:pt x="96" y="57"/>
                  </a:cubicBezTo>
                  <a:cubicBezTo>
                    <a:pt x="99" y="57"/>
                    <a:pt x="100" y="55"/>
                    <a:pt x="101" y="54"/>
                  </a:cubicBezTo>
                  <a:cubicBezTo>
                    <a:pt x="102" y="51"/>
                    <a:pt x="101" y="48"/>
                    <a:pt x="100" y="46"/>
                  </a:cubicBezTo>
                  <a:cubicBezTo>
                    <a:pt x="56" y="3"/>
                    <a:pt x="56" y="3"/>
                    <a:pt x="56" y="3"/>
                  </a:cubicBezTo>
                  <a:cubicBezTo>
                    <a:pt x="53" y="0"/>
                    <a:pt x="48" y="0"/>
                    <a:pt x="45" y="3"/>
                  </a:cubicBezTo>
                  <a:cubicBezTo>
                    <a:pt x="2" y="46"/>
                    <a:pt x="2" y="46"/>
                    <a:pt x="2" y="46"/>
                  </a:cubicBezTo>
                  <a:cubicBezTo>
                    <a:pt x="0" y="48"/>
                    <a:pt x="0" y="51"/>
                    <a:pt x="1" y="54"/>
                  </a:cubicBezTo>
                  <a:cubicBezTo>
                    <a:pt x="2" y="56"/>
                    <a:pt x="4" y="57"/>
                    <a:pt x="6" y="57"/>
                  </a:cubicBezTo>
                  <a:cubicBezTo>
                    <a:pt x="28" y="57"/>
                    <a:pt x="28" y="57"/>
                    <a:pt x="28" y="57"/>
                  </a:cubicBezTo>
                  <a:cubicBezTo>
                    <a:pt x="28" y="94"/>
                    <a:pt x="28" y="94"/>
                    <a:pt x="28" y="94"/>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27" name="Google Shape;2827;p49"/>
            <p:cNvCxnSpPr/>
            <p:nvPr/>
          </p:nvCxnSpPr>
          <p:spPr>
            <a:xfrm>
              <a:off x="457" y="2637"/>
              <a:ext cx="0" cy="15"/>
            </a:xfrm>
            <a:prstGeom prst="straightConnector1">
              <a:avLst/>
            </a:prstGeom>
            <a:noFill/>
            <a:ln cap="rnd" cmpd="sng" w="12700">
              <a:solidFill>
                <a:srgbClr val="4E84C4"/>
              </a:solidFill>
              <a:prstDash val="solid"/>
              <a:round/>
              <a:headEnd len="med" w="med" type="none"/>
              <a:tailEnd len="med" w="med" type="none"/>
            </a:ln>
          </p:spPr>
        </p:cxnSp>
        <p:cxnSp>
          <p:nvCxnSpPr>
            <p:cNvPr id="2828" name="Google Shape;2828;p49"/>
            <p:cNvCxnSpPr/>
            <p:nvPr/>
          </p:nvCxnSpPr>
          <p:spPr>
            <a:xfrm>
              <a:off x="378" y="2666"/>
              <a:ext cx="0" cy="14"/>
            </a:xfrm>
            <a:prstGeom prst="straightConnector1">
              <a:avLst/>
            </a:prstGeom>
            <a:noFill/>
            <a:ln cap="rnd" cmpd="sng" w="12700">
              <a:solidFill>
                <a:srgbClr val="4E84C4"/>
              </a:solidFill>
              <a:prstDash val="solid"/>
              <a:round/>
              <a:headEnd len="med" w="med" type="none"/>
              <a:tailEnd len="med" w="med" type="none"/>
            </a:ln>
          </p:spPr>
        </p:cxnSp>
        <p:cxnSp>
          <p:nvCxnSpPr>
            <p:cNvPr id="2829" name="Google Shape;2829;p49"/>
            <p:cNvCxnSpPr/>
            <p:nvPr/>
          </p:nvCxnSpPr>
          <p:spPr>
            <a:xfrm>
              <a:off x="378" y="2618"/>
              <a:ext cx="0" cy="24"/>
            </a:xfrm>
            <a:prstGeom prst="straightConnector1">
              <a:avLst/>
            </a:prstGeom>
            <a:noFill/>
            <a:ln cap="rnd" cmpd="sng" w="12700">
              <a:solidFill>
                <a:srgbClr val="4E84C4"/>
              </a:solidFill>
              <a:prstDash val="solid"/>
              <a:round/>
              <a:headEnd len="med" w="med" type="none"/>
              <a:tailEnd len="med" w="med" type="none"/>
            </a:ln>
          </p:spPr>
        </p:cxnSp>
        <p:sp>
          <p:nvSpPr>
            <p:cNvPr id="2830" name="Google Shape;2830;p49"/>
            <p:cNvSpPr/>
            <p:nvPr/>
          </p:nvSpPr>
          <p:spPr>
            <a:xfrm>
              <a:off x="330" y="2459"/>
              <a:ext cx="172" cy="154"/>
            </a:xfrm>
            <a:custGeom>
              <a:rect b="b" l="l" r="r" t="t"/>
              <a:pathLst>
                <a:path extrusionOk="0" h="122" w="136">
                  <a:moveTo>
                    <a:pt x="100" y="122"/>
                  </a:moveTo>
                  <a:cubicBezTo>
                    <a:pt x="100" y="77"/>
                    <a:pt x="100" y="77"/>
                    <a:pt x="100" y="77"/>
                  </a:cubicBezTo>
                  <a:cubicBezTo>
                    <a:pt x="129" y="77"/>
                    <a:pt x="129" y="77"/>
                    <a:pt x="129" y="77"/>
                  </a:cubicBezTo>
                  <a:cubicBezTo>
                    <a:pt x="133" y="77"/>
                    <a:pt x="134" y="74"/>
                    <a:pt x="135" y="72"/>
                  </a:cubicBezTo>
                  <a:cubicBezTo>
                    <a:pt x="136" y="69"/>
                    <a:pt x="136" y="64"/>
                    <a:pt x="134" y="62"/>
                  </a:cubicBezTo>
                  <a:cubicBezTo>
                    <a:pt x="75" y="4"/>
                    <a:pt x="75" y="4"/>
                    <a:pt x="75" y="4"/>
                  </a:cubicBezTo>
                  <a:cubicBezTo>
                    <a:pt x="71" y="0"/>
                    <a:pt x="65" y="0"/>
                    <a:pt x="61" y="4"/>
                  </a:cubicBezTo>
                  <a:cubicBezTo>
                    <a:pt x="3" y="62"/>
                    <a:pt x="3" y="62"/>
                    <a:pt x="3" y="62"/>
                  </a:cubicBezTo>
                  <a:cubicBezTo>
                    <a:pt x="0" y="64"/>
                    <a:pt x="0" y="69"/>
                    <a:pt x="1" y="72"/>
                  </a:cubicBezTo>
                  <a:cubicBezTo>
                    <a:pt x="2" y="75"/>
                    <a:pt x="5" y="77"/>
                    <a:pt x="8" y="77"/>
                  </a:cubicBezTo>
                  <a:cubicBezTo>
                    <a:pt x="38" y="77"/>
                    <a:pt x="38" y="77"/>
                    <a:pt x="38" y="77"/>
                  </a:cubicBezTo>
                  <a:cubicBezTo>
                    <a:pt x="38" y="107"/>
                    <a:pt x="38" y="107"/>
                    <a:pt x="38" y="107"/>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31" name="Google Shape;2831;p49"/>
            <p:cNvCxnSpPr/>
            <p:nvPr/>
          </p:nvCxnSpPr>
          <p:spPr>
            <a:xfrm>
              <a:off x="416" y="2583"/>
              <a:ext cx="0" cy="65"/>
            </a:xfrm>
            <a:prstGeom prst="straightConnector1">
              <a:avLst/>
            </a:prstGeom>
            <a:noFill/>
            <a:ln cap="rnd" cmpd="sng" w="12700">
              <a:solidFill>
                <a:srgbClr val="4E84C4"/>
              </a:solidFill>
              <a:prstDash val="solid"/>
              <a:round/>
              <a:headEnd len="med" w="med" type="none"/>
              <a:tailEnd len="med" w="med" type="none"/>
            </a:ln>
          </p:spPr>
        </p:cxnSp>
        <p:cxnSp>
          <p:nvCxnSpPr>
            <p:cNvPr id="2832" name="Google Shape;2832;p49"/>
            <p:cNvCxnSpPr/>
            <p:nvPr/>
          </p:nvCxnSpPr>
          <p:spPr>
            <a:xfrm>
              <a:off x="416" y="2672"/>
              <a:ext cx="0" cy="33"/>
            </a:xfrm>
            <a:prstGeom prst="straightConnector1">
              <a:avLst/>
            </a:prstGeom>
            <a:noFill/>
            <a:ln cap="rnd" cmpd="sng" w="12700">
              <a:solidFill>
                <a:srgbClr val="4E84C4"/>
              </a:solidFill>
              <a:prstDash val="solid"/>
              <a:round/>
              <a:headEnd len="med" w="med" type="none"/>
              <a:tailEnd len="med" w="med" type="none"/>
            </a:ln>
          </p:spPr>
        </p:cxnSp>
        <p:cxnSp>
          <p:nvCxnSpPr>
            <p:cNvPr id="2833" name="Google Shape;2833;p49"/>
            <p:cNvCxnSpPr/>
            <p:nvPr/>
          </p:nvCxnSpPr>
          <p:spPr>
            <a:xfrm>
              <a:off x="416" y="2731"/>
              <a:ext cx="0" cy="10"/>
            </a:xfrm>
            <a:prstGeom prst="straightConnector1">
              <a:avLst/>
            </a:prstGeom>
            <a:noFill/>
            <a:ln cap="rnd" cmpd="sng" w="12700">
              <a:solidFill>
                <a:srgbClr val="4E84C4"/>
              </a:solidFill>
              <a:prstDash val="solid"/>
              <a:round/>
              <a:headEnd len="med" w="med" type="none"/>
              <a:tailEnd len="med" w="med" type="none"/>
            </a:ln>
          </p:spPr>
        </p:cxnSp>
        <p:sp>
          <p:nvSpPr>
            <p:cNvPr id="2834" name="Google Shape;2834;p49"/>
            <p:cNvSpPr/>
            <p:nvPr/>
          </p:nvSpPr>
          <p:spPr>
            <a:xfrm>
              <a:off x="264" y="2588"/>
              <a:ext cx="63" cy="120"/>
            </a:xfrm>
            <a:custGeom>
              <a:rect b="b" l="l" r="r" t="t"/>
              <a:pathLst>
                <a:path extrusionOk="0" h="95" w="50">
                  <a:moveTo>
                    <a:pt x="0" y="72"/>
                  </a:moveTo>
                  <a:cubicBezTo>
                    <a:pt x="0" y="85"/>
                    <a:pt x="11" y="95"/>
                    <a:pt x="25" y="95"/>
                  </a:cubicBezTo>
                  <a:cubicBezTo>
                    <a:pt x="38" y="95"/>
                    <a:pt x="50" y="85"/>
                    <a:pt x="50" y="72"/>
                  </a:cubicBezTo>
                  <a:cubicBezTo>
                    <a:pt x="50" y="59"/>
                    <a:pt x="36" y="53"/>
                    <a:pt x="25" y="48"/>
                  </a:cubicBezTo>
                  <a:cubicBezTo>
                    <a:pt x="13" y="42"/>
                    <a:pt x="0" y="36"/>
                    <a:pt x="0" y="23"/>
                  </a:cubicBezTo>
                  <a:cubicBezTo>
                    <a:pt x="0" y="10"/>
                    <a:pt x="11" y="0"/>
                    <a:pt x="25" y="0"/>
                  </a:cubicBezTo>
                  <a:cubicBezTo>
                    <a:pt x="38" y="0"/>
                    <a:pt x="50" y="10"/>
                    <a:pt x="50" y="23"/>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35" name="Google Shape;2835;p49"/>
            <p:cNvCxnSpPr/>
            <p:nvPr/>
          </p:nvCxnSpPr>
          <p:spPr>
            <a:xfrm rot="10800000">
              <a:off x="295" y="2566"/>
              <a:ext cx="0" cy="22"/>
            </a:xfrm>
            <a:prstGeom prst="straightConnector1">
              <a:avLst/>
            </a:prstGeom>
            <a:noFill/>
            <a:ln cap="rnd" cmpd="sng" w="12700">
              <a:solidFill>
                <a:srgbClr val="007DC5"/>
              </a:solidFill>
              <a:prstDash val="solid"/>
              <a:miter lim="8000"/>
              <a:headEnd len="med" w="med" type="none"/>
              <a:tailEnd len="med" w="med" type="none"/>
            </a:ln>
          </p:spPr>
        </p:cxnSp>
        <p:cxnSp>
          <p:nvCxnSpPr>
            <p:cNvPr id="2836" name="Google Shape;2836;p49"/>
            <p:cNvCxnSpPr/>
            <p:nvPr/>
          </p:nvCxnSpPr>
          <p:spPr>
            <a:xfrm rot="10800000">
              <a:off x="295" y="2708"/>
              <a:ext cx="0" cy="21"/>
            </a:xfrm>
            <a:prstGeom prst="straightConnector1">
              <a:avLst/>
            </a:prstGeom>
            <a:noFill/>
            <a:ln cap="rnd" cmpd="sng" w="12700">
              <a:solidFill>
                <a:srgbClr val="007DC5"/>
              </a:solidFill>
              <a:prstDash val="solid"/>
              <a:miter lim="8000"/>
              <a:headEnd len="med" w="med" type="none"/>
              <a:tailEnd len="med" w="med" type="none"/>
            </a:ln>
          </p:spPr>
        </p:cxnSp>
      </p:grpSp>
      <p:sp>
        <p:nvSpPr>
          <p:cNvPr id="2837" name="Google Shape;2837;p49"/>
          <p:cNvSpPr/>
          <p:nvPr/>
        </p:nvSpPr>
        <p:spPr>
          <a:xfrm>
            <a:off x="296011" y="4173244"/>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lt1"/>
                </a:solidFill>
                <a:latin typeface="Calibri"/>
                <a:ea typeface="Calibri"/>
                <a:cs typeface="Calibri"/>
                <a:sym typeface="Calibri"/>
              </a:rPr>
              <a:t>Lorem ipsum dolor sit amet</a:t>
            </a:r>
            <a:endParaRPr sz="1000">
              <a:solidFill>
                <a:schemeClr val="lt1"/>
              </a:solidFill>
              <a:latin typeface="Calibri"/>
              <a:ea typeface="Calibri"/>
              <a:cs typeface="Calibri"/>
              <a:sym typeface="Calibri"/>
            </a:endParaRPr>
          </a:p>
        </p:txBody>
      </p:sp>
      <p:sp>
        <p:nvSpPr>
          <p:cNvPr id="2838" name="Google Shape;2838;p49"/>
          <p:cNvSpPr/>
          <p:nvPr/>
        </p:nvSpPr>
        <p:spPr>
          <a:xfrm>
            <a:off x="929075" y="3538480"/>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lt1"/>
                </a:solidFill>
                <a:latin typeface="Calibri"/>
                <a:ea typeface="Calibri"/>
                <a:cs typeface="Calibri"/>
                <a:sym typeface="Calibri"/>
              </a:rPr>
              <a:t>56</a:t>
            </a:r>
            <a:r>
              <a:rPr b="1" lang="en-US" sz="2000">
                <a:solidFill>
                  <a:schemeClr val="lt1"/>
                </a:solidFill>
                <a:latin typeface="Calibri"/>
                <a:ea typeface="Calibri"/>
                <a:cs typeface="Calibri"/>
                <a:sym typeface="Calibri"/>
              </a:rPr>
              <a:t>%</a:t>
            </a:r>
            <a:endParaRPr sz="2000">
              <a:solidFill>
                <a:schemeClr val="lt1"/>
              </a:solidFill>
              <a:latin typeface="Calibri"/>
              <a:ea typeface="Calibri"/>
              <a:cs typeface="Calibri"/>
              <a:sym typeface="Calibri"/>
            </a:endParaRPr>
          </a:p>
        </p:txBody>
      </p:sp>
      <p:cxnSp>
        <p:nvCxnSpPr>
          <p:cNvPr id="2839" name="Google Shape;2839;p49"/>
          <p:cNvCxnSpPr/>
          <p:nvPr/>
        </p:nvCxnSpPr>
        <p:spPr>
          <a:xfrm>
            <a:off x="1888557" y="3462878"/>
            <a:ext cx="0" cy="932413"/>
          </a:xfrm>
          <a:prstGeom prst="straightConnector1">
            <a:avLst/>
          </a:prstGeom>
          <a:noFill/>
          <a:ln cap="flat" cmpd="sng" w="9525">
            <a:solidFill>
              <a:srgbClr val="7F7F7F"/>
            </a:solidFill>
            <a:prstDash val="solid"/>
            <a:round/>
            <a:headEnd len="sm" w="sm" type="none"/>
            <a:tailEnd len="sm" w="sm" type="none"/>
          </a:ln>
        </p:spPr>
      </p:cxnSp>
      <p:sp>
        <p:nvSpPr>
          <p:cNvPr id="2840" name="Google Shape;2840;p49"/>
          <p:cNvSpPr/>
          <p:nvPr/>
        </p:nvSpPr>
        <p:spPr>
          <a:xfrm>
            <a:off x="2606155" y="822413"/>
            <a:ext cx="1086316"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chemeClr val="dk1"/>
                </a:solidFill>
                <a:latin typeface="Calibri"/>
                <a:ea typeface="Calibri"/>
                <a:cs typeface="Calibri"/>
                <a:sym typeface="Calibri"/>
              </a:rPr>
              <a:t>Lorem ipsum dolor sit amet </a:t>
            </a:r>
            <a:endParaRPr b="1" sz="1100">
              <a:solidFill>
                <a:schemeClr val="dk1"/>
              </a:solidFill>
              <a:latin typeface="Calibri"/>
              <a:ea typeface="Calibri"/>
              <a:cs typeface="Calibri"/>
              <a:sym typeface="Calibri"/>
            </a:endParaRPr>
          </a:p>
        </p:txBody>
      </p:sp>
      <p:grpSp>
        <p:nvGrpSpPr>
          <p:cNvPr id="2841" name="Google Shape;2841;p49"/>
          <p:cNvGrpSpPr/>
          <p:nvPr/>
        </p:nvGrpSpPr>
        <p:grpSpPr>
          <a:xfrm>
            <a:off x="2650339" y="1131609"/>
            <a:ext cx="997948" cy="973961"/>
            <a:chOff x="2650336" y="1276569"/>
            <a:chExt cx="997948" cy="973961"/>
          </a:xfrm>
        </p:grpSpPr>
        <p:grpSp>
          <p:nvGrpSpPr>
            <p:cNvPr id="2842" name="Google Shape;2842;p49"/>
            <p:cNvGrpSpPr/>
            <p:nvPr/>
          </p:nvGrpSpPr>
          <p:grpSpPr>
            <a:xfrm>
              <a:off x="2650336" y="1276569"/>
              <a:ext cx="997948" cy="973961"/>
              <a:chOff x="2703195" y="1388537"/>
              <a:chExt cx="997948" cy="973961"/>
            </a:xfrm>
          </p:grpSpPr>
          <p:sp>
            <p:nvSpPr>
              <p:cNvPr id="2843" name="Google Shape;2843;p49"/>
              <p:cNvSpPr/>
              <p:nvPr/>
            </p:nvSpPr>
            <p:spPr>
              <a:xfrm rot="6721867">
                <a:off x="2816177" y="1501518"/>
                <a:ext cx="747998" cy="747998"/>
              </a:xfrm>
              <a:prstGeom prst="chord">
                <a:avLst>
                  <a:gd fmla="val 2740510" name="adj1"/>
                  <a:gd fmla="val 16208969"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2844" name="Google Shape;2844;p49"/>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2845" name="Google Shape;2845;p49"/>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2846" name="Google Shape;2846;p49"/>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1</a:t>
              </a:r>
              <a:endParaRPr/>
            </a:p>
          </p:txBody>
        </p:sp>
      </p:grpSp>
      <p:grpSp>
        <p:nvGrpSpPr>
          <p:cNvPr id="2847" name="Google Shape;2847;p49"/>
          <p:cNvGrpSpPr/>
          <p:nvPr/>
        </p:nvGrpSpPr>
        <p:grpSpPr>
          <a:xfrm>
            <a:off x="2650339" y="1871838"/>
            <a:ext cx="997948" cy="973961"/>
            <a:chOff x="2650336" y="1276569"/>
            <a:chExt cx="997948" cy="973961"/>
          </a:xfrm>
        </p:grpSpPr>
        <p:grpSp>
          <p:nvGrpSpPr>
            <p:cNvPr id="2848" name="Google Shape;2848;p49"/>
            <p:cNvGrpSpPr/>
            <p:nvPr/>
          </p:nvGrpSpPr>
          <p:grpSpPr>
            <a:xfrm>
              <a:off x="2650336" y="1276569"/>
              <a:ext cx="997948" cy="973961"/>
              <a:chOff x="2703195" y="1388537"/>
              <a:chExt cx="997948" cy="973961"/>
            </a:xfrm>
          </p:grpSpPr>
          <p:sp>
            <p:nvSpPr>
              <p:cNvPr id="2849" name="Google Shape;2849;p49"/>
              <p:cNvSpPr/>
              <p:nvPr/>
            </p:nvSpPr>
            <p:spPr>
              <a:xfrm rot="6721867">
                <a:off x="2816177" y="1501518"/>
                <a:ext cx="747998" cy="747998"/>
              </a:xfrm>
              <a:prstGeom prst="chord">
                <a:avLst>
                  <a:gd fmla="val 2760907" name="adj1"/>
                  <a:gd fmla="val 16234343"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2850" name="Google Shape;2850;p49"/>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2851" name="Google Shape;2851;p49"/>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2852" name="Google Shape;2852;p49"/>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2</a:t>
              </a:r>
              <a:endParaRPr/>
            </a:p>
          </p:txBody>
        </p:sp>
      </p:grpSp>
      <p:grpSp>
        <p:nvGrpSpPr>
          <p:cNvPr id="2853" name="Google Shape;2853;p49"/>
          <p:cNvGrpSpPr/>
          <p:nvPr/>
        </p:nvGrpSpPr>
        <p:grpSpPr>
          <a:xfrm>
            <a:off x="2650339" y="2636949"/>
            <a:ext cx="997948" cy="973961"/>
            <a:chOff x="2650336" y="1276569"/>
            <a:chExt cx="997948" cy="973961"/>
          </a:xfrm>
        </p:grpSpPr>
        <p:grpSp>
          <p:nvGrpSpPr>
            <p:cNvPr id="2854" name="Google Shape;2854;p49"/>
            <p:cNvGrpSpPr/>
            <p:nvPr/>
          </p:nvGrpSpPr>
          <p:grpSpPr>
            <a:xfrm>
              <a:off x="2650336" y="1276569"/>
              <a:ext cx="997948" cy="973961"/>
              <a:chOff x="2703195" y="1388537"/>
              <a:chExt cx="997948" cy="973961"/>
            </a:xfrm>
          </p:grpSpPr>
          <p:sp>
            <p:nvSpPr>
              <p:cNvPr id="2855" name="Google Shape;2855;p49"/>
              <p:cNvSpPr/>
              <p:nvPr/>
            </p:nvSpPr>
            <p:spPr>
              <a:xfrm rot="6721867">
                <a:off x="2816177" y="1501518"/>
                <a:ext cx="747998" cy="747998"/>
              </a:xfrm>
              <a:prstGeom prst="chord">
                <a:avLst>
                  <a:gd fmla="val 2736888" name="adj1"/>
                  <a:gd fmla="val 16229284"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2856" name="Google Shape;2856;p49"/>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2857" name="Google Shape;2857;p49"/>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2858" name="Google Shape;2858;p49"/>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3</a:t>
              </a:r>
              <a:endParaRPr/>
            </a:p>
          </p:txBody>
        </p:sp>
      </p:grpSp>
      <p:cxnSp>
        <p:nvCxnSpPr>
          <p:cNvPr id="2859" name="Google Shape;2859;p49"/>
          <p:cNvCxnSpPr/>
          <p:nvPr/>
        </p:nvCxnSpPr>
        <p:spPr>
          <a:xfrm rot="10800000">
            <a:off x="6422134" y="2248797"/>
            <a:ext cx="2444621" cy="0"/>
          </a:xfrm>
          <a:prstGeom prst="straightConnector1">
            <a:avLst/>
          </a:prstGeom>
          <a:noFill/>
          <a:ln cap="flat" cmpd="sng" w="9525">
            <a:solidFill>
              <a:srgbClr val="7F7F7F"/>
            </a:solidFill>
            <a:prstDash val="solid"/>
            <a:round/>
            <a:headEnd len="sm" w="sm" type="none"/>
            <a:tailEnd len="sm" w="sm" type="none"/>
          </a:ln>
        </p:spPr>
      </p:cxnSp>
      <p:sp>
        <p:nvSpPr>
          <p:cNvPr id="2860" name="Google Shape;2860;p49"/>
          <p:cNvSpPr/>
          <p:nvPr/>
        </p:nvSpPr>
        <p:spPr>
          <a:xfrm>
            <a:off x="6485168" y="1914799"/>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lt1"/>
                </a:solidFill>
                <a:latin typeface="Calibri"/>
                <a:ea typeface="Calibri"/>
                <a:cs typeface="Calibri"/>
                <a:sym typeface="Calibri"/>
              </a:rPr>
              <a:t>Lorem ipsum dolor sit amet</a:t>
            </a:r>
            <a:endParaRPr sz="1000">
              <a:solidFill>
                <a:schemeClr val="lt1"/>
              </a:solidFill>
              <a:latin typeface="Calibri"/>
              <a:ea typeface="Calibri"/>
              <a:cs typeface="Calibri"/>
              <a:sym typeface="Calibri"/>
            </a:endParaRPr>
          </a:p>
        </p:txBody>
      </p:sp>
      <p:sp>
        <p:nvSpPr>
          <p:cNvPr id="2861" name="Google Shape;2861;p49"/>
          <p:cNvSpPr/>
          <p:nvPr/>
        </p:nvSpPr>
        <p:spPr>
          <a:xfrm>
            <a:off x="6527365" y="1315122"/>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lt1"/>
                </a:solidFill>
                <a:latin typeface="Calibri"/>
                <a:ea typeface="Calibri"/>
                <a:cs typeface="Calibri"/>
                <a:sym typeface="Calibri"/>
              </a:rPr>
              <a:t>33</a:t>
            </a:r>
            <a:r>
              <a:rPr b="1" lang="en-US" sz="2000">
                <a:solidFill>
                  <a:schemeClr val="lt1"/>
                </a:solidFill>
                <a:latin typeface="Calibri"/>
                <a:ea typeface="Calibri"/>
                <a:cs typeface="Calibri"/>
                <a:sym typeface="Calibri"/>
              </a:rPr>
              <a:t>%</a:t>
            </a:r>
            <a:endParaRPr/>
          </a:p>
        </p:txBody>
      </p:sp>
      <p:cxnSp>
        <p:nvCxnSpPr>
          <p:cNvPr id="2862" name="Google Shape;2862;p49"/>
          <p:cNvCxnSpPr/>
          <p:nvPr/>
        </p:nvCxnSpPr>
        <p:spPr>
          <a:xfrm rot="10800000">
            <a:off x="6422134" y="3356029"/>
            <a:ext cx="2444621" cy="0"/>
          </a:xfrm>
          <a:prstGeom prst="straightConnector1">
            <a:avLst/>
          </a:prstGeom>
          <a:noFill/>
          <a:ln cap="flat" cmpd="sng" w="9525">
            <a:solidFill>
              <a:srgbClr val="7F7F7F"/>
            </a:solidFill>
            <a:prstDash val="solid"/>
            <a:round/>
            <a:headEnd len="sm" w="sm" type="none"/>
            <a:tailEnd len="sm" w="sm" type="none"/>
          </a:ln>
        </p:spPr>
      </p:cxnSp>
      <p:sp>
        <p:nvSpPr>
          <p:cNvPr id="2863" name="Google Shape;2863;p49"/>
          <p:cNvSpPr/>
          <p:nvPr/>
        </p:nvSpPr>
        <p:spPr>
          <a:xfrm>
            <a:off x="6482285" y="3025615"/>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lt1"/>
                </a:solidFill>
                <a:latin typeface="Calibri"/>
                <a:ea typeface="Calibri"/>
                <a:cs typeface="Calibri"/>
                <a:sym typeface="Calibri"/>
              </a:rPr>
              <a:t>Lorem ipsum dolor sit amet</a:t>
            </a:r>
            <a:endParaRPr sz="1000">
              <a:solidFill>
                <a:schemeClr val="lt1"/>
              </a:solidFill>
              <a:latin typeface="Calibri"/>
              <a:ea typeface="Calibri"/>
              <a:cs typeface="Calibri"/>
              <a:sym typeface="Calibri"/>
            </a:endParaRPr>
          </a:p>
        </p:txBody>
      </p:sp>
      <p:sp>
        <p:nvSpPr>
          <p:cNvPr id="2864" name="Google Shape;2864;p49"/>
          <p:cNvSpPr/>
          <p:nvPr/>
        </p:nvSpPr>
        <p:spPr>
          <a:xfrm>
            <a:off x="6527365" y="2434795"/>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lt1"/>
                </a:solidFill>
                <a:latin typeface="Calibri"/>
                <a:ea typeface="Calibri"/>
                <a:cs typeface="Calibri"/>
                <a:sym typeface="Calibri"/>
              </a:rPr>
              <a:t>46</a:t>
            </a:r>
            <a:r>
              <a:rPr b="1" lang="en-US" sz="2000">
                <a:solidFill>
                  <a:schemeClr val="lt1"/>
                </a:solidFill>
                <a:latin typeface="Calibri"/>
                <a:ea typeface="Calibri"/>
                <a:cs typeface="Calibri"/>
                <a:sym typeface="Calibri"/>
              </a:rPr>
              <a:t>%</a:t>
            </a:r>
            <a:endParaRPr/>
          </a:p>
        </p:txBody>
      </p:sp>
      <p:sp>
        <p:nvSpPr>
          <p:cNvPr id="2865" name="Google Shape;2865;p49"/>
          <p:cNvSpPr/>
          <p:nvPr/>
        </p:nvSpPr>
        <p:spPr>
          <a:xfrm>
            <a:off x="6489695" y="4195869"/>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lt1"/>
                </a:solidFill>
                <a:latin typeface="Calibri"/>
                <a:ea typeface="Calibri"/>
                <a:cs typeface="Calibri"/>
                <a:sym typeface="Calibri"/>
              </a:rPr>
              <a:t>Lorem ipsum dolor sit amet</a:t>
            </a:r>
            <a:endParaRPr sz="1000">
              <a:solidFill>
                <a:schemeClr val="lt1"/>
              </a:solidFill>
              <a:latin typeface="Calibri"/>
              <a:ea typeface="Calibri"/>
              <a:cs typeface="Calibri"/>
              <a:sym typeface="Calibri"/>
            </a:endParaRPr>
          </a:p>
        </p:txBody>
      </p:sp>
      <p:sp>
        <p:nvSpPr>
          <p:cNvPr id="2866" name="Google Shape;2866;p49"/>
          <p:cNvSpPr/>
          <p:nvPr/>
        </p:nvSpPr>
        <p:spPr>
          <a:xfrm>
            <a:off x="6527365" y="3566909"/>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lt1"/>
                </a:solidFill>
                <a:latin typeface="Calibri"/>
                <a:ea typeface="Calibri"/>
                <a:cs typeface="Calibri"/>
                <a:sym typeface="Calibri"/>
              </a:rPr>
              <a:t>69</a:t>
            </a:r>
            <a:r>
              <a:rPr b="1" lang="en-US" sz="2000">
                <a:solidFill>
                  <a:schemeClr val="lt1"/>
                </a:solidFill>
                <a:latin typeface="Calibri"/>
                <a:ea typeface="Calibri"/>
                <a:cs typeface="Calibri"/>
                <a:sym typeface="Calibri"/>
              </a:rPr>
              <a:t>%</a:t>
            </a:r>
            <a:endParaRPr/>
          </a:p>
        </p:txBody>
      </p:sp>
      <p:grpSp>
        <p:nvGrpSpPr>
          <p:cNvPr id="2867" name="Google Shape;2867;p49"/>
          <p:cNvGrpSpPr/>
          <p:nvPr/>
        </p:nvGrpSpPr>
        <p:grpSpPr>
          <a:xfrm>
            <a:off x="8059280" y="3510784"/>
            <a:ext cx="675612" cy="547956"/>
            <a:chOff x="5012" y="2340"/>
            <a:chExt cx="561" cy="455"/>
          </a:xfrm>
        </p:grpSpPr>
        <p:sp>
          <p:nvSpPr>
            <p:cNvPr id="2868" name="Google Shape;2868;p49"/>
            <p:cNvSpPr/>
            <p:nvPr/>
          </p:nvSpPr>
          <p:spPr>
            <a:xfrm>
              <a:off x="5012" y="2520"/>
              <a:ext cx="137" cy="275"/>
            </a:xfrm>
            <a:custGeom>
              <a:rect b="b" l="l" r="r" t="t"/>
              <a:pathLst>
                <a:path extrusionOk="0" h="114" w="57">
                  <a:moveTo>
                    <a:pt x="0" y="0"/>
                  </a:moveTo>
                  <a:cubicBezTo>
                    <a:pt x="0" y="0"/>
                    <a:pt x="13" y="33"/>
                    <a:pt x="57" y="48"/>
                  </a:cubicBezTo>
                  <a:cubicBezTo>
                    <a:pt x="57" y="114"/>
                    <a:pt x="57" y="114"/>
                    <a:pt x="57" y="114"/>
                  </a:cubicBezTo>
                  <a:cubicBezTo>
                    <a:pt x="13" y="99"/>
                    <a:pt x="0" y="66"/>
                    <a:pt x="0" y="66"/>
                  </a:cubicBezTo>
                  <a:lnTo>
                    <a:pt x="0" y="0"/>
                  </a:lnTo>
                  <a:close/>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69" name="Google Shape;2869;p49"/>
            <p:cNvCxnSpPr/>
            <p:nvPr/>
          </p:nvCxnSpPr>
          <p:spPr>
            <a:xfrm flipH="1">
              <a:off x="5149" y="2467"/>
              <a:ext cx="172" cy="169"/>
            </a:xfrm>
            <a:prstGeom prst="straightConnector1">
              <a:avLst/>
            </a:prstGeom>
            <a:noFill/>
            <a:ln cap="rnd" cmpd="sng" w="12700">
              <a:solidFill>
                <a:schemeClr val="lt1"/>
              </a:solidFill>
              <a:prstDash val="solid"/>
              <a:round/>
              <a:headEnd len="med" w="med" type="none"/>
              <a:tailEnd len="med" w="med" type="none"/>
            </a:ln>
          </p:spPr>
        </p:cxnSp>
        <p:cxnSp>
          <p:nvCxnSpPr>
            <p:cNvPr id="2870" name="Google Shape;2870;p49"/>
            <p:cNvCxnSpPr/>
            <p:nvPr/>
          </p:nvCxnSpPr>
          <p:spPr>
            <a:xfrm flipH="1">
              <a:off x="5149" y="2706"/>
              <a:ext cx="89" cy="89"/>
            </a:xfrm>
            <a:prstGeom prst="straightConnector1">
              <a:avLst/>
            </a:prstGeom>
            <a:noFill/>
            <a:ln cap="flat" cmpd="sng" w="12700">
              <a:solidFill>
                <a:schemeClr val="lt1"/>
              </a:solidFill>
              <a:prstDash val="solid"/>
              <a:round/>
              <a:headEnd len="med" w="med" type="none"/>
              <a:tailEnd len="med" w="med" type="none"/>
            </a:ln>
          </p:spPr>
        </p:cxnSp>
        <p:cxnSp>
          <p:nvCxnSpPr>
            <p:cNvPr id="2871" name="Google Shape;2871;p49"/>
            <p:cNvCxnSpPr/>
            <p:nvPr/>
          </p:nvCxnSpPr>
          <p:spPr>
            <a:xfrm flipH="1">
              <a:off x="5283" y="2467"/>
              <a:ext cx="38" cy="128"/>
            </a:xfrm>
            <a:prstGeom prst="straightConnector1">
              <a:avLst/>
            </a:prstGeom>
            <a:noFill/>
            <a:ln cap="rnd" cmpd="sng" w="12700">
              <a:solidFill>
                <a:srgbClr val="7F7F7F"/>
              </a:solidFill>
              <a:prstDash val="solid"/>
              <a:round/>
              <a:headEnd len="med" w="med" type="none"/>
              <a:tailEnd len="med" w="med" type="none"/>
            </a:ln>
          </p:spPr>
        </p:cxnSp>
        <p:cxnSp>
          <p:nvCxnSpPr>
            <p:cNvPr id="2872" name="Google Shape;2872;p49"/>
            <p:cNvCxnSpPr/>
            <p:nvPr/>
          </p:nvCxnSpPr>
          <p:spPr>
            <a:xfrm flipH="1" rot="10800000">
              <a:off x="5012" y="2467"/>
              <a:ext cx="309" cy="53"/>
            </a:xfrm>
            <a:prstGeom prst="straightConnector1">
              <a:avLst/>
            </a:prstGeom>
            <a:noFill/>
            <a:ln cap="rnd" cmpd="sng" w="12700">
              <a:solidFill>
                <a:schemeClr val="lt1"/>
              </a:solidFill>
              <a:prstDash val="solid"/>
              <a:round/>
              <a:headEnd len="med" w="med" type="none"/>
              <a:tailEnd len="med" w="med" type="none"/>
            </a:ln>
          </p:spPr>
        </p:cxnSp>
        <p:sp>
          <p:nvSpPr>
            <p:cNvPr id="2873" name="Google Shape;2873;p49"/>
            <p:cNvSpPr/>
            <p:nvPr/>
          </p:nvSpPr>
          <p:spPr>
            <a:xfrm>
              <a:off x="5082" y="2340"/>
              <a:ext cx="491" cy="445"/>
            </a:xfrm>
            <a:custGeom>
              <a:rect b="b" l="l" r="r" t="t"/>
              <a:pathLst>
                <a:path extrusionOk="0" h="185" w="205">
                  <a:moveTo>
                    <a:pt x="205" y="54"/>
                  </a:moveTo>
                  <a:cubicBezTo>
                    <a:pt x="205" y="131"/>
                    <a:pt x="205" y="131"/>
                    <a:pt x="205" y="131"/>
                  </a:cubicBezTo>
                  <a:cubicBezTo>
                    <a:pt x="205" y="161"/>
                    <a:pt x="159" y="185"/>
                    <a:pt x="102" y="185"/>
                  </a:cubicBezTo>
                  <a:cubicBezTo>
                    <a:pt x="96" y="185"/>
                    <a:pt x="90" y="185"/>
                    <a:pt x="84" y="185"/>
                  </a:cubicBezTo>
                  <a:cubicBezTo>
                    <a:pt x="84" y="108"/>
                    <a:pt x="84" y="108"/>
                    <a:pt x="84" y="108"/>
                  </a:cubicBezTo>
                  <a:cubicBezTo>
                    <a:pt x="89" y="108"/>
                    <a:pt x="97" y="108"/>
                    <a:pt x="102" y="108"/>
                  </a:cubicBezTo>
                  <a:cubicBezTo>
                    <a:pt x="159" y="108"/>
                    <a:pt x="205" y="84"/>
                    <a:pt x="205" y="54"/>
                  </a:cubicBezTo>
                  <a:cubicBezTo>
                    <a:pt x="205" y="24"/>
                    <a:pt x="159" y="0"/>
                    <a:pt x="102" y="0"/>
                  </a:cubicBezTo>
                  <a:cubicBezTo>
                    <a:pt x="45" y="0"/>
                    <a:pt x="0" y="24"/>
                    <a:pt x="0" y="54"/>
                  </a:cubicBezTo>
                  <a:cubicBezTo>
                    <a:pt x="0" y="59"/>
                    <a:pt x="1" y="64"/>
                    <a:pt x="3" y="69"/>
                  </a:cubicBezTo>
                </a:path>
              </a:pathLst>
            </a:custGeom>
            <a:no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874" name="Google Shape;2874;p49"/>
          <p:cNvGrpSpPr/>
          <p:nvPr/>
        </p:nvGrpSpPr>
        <p:grpSpPr>
          <a:xfrm>
            <a:off x="8065178" y="1393498"/>
            <a:ext cx="663818" cy="499892"/>
            <a:chOff x="4852" y="915"/>
            <a:chExt cx="737" cy="555"/>
          </a:xfrm>
        </p:grpSpPr>
        <p:sp>
          <p:nvSpPr>
            <p:cNvPr id="2875" name="Google Shape;2875;p49"/>
            <p:cNvSpPr/>
            <p:nvPr/>
          </p:nvSpPr>
          <p:spPr>
            <a:xfrm>
              <a:off x="5264" y="1146"/>
              <a:ext cx="325" cy="324"/>
            </a:xfrm>
            <a:custGeom>
              <a:rect b="b" l="l" r="r" t="t"/>
              <a:pathLst>
                <a:path extrusionOk="0" h="135" w="136">
                  <a:moveTo>
                    <a:pt x="44" y="23"/>
                  </a:moveTo>
                  <a:cubicBezTo>
                    <a:pt x="40" y="25"/>
                    <a:pt x="36" y="28"/>
                    <a:pt x="32" y="31"/>
                  </a:cubicBezTo>
                  <a:cubicBezTo>
                    <a:pt x="15" y="25"/>
                    <a:pt x="15" y="25"/>
                    <a:pt x="15" y="25"/>
                  </a:cubicBezTo>
                  <a:cubicBezTo>
                    <a:pt x="5" y="41"/>
                    <a:pt x="5" y="41"/>
                    <a:pt x="5" y="41"/>
                  </a:cubicBezTo>
                  <a:cubicBezTo>
                    <a:pt x="19" y="53"/>
                    <a:pt x="19" y="53"/>
                    <a:pt x="19" y="53"/>
                  </a:cubicBezTo>
                  <a:cubicBezTo>
                    <a:pt x="18" y="58"/>
                    <a:pt x="17" y="62"/>
                    <a:pt x="17" y="67"/>
                  </a:cubicBezTo>
                  <a:cubicBezTo>
                    <a:pt x="0" y="75"/>
                    <a:pt x="0" y="75"/>
                    <a:pt x="0" y="75"/>
                  </a:cubicBezTo>
                  <a:cubicBezTo>
                    <a:pt x="5" y="93"/>
                    <a:pt x="5" y="93"/>
                    <a:pt x="5" y="93"/>
                  </a:cubicBezTo>
                  <a:cubicBezTo>
                    <a:pt x="23" y="92"/>
                    <a:pt x="23" y="92"/>
                    <a:pt x="23" y="92"/>
                  </a:cubicBezTo>
                  <a:cubicBezTo>
                    <a:pt x="26" y="96"/>
                    <a:pt x="29" y="100"/>
                    <a:pt x="32" y="104"/>
                  </a:cubicBezTo>
                  <a:cubicBezTo>
                    <a:pt x="25" y="121"/>
                    <a:pt x="25" y="121"/>
                    <a:pt x="25" y="121"/>
                  </a:cubicBezTo>
                  <a:cubicBezTo>
                    <a:pt x="42" y="130"/>
                    <a:pt x="42" y="130"/>
                    <a:pt x="42" y="130"/>
                  </a:cubicBezTo>
                  <a:cubicBezTo>
                    <a:pt x="53" y="116"/>
                    <a:pt x="53" y="116"/>
                    <a:pt x="53" y="116"/>
                  </a:cubicBezTo>
                  <a:cubicBezTo>
                    <a:pt x="58" y="118"/>
                    <a:pt x="63" y="119"/>
                    <a:pt x="68" y="119"/>
                  </a:cubicBezTo>
                  <a:cubicBezTo>
                    <a:pt x="75" y="135"/>
                    <a:pt x="75" y="135"/>
                    <a:pt x="75" y="135"/>
                  </a:cubicBezTo>
                  <a:cubicBezTo>
                    <a:pt x="94" y="131"/>
                    <a:pt x="94" y="131"/>
                    <a:pt x="94" y="131"/>
                  </a:cubicBezTo>
                  <a:cubicBezTo>
                    <a:pt x="92" y="113"/>
                    <a:pt x="92" y="113"/>
                    <a:pt x="92" y="113"/>
                  </a:cubicBezTo>
                  <a:cubicBezTo>
                    <a:pt x="97" y="110"/>
                    <a:pt x="101" y="107"/>
                    <a:pt x="104" y="104"/>
                  </a:cubicBezTo>
                  <a:cubicBezTo>
                    <a:pt x="121" y="111"/>
                    <a:pt x="121" y="111"/>
                    <a:pt x="121" y="111"/>
                  </a:cubicBezTo>
                  <a:cubicBezTo>
                    <a:pt x="131" y="94"/>
                    <a:pt x="131" y="94"/>
                    <a:pt x="131" y="94"/>
                  </a:cubicBezTo>
                  <a:cubicBezTo>
                    <a:pt x="117" y="82"/>
                    <a:pt x="117" y="82"/>
                    <a:pt x="117" y="82"/>
                  </a:cubicBezTo>
                  <a:cubicBezTo>
                    <a:pt x="118" y="78"/>
                    <a:pt x="119" y="73"/>
                    <a:pt x="119" y="68"/>
                  </a:cubicBezTo>
                  <a:cubicBezTo>
                    <a:pt x="136" y="61"/>
                    <a:pt x="136" y="61"/>
                    <a:pt x="136" y="61"/>
                  </a:cubicBezTo>
                  <a:cubicBezTo>
                    <a:pt x="131" y="42"/>
                    <a:pt x="131" y="42"/>
                    <a:pt x="131" y="42"/>
                  </a:cubicBezTo>
                  <a:cubicBezTo>
                    <a:pt x="113" y="44"/>
                    <a:pt x="113" y="44"/>
                    <a:pt x="113" y="44"/>
                  </a:cubicBezTo>
                  <a:cubicBezTo>
                    <a:pt x="111" y="39"/>
                    <a:pt x="108" y="35"/>
                    <a:pt x="104" y="32"/>
                  </a:cubicBezTo>
                  <a:cubicBezTo>
                    <a:pt x="111" y="15"/>
                    <a:pt x="111" y="15"/>
                    <a:pt x="111" y="15"/>
                  </a:cubicBezTo>
                  <a:cubicBezTo>
                    <a:pt x="95" y="5"/>
                    <a:pt x="95" y="5"/>
                    <a:pt x="95" y="5"/>
                  </a:cubicBezTo>
                  <a:cubicBezTo>
                    <a:pt x="83" y="19"/>
                    <a:pt x="83" y="19"/>
                    <a:pt x="83" y="19"/>
                  </a:cubicBezTo>
                  <a:cubicBezTo>
                    <a:pt x="78" y="18"/>
                    <a:pt x="73" y="17"/>
                    <a:pt x="68" y="17"/>
                  </a:cubicBezTo>
                  <a:cubicBezTo>
                    <a:pt x="61" y="0"/>
                    <a:pt x="61" y="0"/>
                    <a:pt x="61" y="0"/>
                  </a:cubicBezTo>
                  <a:cubicBezTo>
                    <a:pt x="43" y="5"/>
                    <a:pt x="43" y="5"/>
                    <a:pt x="43" y="5"/>
                  </a:cubicBezTo>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76" name="Google Shape;2876;p49"/>
            <p:cNvSpPr/>
            <p:nvPr/>
          </p:nvSpPr>
          <p:spPr>
            <a:xfrm>
              <a:off x="5378" y="1256"/>
              <a:ext cx="101" cy="103"/>
            </a:xfrm>
            <a:custGeom>
              <a:rect b="b" l="l" r="r" t="t"/>
              <a:pathLst>
                <a:path extrusionOk="0" h="43" w="42">
                  <a:moveTo>
                    <a:pt x="11" y="4"/>
                  </a:moveTo>
                  <a:cubicBezTo>
                    <a:pt x="12" y="4"/>
                    <a:pt x="14" y="3"/>
                    <a:pt x="15" y="3"/>
                  </a:cubicBezTo>
                  <a:cubicBezTo>
                    <a:pt x="26" y="0"/>
                    <a:pt x="37" y="6"/>
                    <a:pt x="39" y="17"/>
                  </a:cubicBezTo>
                  <a:cubicBezTo>
                    <a:pt x="42" y="28"/>
                    <a:pt x="35" y="38"/>
                    <a:pt x="25" y="41"/>
                  </a:cubicBezTo>
                  <a:cubicBezTo>
                    <a:pt x="14" y="43"/>
                    <a:pt x="4" y="37"/>
                    <a:pt x="1" y="26"/>
                  </a:cubicBezTo>
                  <a:cubicBezTo>
                    <a:pt x="1" y="25"/>
                    <a:pt x="0" y="23"/>
                    <a:pt x="0" y="21"/>
                  </a:cubicBezTo>
                </a:path>
              </a:pathLst>
            </a:custGeom>
            <a:noFill/>
            <a:ln cap="rnd"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77" name="Google Shape;2877;p49"/>
            <p:cNvSpPr/>
            <p:nvPr/>
          </p:nvSpPr>
          <p:spPr>
            <a:xfrm>
              <a:off x="4852" y="915"/>
              <a:ext cx="436" cy="439"/>
            </a:xfrm>
            <a:custGeom>
              <a:rect b="b" l="l" r="r" t="t"/>
              <a:pathLst>
                <a:path extrusionOk="0" h="183" w="182">
                  <a:moveTo>
                    <a:pt x="32" y="56"/>
                  </a:moveTo>
                  <a:cubicBezTo>
                    <a:pt x="28" y="62"/>
                    <a:pt x="26" y="68"/>
                    <a:pt x="24" y="74"/>
                  </a:cubicBezTo>
                  <a:cubicBezTo>
                    <a:pt x="0" y="78"/>
                    <a:pt x="0" y="78"/>
                    <a:pt x="0" y="78"/>
                  </a:cubicBezTo>
                  <a:cubicBezTo>
                    <a:pt x="0" y="104"/>
                    <a:pt x="0" y="104"/>
                    <a:pt x="0" y="104"/>
                  </a:cubicBezTo>
                  <a:cubicBezTo>
                    <a:pt x="24" y="109"/>
                    <a:pt x="24" y="109"/>
                    <a:pt x="24" y="109"/>
                  </a:cubicBezTo>
                  <a:cubicBezTo>
                    <a:pt x="26" y="115"/>
                    <a:pt x="28" y="121"/>
                    <a:pt x="32" y="127"/>
                  </a:cubicBezTo>
                  <a:cubicBezTo>
                    <a:pt x="17" y="147"/>
                    <a:pt x="17" y="147"/>
                    <a:pt x="17" y="147"/>
                  </a:cubicBezTo>
                  <a:cubicBezTo>
                    <a:pt x="36" y="165"/>
                    <a:pt x="36" y="165"/>
                    <a:pt x="36" y="165"/>
                  </a:cubicBezTo>
                  <a:cubicBezTo>
                    <a:pt x="56" y="151"/>
                    <a:pt x="56" y="151"/>
                    <a:pt x="56" y="151"/>
                  </a:cubicBezTo>
                  <a:cubicBezTo>
                    <a:pt x="61" y="154"/>
                    <a:pt x="67" y="157"/>
                    <a:pt x="74" y="158"/>
                  </a:cubicBezTo>
                  <a:cubicBezTo>
                    <a:pt x="78" y="183"/>
                    <a:pt x="78" y="183"/>
                    <a:pt x="78" y="183"/>
                  </a:cubicBezTo>
                  <a:cubicBezTo>
                    <a:pt x="104" y="183"/>
                    <a:pt x="104" y="183"/>
                    <a:pt x="104" y="183"/>
                  </a:cubicBezTo>
                  <a:cubicBezTo>
                    <a:pt x="108" y="158"/>
                    <a:pt x="108" y="158"/>
                    <a:pt x="108" y="158"/>
                  </a:cubicBezTo>
                  <a:cubicBezTo>
                    <a:pt x="114" y="157"/>
                    <a:pt x="120" y="154"/>
                    <a:pt x="126" y="151"/>
                  </a:cubicBezTo>
                  <a:cubicBezTo>
                    <a:pt x="146" y="165"/>
                    <a:pt x="146" y="165"/>
                    <a:pt x="146" y="165"/>
                  </a:cubicBezTo>
                  <a:cubicBezTo>
                    <a:pt x="165" y="147"/>
                    <a:pt x="165" y="147"/>
                    <a:pt x="165" y="147"/>
                  </a:cubicBezTo>
                  <a:cubicBezTo>
                    <a:pt x="150" y="127"/>
                    <a:pt x="150" y="127"/>
                    <a:pt x="150" y="127"/>
                  </a:cubicBezTo>
                  <a:cubicBezTo>
                    <a:pt x="153" y="121"/>
                    <a:pt x="156" y="115"/>
                    <a:pt x="158" y="108"/>
                  </a:cubicBezTo>
                  <a:cubicBezTo>
                    <a:pt x="182" y="104"/>
                    <a:pt x="182" y="104"/>
                    <a:pt x="182" y="104"/>
                  </a:cubicBezTo>
                  <a:cubicBezTo>
                    <a:pt x="182" y="78"/>
                    <a:pt x="182" y="78"/>
                    <a:pt x="182" y="78"/>
                  </a:cubicBezTo>
                  <a:cubicBezTo>
                    <a:pt x="158" y="74"/>
                    <a:pt x="158" y="74"/>
                    <a:pt x="158" y="74"/>
                  </a:cubicBezTo>
                  <a:cubicBezTo>
                    <a:pt x="156" y="68"/>
                    <a:pt x="153" y="62"/>
                    <a:pt x="150" y="56"/>
                  </a:cubicBezTo>
                  <a:cubicBezTo>
                    <a:pt x="165" y="36"/>
                    <a:pt x="165" y="36"/>
                    <a:pt x="165" y="36"/>
                  </a:cubicBezTo>
                  <a:cubicBezTo>
                    <a:pt x="146" y="18"/>
                    <a:pt x="146" y="18"/>
                    <a:pt x="146" y="18"/>
                  </a:cubicBezTo>
                  <a:cubicBezTo>
                    <a:pt x="126" y="32"/>
                    <a:pt x="126" y="32"/>
                    <a:pt x="126" y="32"/>
                  </a:cubicBezTo>
                  <a:cubicBezTo>
                    <a:pt x="120" y="29"/>
                    <a:pt x="114" y="26"/>
                    <a:pt x="108" y="25"/>
                  </a:cubicBezTo>
                  <a:cubicBezTo>
                    <a:pt x="104" y="0"/>
                    <a:pt x="104" y="0"/>
                    <a:pt x="104" y="0"/>
                  </a:cubicBezTo>
                  <a:cubicBezTo>
                    <a:pt x="78" y="0"/>
                    <a:pt x="78" y="0"/>
                    <a:pt x="78" y="0"/>
                  </a:cubicBezTo>
                  <a:cubicBezTo>
                    <a:pt x="77" y="8"/>
                    <a:pt x="77" y="8"/>
                    <a:pt x="77" y="8"/>
                  </a:cubicBezTo>
                </a:path>
              </a:pathLst>
            </a:custGeom>
            <a:no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78" name="Google Shape;2878;p49"/>
            <p:cNvSpPr/>
            <p:nvPr/>
          </p:nvSpPr>
          <p:spPr>
            <a:xfrm>
              <a:off x="4893" y="958"/>
              <a:ext cx="136" cy="58"/>
            </a:xfrm>
            <a:custGeom>
              <a:rect b="b" l="l" r="r" t="t"/>
              <a:pathLst>
                <a:path extrusionOk="0" h="24" w="57">
                  <a:moveTo>
                    <a:pt x="57" y="7"/>
                  </a:moveTo>
                  <a:cubicBezTo>
                    <a:pt x="50" y="8"/>
                    <a:pt x="44" y="11"/>
                    <a:pt x="39" y="14"/>
                  </a:cubicBezTo>
                  <a:cubicBezTo>
                    <a:pt x="19" y="0"/>
                    <a:pt x="19" y="0"/>
                    <a:pt x="19" y="0"/>
                  </a:cubicBezTo>
                  <a:cubicBezTo>
                    <a:pt x="0" y="18"/>
                    <a:pt x="0" y="18"/>
                    <a:pt x="0" y="18"/>
                  </a:cubicBezTo>
                  <a:cubicBezTo>
                    <a:pt x="5" y="24"/>
                    <a:pt x="5" y="24"/>
                    <a:pt x="5" y="24"/>
                  </a:cubicBezTo>
                </a:path>
              </a:pathLst>
            </a:custGeom>
            <a:noFill/>
            <a:ln cap="rnd" cmpd="sng" w="12700">
              <a:solidFill>
                <a:srgbClr val="007DC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79" name="Google Shape;2879;p49"/>
            <p:cNvSpPr/>
            <p:nvPr/>
          </p:nvSpPr>
          <p:spPr>
            <a:xfrm>
              <a:off x="4974" y="1035"/>
              <a:ext cx="194" cy="199"/>
            </a:xfrm>
            <a:custGeom>
              <a:rect b="b" l="l" r="r" t="t"/>
              <a:pathLst>
                <a:path extrusionOk="0" h="83" w="81">
                  <a:moveTo>
                    <a:pt x="18" y="8"/>
                  </a:moveTo>
                  <a:cubicBezTo>
                    <a:pt x="23" y="5"/>
                    <a:pt x="30" y="3"/>
                    <a:pt x="36" y="2"/>
                  </a:cubicBezTo>
                  <a:cubicBezTo>
                    <a:pt x="58" y="0"/>
                    <a:pt x="77" y="16"/>
                    <a:pt x="79" y="38"/>
                  </a:cubicBezTo>
                  <a:cubicBezTo>
                    <a:pt x="81" y="60"/>
                    <a:pt x="65" y="79"/>
                    <a:pt x="43" y="81"/>
                  </a:cubicBezTo>
                  <a:cubicBezTo>
                    <a:pt x="22" y="83"/>
                    <a:pt x="2" y="67"/>
                    <a:pt x="0" y="45"/>
                  </a:cubicBezTo>
                  <a:cubicBezTo>
                    <a:pt x="0" y="37"/>
                    <a:pt x="1" y="29"/>
                    <a:pt x="5" y="23"/>
                  </a:cubicBezTo>
                </a:path>
              </a:pathLst>
            </a:custGeom>
            <a:no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880" name="Google Shape;2880;p49"/>
          <p:cNvGrpSpPr/>
          <p:nvPr/>
        </p:nvGrpSpPr>
        <p:grpSpPr>
          <a:xfrm>
            <a:off x="8030903" y="2437903"/>
            <a:ext cx="732370" cy="471488"/>
            <a:chOff x="8030900" y="2582863"/>
            <a:chExt cx="732370" cy="471488"/>
          </a:xfrm>
        </p:grpSpPr>
        <p:sp>
          <p:nvSpPr>
            <p:cNvPr id="2881" name="Google Shape;2881;p49"/>
            <p:cNvSpPr/>
            <p:nvPr/>
          </p:nvSpPr>
          <p:spPr>
            <a:xfrm>
              <a:off x="8259171" y="2660312"/>
              <a:ext cx="188867" cy="54350"/>
            </a:xfrm>
            <a:custGeom>
              <a:rect b="b" l="l" r="r" t="t"/>
              <a:pathLst>
                <a:path extrusionOk="0" h="40" w="139">
                  <a:moveTo>
                    <a:pt x="0" y="0"/>
                  </a:moveTo>
                  <a:lnTo>
                    <a:pt x="139" y="0"/>
                  </a:lnTo>
                  <a:lnTo>
                    <a:pt x="139" y="40"/>
                  </a:lnTo>
                  <a:lnTo>
                    <a:pt x="0" y="40"/>
                  </a:lnTo>
                </a:path>
              </a:pathLst>
            </a:custGeom>
            <a:noFill/>
            <a:ln cap="flat" cmpd="sng" w="12700">
              <a:solidFill>
                <a:schemeClr val="lt1"/>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82" name="Google Shape;2882;p49"/>
            <p:cNvCxnSpPr/>
            <p:nvPr/>
          </p:nvCxnSpPr>
          <p:spPr>
            <a:xfrm>
              <a:off x="8385536" y="2660312"/>
              <a:ext cx="0" cy="54350"/>
            </a:xfrm>
            <a:prstGeom prst="straightConnector1">
              <a:avLst/>
            </a:prstGeom>
            <a:noFill/>
            <a:ln cap="flat" cmpd="sng" w="12700">
              <a:solidFill>
                <a:srgbClr val="7F7F7F"/>
              </a:solidFill>
              <a:prstDash val="solid"/>
              <a:round/>
              <a:headEnd len="med" w="med" type="none"/>
              <a:tailEnd len="med" w="med" type="none"/>
            </a:ln>
          </p:spPr>
        </p:cxnSp>
        <p:sp>
          <p:nvSpPr>
            <p:cNvPr id="2883" name="Google Shape;2883;p49"/>
            <p:cNvSpPr/>
            <p:nvPr/>
          </p:nvSpPr>
          <p:spPr>
            <a:xfrm>
              <a:off x="8259171" y="2756784"/>
              <a:ext cx="259523" cy="55709"/>
            </a:xfrm>
            <a:custGeom>
              <a:rect b="b" l="l" r="r" t="t"/>
              <a:pathLst>
                <a:path extrusionOk="0" h="41" w="191">
                  <a:moveTo>
                    <a:pt x="0" y="0"/>
                  </a:moveTo>
                  <a:lnTo>
                    <a:pt x="191" y="0"/>
                  </a:lnTo>
                  <a:lnTo>
                    <a:pt x="191" y="41"/>
                  </a:lnTo>
                  <a:lnTo>
                    <a:pt x="0" y="41"/>
                  </a:lnTo>
                </a:path>
              </a:pathLst>
            </a:custGeom>
            <a:noFill/>
            <a:ln cap="flat" cmpd="sng" w="12700">
              <a:solidFill>
                <a:schemeClr val="lt1"/>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84" name="Google Shape;2884;p49"/>
            <p:cNvCxnSpPr/>
            <p:nvPr/>
          </p:nvCxnSpPr>
          <p:spPr>
            <a:xfrm>
              <a:off x="8418146" y="2756784"/>
              <a:ext cx="0" cy="55709"/>
            </a:xfrm>
            <a:prstGeom prst="straightConnector1">
              <a:avLst/>
            </a:prstGeom>
            <a:noFill/>
            <a:ln cap="flat" cmpd="sng" w="12700">
              <a:solidFill>
                <a:schemeClr val="lt1"/>
              </a:solidFill>
              <a:prstDash val="solid"/>
              <a:round/>
              <a:headEnd len="med" w="med" type="none"/>
              <a:tailEnd len="med" w="med" type="none"/>
            </a:ln>
          </p:spPr>
        </p:cxnSp>
        <p:sp>
          <p:nvSpPr>
            <p:cNvPr id="2885" name="Google Shape;2885;p49"/>
            <p:cNvSpPr/>
            <p:nvPr/>
          </p:nvSpPr>
          <p:spPr>
            <a:xfrm>
              <a:off x="8259171" y="2853255"/>
              <a:ext cx="303003" cy="55709"/>
            </a:xfrm>
            <a:custGeom>
              <a:rect b="b" l="l" r="r" t="t"/>
              <a:pathLst>
                <a:path extrusionOk="0" h="41" w="223">
                  <a:moveTo>
                    <a:pt x="0" y="0"/>
                  </a:moveTo>
                  <a:lnTo>
                    <a:pt x="223" y="0"/>
                  </a:lnTo>
                  <a:lnTo>
                    <a:pt x="223" y="41"/>
                  </a:lnTo>
                  <a:lnTo>
                    <a:pt x="0" y="41"/>
                  </a:lnTo>
                </a:path>
              </a:pathLst>
            </a:custGeom>
            <a:noFill/>
            <a:ln cap="flat" cmpd="sng" w="12700">
              <a:solidFill>
                <a:schemeClr val="lt1"/>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86" name="Google Shape;2886;p49"/>
            <p:cNvCxnSpPr/>
            <p:nvPr/>
          </p:nvCxnSpPr>
          <p:spPr>
            <a:xfrm>
              <a:off x="8456191" y="2853255"/>
              <a:ext cx="0" cy="55709"/>
            </a:xfrm>
            <a:prstGeom prst="straightConnector1">
              <a:avLst/>
            </a:prstGeom>
            <a:noFill/>
            <a:ln cap="flat" cmpd="sng" w="12700">
              <a:solidFill>
                <a:schemeClr val="lt1"/>
              </a:solidFill>
              <a:prstDash val="solid"/>
              <a:round/>
              <a:headEnd len="med" w="med" type="none"/>
              <a:tailEnd len="med" w="med" type="none"/>
            </a:ln>
          </p:spPr>
        </p:cxnSp>
        <p:cxnSp>
          <p:nvCxnSpPr>
            <p:cNvPr id="2887" name="Google Shape;2887;p49"/>
            <p:cNvCxnSpPr/>
            <p:nvPr/>
          </p:nvCxnSpPr>
          <p:spPr>
            <a:xfrm>
              <a:off x="8231996" y="2622267"/>
              <a:ext cx="0" cy="323384"/>
            </a:xfrm>
            <a:prstGeom prst="straightConnector1">
              <a:avLst/>
            </a:prstGeom>
            <a:noFill/>
            <a:ln cap="flat" cmpd="sng" w="12700">
              <a:solidFill>
                <a:schemeClr val="lt1"/>
              </a:solidFill>
              <a:prstDash val="solid"/>
              <a:round/>
              <a:headEnd len="med" w="med" type="none"/>
              <a:tailEnd len="med" w="med" type="none"/>
            </a:ln>
          </p:spPr>
        </p:cxnSp>
        <p:sp>
          <p:nvSpPr>
            <p:cNvPr id="2888" name="Google Shape;2888;p49"/>
            <p:cNvSpPr/>
            <p:nvPr/>
          </p:nvSpPr>
          <p:spPr>
            <a:xfrm>
              <a:off x="8100197" y="2582863"/>
              <a:ext cx="593777" cy="364146"/>
            </a:xfrm>
            <a:custGeom>
              <a:rect b="b" l="l" r="r" t="t"/>
              <a:pathLst>
                <a:path extrusionOk="0" h="376" w="614">
                  <a:moveTo>
                    <a:pt x="0" y="376"/>
                  </a:moveTo>
                  <a:cubicBezTo>
                    <a:pt x="0" y="45"/>
                    <a:pt x="0" y="45"/>
                    <a:pt x="0" y="45"/>
                  </a:cubicBezTo>
                  <a:cubicBezTo>
                    <a:pt x="0" y="20"/>
                    <a:pt x="20" y="0"/>
                    <a:pt x="45" y="0"/>
                  </a:cubicBezTo>
                  <a:cubicBezTo>
                    <a:pt x="570" y="0"/>
                    <a:pt x="570" y="0"/>
                    <a:pt x="570" y="0"/>
                  </a:cubicBezTo>
                  <a:cubicBezTo>
                    <a:pt x="594" y="0"/>
                    <a:pt x="614" y="20"/>
                    <a:pt x="614" y="45"/>
                  </a:cubicBezTo>
                  <a:cubicBezTo>
                    <a:pt x="614" y="376"/>
                    <a:pt x="614" y="376"/>
                    <a:pt x="614" y="376"/>
                  </a:cubicBezTo>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889" name="Google Shape;2889;p49"/>
            <p:cNvSpPr/>
            <p:nvPr/>
          </p:nvSpPr>
          <p:spPr>
            <a:xfrm>
              <a:off x="8030900" y="2994566"/>
              <a:ext cx="732370" cy="59785"/>
            </a:xfrm>
            <a:custGeom>
              <a:rect b="b" l="l" r="r" t="t"/>
              <a:pathLst>
                <a:path extrusionOk="0" h="61" w="758">
                  <a:moveTo>
                    <a:pt x="702" y="61"/>
                  </a:moveTo>
                  <a:cubicBezTo>
                    <a:pt x="745" y="61"/>
                    <a:pt x="758" y="0"/>
                    <a:pt x="758" y="0"/>
                  </a:cubicBezTo>
                  <a:cubicBezTo>
                    <a:pt x="0" y="0"/>
                    <a:pt x="0" y="0"/>
                    <a:pt x="0" y="0"/>
                  </a:cubicBezTo>
                  <a:cubicBezTo>
                    <a:pt x="0" y="0"/>
                    <a:pt x="14" y="61"/>
                    <a:pt x="57" y="61"/>
                  </a:cubicBezTo>
                  <a:lnTo>
                    <a:pt x="702" y="61"/>
                  </a:lnTo>
                  <a:close/>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2890" name="Google Shape;2890;p49"/>
          <p:cNvSpPr/>
          <p:nvPr/>
        </p:nvSpPr>
        <p:spPr>
          <a:xfrm>
            <a:off x="3932532" y="1264740"/>
            <a:ext cx="1771650" cy="1771650"/>
          </a:xfrm>
          <a:prstGeom prst="blockArc">
            <a:avLst>
              <a:gd fmla="val 5470327" name="adj1"/>
              <a:gd fmla="val 15692158" name="adj2"/>
              <a:gd fmla="val 4341" name="adj3"/>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891" name="Google Shape;2891;p49"/>
          <p:cNvSpPr/>
          <p:nvPr/>
        </p:nvSpPr>
        <p:spPr>
          <a:xfrm>
            <a:off x="4093163" y="1425371"/>
            <a:ext cx="1450390" cy="1450390"/>
          </a:xfrm>
          <a:prstGeom prst="blockArc">
            <a:avLst>
              <a:gd fmla="val 5470327" name="adj1"/>
              <a:gd fmla="val 17412063" name="adj2"/>
              <a:gd fmla="val 4931" name="adj3"/>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892" name="Google Shape;2892;p49"/>
          <p:cNvSpPr/>
          <p:nvPr/>
        </p:nvSpPr>
        <p:spPr>
          <a:xfrm>
            <a:off x="4256382" y="1588590"/>
            <a:ext cx="1123950" cy="1123950"/>
          </a:xfrm>
          <a:prstGeom prst="blockArc">
            <a:avLst>
              <a:gd fmla="val 5485372" name="adj1"/>
              <a:gd fmla="val 13804538" name="adj2"/>
              <a:gd fmla="val 6008" name="adj3"/>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cxnSp>
        <p:nvCxnSpPr>
          <p:cNvPr id="2893" name="Google Shape;2893;p49"/>
          <p:cNvCxnSpPr/>
          <p:nvPr/>
        </p:nvCxnSpPr>
        <p:spPr>
          <a:xfrm rot="10800000">
            <a:off x="4800602" y="2312102"/>
            <a:ext cx="0" cy="993957"/>
          </a:xfrm>
          <a:prstGeom prst="straightConnector1">
            <a:avLst/>
          </a:prstGeom>
          <a:noFill/>
          <a:ln cap="flat" cmpd="sng" w="9525">
            <a:solidFill>
              <a:srgbClr val="1E2323"/>
            </a:solidFill>
            <a:prstDash val="solid"/>
            <a:round/>
            <a:headEnd len="sm" w="sm" type="none"/>
            <a:tailEnd len="sm" w="sm" type="none"/>
          </a:ln>
        </p:spPr>
      </p:cxnSp>
      <p:sp>
        <p:nvSpPr>
          <p:cNvPr id="2894" name="Google Shape;2894;p49"/>
          <p:cNvSpPr/>
          <p:nvPr/>
        </p:nvSpPr>
        <p:spPr>
          <a:xfrm>
            <a:off x="4882505" y="1977108"/>
            <a:ext cx="124408" cy="124408"/>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2895" name="Google Shape;2895;p49"/>
          <p:cNvSpPr/>
          <p:nvPr/>
        </p:nvSpPr>
        <p:spPr>
          <a:xfrm>
            <a:off x="5092694" y="1974410"/>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lt1"/>
                </a:solidFill>
                <a:latin typeface="Calibri"/>
                <a:ea typeface="Calibri"/>
                <a:cs typeface="Calibri"/>
                <a:sym typeface="Calibri"/>
              </a:rPr>
              <a:t>Lorem ipsum dolor sit amet</a:t>
            </a:r>
            <a:endParaRPr sz="800">
              <a:solidFill>
                <a:schemeClr val="lt1"/>
              </a:solidFill>
              <a:latin typeface="Calibri"/>
              <a:ea typeface="Calibri"/>
              <a:cs typeface="Calibri"/>
              <a:sym typeface="Calibri"/>
            </a:endParaRPr>
          </a:p>
        </p:txBody>
      </p:sp>
      <p:sp>
        <p:nvSpPr>
          <p:cNvPr id="2896" name="Google Shape;2896;p49"/>
          <p:cNvSpPr/>
          <p:nvPr/>
        </p:nvSpPr>
        <p:spPr>
          <a:xfrm>
            <a:off x="4882505" y="2231108"/>
            <a:ext cx="124408" cy="124408"/>
          </a:xfrm>
          <a:prstGeom prst="ellipse">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2897" name="Google Shape;2897;p49"/>
          <p:cNvSpPr/>
          <p:nvPr/>
        </p:nvSpPr>
        <p:spPr>
          <a:xfrm>
            <a:off x="5092694" y="2228410"/>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lt1"/>
                </a:solidFill>
                <a:latin typeface="Calibri"/>
                <a:ea typeface="Calibri"/>
                <a:cs typeface="Calibri"/>
                <a:sym typeface="Calibri"/>
              </a:rPr>
              <a:t>Lorem ipsum dolor sit amet</a:t>
            </a:r>
            <a:endParaRPr sz="800">
              <a:solidFill>
                <a:schemeClr val="lt1"/>
              </a:solidFill>
              <a:latin typeface="Calibri"/>
              <a:ea typeface="Calibri"/>
              <a:cs typeface="Calibri"/>
              <a:sym typeface="Calibri"/>
            </a:endParaRPr>
          </a:p>
        </p:txBody>
      </p:sp>
      <p:sp>
        <p:nvSpPr>
          <p:cNvPr id="2898" name="Google Shape;2898;p49"/>
          <p:cNvSpPr/>
          <p:nvPr/>
        </p:nvSpPr>
        <p:spPr>
          <a:xfrm>
            <a:off x="4882505" y="2485107"/>
            <a:ext cx="124408" cy="124408"/>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2899" name="Google Shape;2899;p49"/>
          <p:cNvSpPr/>
          <p:nvPr/>
        </p:nvSpPr>
        <p:spPr>
          <a:xfrm>
            <a:off x="5092694" y="2482409"/>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lt1"/>
                </a:solidFill>
                <a:latin typeface="Calibri"/>
                <a:ea typeface="Calibri"/>
                <a:cs typeface="Calibri"/>
                <a:sym typeface="Calibri"/>
              </a:rPr>
              <a:t>Lorem ipsum dolor sit amet</a:t>
            </a:r>
            <a:endParaRPr sz="800">
              <a:solidFill>
                <a:schemeClr val="lt1"/>
              </a:solidFill>
              <a:latin typeface="Calibri"/>
              <a:ea typeface="Calibri"/>
              <a:cs typeface="Calibri"/>
              <a:sym typeface="Calibri"/>
            </a:endParaRPr>
          </a:p>
        </p:txBody>
      </p:sp>
      <p:sp>
        <p:nvSpPr>
          <p:cNvPr id="2900" name="Google Shape;2900;p49"/>
          <p:cNvSpPr/>
          <p:nvPr/>
        </p:nvSpPr>
        <p:spPr>
          <a:xfrm>
            <a:off x="3756137" y="3456754"/>
            <a:ext cx="1086316" cy="473656"/>
          </a:xfrm>
          <a:prstGeom prst="rect">
            <a:avLst/>
          </a:prstGeom>
          <a:noFill/>
          <a:ln>
            <a:noFill/>
          </a:ln>
        </p:spPr>
        <p:txBody>
          <a:bodyPr anchorCtr="0" anchor="t" bIns="0" lIns="0" spcFirstLastPara="1" rIns="0" wrap="square" tIns="0">
            <a:spAutoFit/>
          </a:bodyPr>
          <a:lstStyle/>
          <a:p>
            <a:pPr indent="0" lvl="0" marL="0" marR="0" rtl="0" algn="ctr">
              <a:lnSpc>
                <a:spcPct val="85000"/>
              </a:lnSpc>
              <a:spcBef>
                <a:spcPts val="0"/>
              </a:spcBef>
              <a:spcAft>
                <a:spcPts val="0"/>
              </a:spcAft>
              <a:buNone/>
            </a:pPr>
            <a:r>
              <a:rPr lang="en-US" sz="1200">
                <a:solidFill>
                  <a:schemeClr val="lt1"/>
                </a:solidFill>
                <a:latin typeface="Calibri"/>
                <a:ea typeface="Calibri"/>
                <a:cs typeface="Calibri"/>
                <a:sym typeface="Calibri"/>
              </a:rPr>
              <a:t>Less Than</a:t>
            </a:r>
            <a:br>
              <a:rPr lang="en-US" sz="1200">
                <a:solidFill>
                  <a:schemeClr val="lt1"/>
                </a:solidFill>
                <a:latin typeface="Calibri"/>
                <a:ea typeface="Calibri"/>
                <a:cs typeface="Calibri"/>
                <a:sym typeface="Calibri"/>
              </a:rPr>
            </a:br>
            <a:r>
              <a:rPr b="1" lang="en-US" sz="2400">
                <a:solidFill>
                  <a:srgbClr val="FBB034"/>
                </a:solidFill>
                <a:latin typeface="Calibri"/>
                <a:ea typeface="Calibri"/>
                <a:cs typeface="Calibri"/>
                <a:sym typeface="Calibri"/>
              </a:rPr>
              <a:t>HALF</a:t>
            </a:r>
            <a:endParaRPr b="1" sz="1200">
              <a:solidFill>
                <a:srgbClr val="FBB034"/>
              </a:solidFill>
              <a:latin typeface="Calibri"/>
              <a:ea typeface="Calibri"/>
              <a:cs typeface="Calibri"/>
              <a:sym typeface="Calibri"/>
            </a:endParaRPr>
          </a:p>
        </p:txBody>
      </p:sp>
      <p:sp>
        <p:nvSpPr>
          <p:cNvPr id="2901" name="Google Shape;2901;p49"/>
          <p:cNvSpPr/>
          <p:nvPr/>
        </p:nvSpPr>
        <p:spPr>
          <a:xfrm>
            <a:off x="3968457" y="3929084"/>
            <a:ext cx="1035051"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a:t>
            </a:r>
            <a:endParaRPr sz="900">
              <a:solidFill>
                <a:schemeClr val="lt1"/>
              </a:solidFill>
              <a:latin typeface="Calibri"/>
              <a:ea typeface="Calibri"/>
              <a:cs typeface="Calibri"/>
              <a:sym typeface="Calibri"/>
            </a:endParaRPr>
          </a:p>
        </p:txBody>
      </p:sp>
      <p:grpSp>
        <p:nvGrpSpPr>
          <p:cNvPr id="2902" name="Google Shape;2902;p49"/>
          <p:cNvGrpSpPr/>
          <p:nvPr/>
        </p:nvGrpSpPr>
        <p:grpSpPr>
          <a:xfrm>
            <a:off x="5174959" y="3563378"/>
            <a:ext cx="108945" cy="271812"/>
            <a:chOff x="217" y="1802"/>
            <a:chExt cx="99" cy="247"/>
          </a:xfrm>
        </p:grpSpPr>
        <p:sp>
          <p:nvSpPr>
            <p:cNvPr id="2903" name="Google Shape;2903;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04" name="Google Shape;2904;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05" name="Google Shape;2905;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06" name="Google Shape;2906;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07" name="Google Shape;2907;p49"/>
          <p:cNvGrpSpPr/>
          <p:nvPr/>
        </p:nvGrpSpPr>
        <p:grpSpPr>
          <a:xfrm>
            <a:off x="5760406" y="3341213"/>
            <a:ext cx="92710" cy="231306"/>
            <a:chOff x="217" y="1802"/>
            <a:chExt cx="99" cy="247"/>
          </a:xfrm>
        </p:grpSpPr>
        <p:sp>
          <p:nvSpPr>
            <p:cNvPr id="2908" name="Google Shape;2908;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007DC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09" name="Google Shape;2909;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0" name="Google Shape;2910;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1" name="Google Shape;2911;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12" name="Google Shape;2912;p49"/>
          <p:cNvGrpSpPr/>
          <p:nvPr/>
        </p:nvGrpSpPr>
        <p:grpSpPr>
          <a:xfrm>
            <a:off x="5450843" y="3369841"/>
            <a:ext cx="102234" cy="255068"/>
            <a:chOff x="217" y="1802"/>
            <a:chExt cx="99" cy="247"/>
          </a:xfrm>
        </p:grpSpPr>
        <p:sp>
          <p:nvSpPr>
            <p:cNvPr id="2913" name="Google Shape;2913;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4" name="Google Shape;2914;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5" name="Google Shape;2915;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6" name="Google Shape;2916;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17" name="Google Shape;2917;p49"/>
          <p:cNvGrpSpPr/>
          <p:nvPr/>
        </p:nvGrpSpPr>
        <p:grpSpPr>
          <a:xfrm>
            <a:off x="6019962" y="3417439"/>
            <a:ext cx="97472" cy="243187"/>
            <a:chOff x="217" y="1802"/>
            <a:chExt cx="99" cy="247"/>
          </a:xfrm>
        </p:grpSpPr>
        <p:sp>
          <p:nvSpPr>
            <p:cNvPr id="2918" name="Google Shape;2918;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19" name="Google Shape;2919;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0" name="Google Shape;2920;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1" name="Google Shape;2921;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22" name="Google Shape;2922;p49"/>
          <p:cNvGrpSpPr/>
          <p:nvPr/>
        </p:nvGrpSpPr>
        <p:grpSpPr>
          <a:xfrm>
            <a:off x="5922329" y="3793798"/>
            <a:ext cx="121285" cy="302599"/>
            <a:chOff x="217" y="1802"/>
            <a:chExt cx="99" cy="247"/>
          </a:xfrm>
        </p:grpSpPr>
        <p:sp>
          <p:nvSpPr>
            <p:cNvPr id="2923" name="Google Shape;2923;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4" name="Google Shape;2924;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5" name="Google Shape;2925;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6" name="Google Shape;2926;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27" name="Google Shape;2927;p49"/>
          <p:cNvGrpSpPr/>
          <p:nvPr/>
        </p:nvGrpSpPr>
        <p:grpSpPr>
          <a:xfrm>
            <a:off x="5584192" y="3893810"/>
            <a:ext cx="121285" cy="302599"/>
            <a:chOff x="217" y="1802"/>
            <a:chExt cx="99" cy="247"/>
          </a:xfrm>
        </p:grpSpPr>
        <p:sp>
          <p:nvSpPr>
            <p:cNvPr id="2928" name="Google Shape;2928;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29" name="Google Shape;2929;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0" name="Google Shape;2930;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1" name="Google Shape;2931;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32" name="Google Shape;2932;p49"/>
          <p:cNvGrpSpPr/>
          <p:nvPr/>
        </p:nvGrpSpPr>
        <p:grpSpPr>
          <a:xfrm>
            <a:off x="5267486" y="3798560"/>
            <a:ext cx="121285" cy="302599"/>
            <a:chOff x="217" y="1802"/>
            <a:chExt cx="99" cy="247"/>
          </a:xfrm>
        </p:grpSpPr>
        <p:sp>
          <p:nvSpPr>
            <p:cNvPr id="2933" name="Google Shape;2933;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4" name="Google Shape;2934;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5" name="Google Shape;2935;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6" name="Google Shape;2936;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37" name="Google Shape;2937;p49"/>
          <p:cNvGrpSpPr/>
          <p:nvPr/>
        </p:nvGrpSpPr>
        <p:grpSpPr>
          <a:xfrm>
            <a:off x="6139366" y="3594334"/>
            <a:ext cx="108945" cy="271812"/>
            <a:chOff x="217" y="1802"/>
            <a:chExt cx="99" cy="247"/>
          </a:xfrm>
        </p:grpSpPr>
        <p:sp>
          <p:nvSpPr>
            <p:cNvPr id="2938" name="Google Shape;2938;p49"/>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39" name="Google Shape;2939;p49"/>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40" name="Google Shape;2940;p49"/>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41" name="Google Shape;2941;p49"/>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2942" name="Google Shape;2942;p49"/>
          <p:cNvSpPr/>
          <p:nvPr/>
        </p:nvSpPr>
        <p:spPr>
          <a:xfrm>
            <a:off x="2662554" y="3732553"/>
            <a:ext cx="1035051"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dolor sit amet</a:t>
            </a:r>
            <a:endParaRPr sz="900">
              <a:solidFill>
                <a:schemeClr val="lt1"/>
              </a:solidFill>
              <a:latin typeface="Calibri"/>
              <a:ea typeface="Calibri"/>
              <a:cs typeface="Calibri"/>
              <a:sym typeface="Calibri"/>
            </a:endParaRPr>
          </a:p>
        </p:txBody>
      </p:sp>
      <p:grpSp>
        <p:nvGrpSpPr>
          <p:cNvPr id="2943" name="Google Shape;2943;p49"/>
          <p:cNvGrpSpPr/>
          <p:nvPr/>
        </p:nvGrpSpPr>
        <p:grpSpPr>
          <a:xfrm>
            <a:off x="2033591" y="3526930"/>
            <a:ext cx="465137" cy="838200"/>
            <a:chOff x="1260" y="2313"/>
            <a:chExt cx="293" cy="528"/>
          </a:xfrm>
        </p:grpSpPr>
        <p:cxnSp>
          <p:nvCxnSpPr>
            <p:cNvPr id="2944" name="Google Shape;2944;p49"/>
            <p:cNvCxnSpPr/>
            <p:nvPr/>
          </p:nvCxnSpPr>
          <p:spPr>
            <a:xfrm>
              <a:off x="1267" y="2721"/>
              <a:ext cx="282" cy="0"/>
            </a:xfrm>
            <a:prstGeom prst="straightConnector1">
              <a:avLst/>
            </a:prstGeom>
            <a:noFill/>
            <a:ln cap="flat" cmpd="sng" w="12700">
              <a:solidFill>
                <a:srgbClr val="4E84C4"/>
              </a:solidFill>
              <a:prstDash val="solid"/>
              <a:round/>
              <a:headEnd len="med" w="med" type="none"/>
              <a:tailEnd len="med" w="med" type="none"/>
            </a:ln>
          </p:spPr>
        </p:cxnSp>
        <p:cxnSp>
          <p:nvCxnSpPr>
            <p:cNvPr id="2945" name="Google Shape;2945;p49"/>
            <p:cNvCxnSpPr/>
            <p:nvPr/>
          </p:nvCxnSpPr>
          <p:spPr>
            <a:xfrm>
              <a:off x="1389" y="2778"/>
              <a:ext cx="39" cy="0"/>
            </a:xfrm>
            <a:prstGeom prst="straightConnector1">
              <a:avLst/>
            </a:prstGeom>
            <a:noFill/>
            <a:ln cap="rnd" cmpd="sng" w="12700">
              <a:solidFill>
                <a:srgbClr val="4E84C4"/>
              </a:solidFill>
              <a:prstDash val="solid"/>
              <a:round/>
              <a:headEnd len="med" w="med" type="none"/>
              <a:tailEnd len="med" w="med" type="none"/>
            </a:ln>
          </p:spPr>
        </p:cxnSp>
        <p:sp>
          <p:nvSpPr>
            <p:cNvPr id="2946" name="Google Shape;2946;p49"/>
            <p:cNvSpPr/>
            <p:nvPr/>
          </p:nvSpPr>
          <p:spPr>
            <a:xfrm>
              <a:off x="1260" y="2313"/>
              <a:ext cx="293" cy="528"/>
            </a:xfrm>
            <a:custGeom>
              <a:rect b="b" l="l" r="r" t="t"/>
              <a:pathLst>
                <a:path extrusionOk="0" h="243" w="134">
                  <a:moveTo>
                    <a:pt x="12" y="0"/>
                  </a:moveTo>
                  <a:cubicBezTo>
                    <a:pt x="122" y="0"/>
                    <a:pt x="122" y="0"/>
                    <a:pt x="122" y="0"/>
                  </a:cubicBezTo>
                  <a:cubicBezTo>
                    <a:pt x="129" y="0"/>
                    <a:pt x="134" y="6"/>
                    <a:pt x="134" y="13"/>
                  </a:cubicBezTo>
                  <a:cubicBezTo>
                    <a:pt x="134" y="231"/>
                    <a:pt x="134" y="231"/>
                    <a:pt x="134" y="231"/>
                  </a:cubicBezTo>
                  <a:cubicBezTo>
                    <a:pt x="134" y="237"/>
                    <a:pt x="129" y="243"/>
                    <a:pt x="122" y="243"/>
                  </a:cubicBezTo>
                  <a:cubicBezTo>
                    <a:pt x="12" y="243"/>
                    <a:pt x="12" y="243"/>
                    <a:pt x="12" y="243"/>
                  </a:cubicBezTo>
                  <a:cubicBezTo>
                    <a:pt x="6" y="243"/>
                    <a:pt x="0" y="237"/>
                    <a:pt x="0" y="231"/>
                  </a:cubicBezTo>
                  <a:cubicBezTo>
                    <a:pt x="0" y="13"/>
                    <a:pt x="0" y="13"/>
                    <a:pt x="0" y="13"/>
                  </a:cubicBezTo>
                  <a:cubicBezTo>
                    <a:pt x="0" y="6"/>
                    <a:pt x="6" y="0"/>
                    <a:pt x="12" y="0"/>
                  </a:cubicBezTo>
                  <a:close/>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2947" name="Google Shape;2947;p49"/>
          <p:cNvSpPr/>
          <p:nvPr/>
        </p:nvSpPr>
        <p:spPr>
          <a:xfrm>
            <a:off x="2062578" y="3697781"/>
            <a:ext cx="416781" cy="33855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chemeClr val="lt1"/>
                </a:solidFill>
                <a:latin typeface="Calibri"/>
                <a:ea typeface="Calibri"/>
                <a:cs typeface="Calibri"/>
                <a:sym typeface="Calibri"/>
              </a:rPr>
              <a:t>83</a:t>
            </a:r>
            <a:r>
              <a:rPr b="1" lang="en-US" sz="1400">
                <a:solidFill>
                  <a:schemeClr val="lt1"/>
                </a:solidFill>
                <a:latin typeface="Calibri"/>
                <a:ea typeface="Calibri"/>
                <a:cs typeface="Calibri"/>
                <a:sym typeface="Calibri"/>
              </a:rPr>
              <a:t>%</a:t>
            </a:r>
            <a:endParaRPr sz="1400">
              <a:solidFill>
                <a:schemeClr val="lt1"/>
              </a:solidFill>
              <a:latin typeface="Calibri"/>
              <a:ea typeface="Calibri"/>
              <a:cs typeface="Calibri"/>
              <a:sym typeface="Calibri"/>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sp>
        <p:nvSpPr>
          <p:cNvPr id="2953" name="Google Shape;2953;p5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rm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2954" name="Google Shape;2954;p50"/>
          <p:cNvGrpSpPr/>
          <p:nvPr/>
        </p:nvGrpSpPr>
        <p:grpSpPr>
          <a:xfrm>
            <a:off x="290515" y="748358"/>
            <a:ext cx="8576240" cy="3646933"/>
            <a:chOff x="290514" y="748356"/>
            <a:chExt cx="8576240" cy="3646933"/>
          </a:xfrm>
        </p:grpSpPr>
        <p:pic>
          <p:nvPicPr>
            <p:cNvPr id="2955" name="Google Shape;2955;p50"/>
            <p:cNvPicPr preferRelativeResize="0"/>
            <p:nvPr/>
          </p:nvPicPr>
          <p:blipFill rotWithShape="1">
            <a:blip r:embed="rId3">
              <a:alphaModFix amt="30000"/>
            </a:blip>
            <a:srcRect b="0" l="0" r="0" t="0"/>
            <a:stretch/>
          </p:blipFill>
          <p:spPr>
            <a:xfrm>
              <a:off x="5119689" y="3504924"/>
              <a:ext cx="1146918" cy="779176"/>
            </a:xfrm>
            <a:prstGeom prst="rect">
              <a:avLst/>
            </a:prstGeom>
            <a:noFill/>
            <a:ln>
              <a:noFill/>
            </a:ln>
          </p:spPr>
        </p:pic>
        <p:cxnSp>
          <p:nvCxnSpPr>
            <p:cNvPr id="2956" name="Google Shape;2956;p50"/>
            <p:cNvCxnSpPr/>
            <p:nvPr/>
          </p:nvCxnSpPr>
          <p:spPr>
            <a:xfrm>
              <a:off x="6345867" y="748356"/>
              <a:ext cx="0" cy="3646932"/>
            </a:xfrm>
            <a:prstGeom prst="straightConnector1">
              <a:avLst/>
            </a:prstGeom>
            <a:noFill/>
            <a:ln cap="flat" cmpd="sng" w="9525">
              <a:solidFill>
                <a:srgbClr val="7F7F7F"/>
              </a:solidFill>
              <a:prstDash val="solid"/>
              <a:round/>
              <a:headEnd len="sm" w="sm" type="none"/>
              <a:tailEnd len="sm" w="sm" type="none"/>
            </a:ln>
          </p:spPr>
        </p:cxnSp>
        <p:cxnSp>
          <p:nvCxnSpPr>
            <p:cNvPr id="2957" name="Google Shape;2957;p50"/>
            <p:cNvCxnSpPr/>
            <p:nvPr/>
          </p:nvCxnSpPr>
          <p:spPr>
            <a:xfrm>
              <a:off x="3748717" y="748356"/>
              <a:ext cx="0" cy="3646932"/>
            </a:xfrm>
            <a:prstGeom prst="straightConnector1">
              <a:avLst/>
            </a:prstGeom>
            <a:noFill/>
            <a:ln cap="flat" cmpd="sng" w="9525">
              <a:solidFill>
                <a:srgbClr val="7F7F7F"/>
              </a:solidFill>
              <a:prstDash val="solid"/>
              <a:round/>
              <a:headEnd len="sm" w="sm" type="none"/>
              <a:tailEnd len="sm" w="sm" type="none"/>
            </a:ln>
          </p:spPr>
        </p:cxnSp>
        <p:cxnSp>
          <p:nvCxnSpPr>
            <p:cNvPr id="2958" name="Google Shape;2958;p50"/>
            <p:cNvCxnSpPr/>
            <p:nvPr/>
          </p:nvCxnSpPr>
          <p:spPr>
            <a:xfrm>
              <a:off x="2535478" y="1177008"/>
              <a:ext cx="0" cy="2211223"/>
            </a:xfrm>
            <a:prstGeom prst="straightConnector1">
              <a:avLst/>
            </a:prstGeom>
            <a:noFill/>
            <a:ln cap="flat" cmpd="sng" w="9525">
              <a:solidFill>
                <a:srgbClr val="7F7F7F"/>
              </a:solidFill>
              <a:prstDash val="solid"/>
              <a:round/>
              <a:headEnd len="sm" w="sm" type="none"/>
              <a:tailEnd len="sm" w="sm" type="none"/>
            </a:ln>
          </p:spPr>
        </p:cxnSp>
        <p:grpSp>
          <p:nvGrpSpPr>
            <p:cNvPr id="2959" name="Google Shape;2959;p50"/>
            <p:cNvGrpSpPr/>
            <p:nvPr/>
          </p:nvGrpSpPr>
          <p:grpSpPr>
            <a:xfrm>
              <a:off x="6564943" y="748357"/>
              <a:ext cx="2158998" cy="393192"/>
              <a:chOff x="6496050" y="893318"/>
              <a:chExt cx="2158998" cy="393192"/>
            </a:xfrm>
          </p:grpSpPr>
          <p:sp>
            <p:nvSpPr>
              <p:cNvPr id="2960" name="Google Shape;2960;p50"/>
              <p:cNvSpPr/>
              <p:nvPr/>
            </p:nvSpPr>
            <p:spPr>
              <a:xfrm>
                <a:off x="6800850" y="933014"/>
                <a:ext cx="1854198" cy="313801"/>
              </a:xfrm>
              <a:prstGeom prst="rect">
                <a:avLst/>
              </a:prstGeom>
              <a:solidFill>
                <a:srgbClr val="D8D8D8"/>
              </a:solid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dk1"/>
                    </a:solidFill>
                    <a:latin typeface="Calibri"/>
                    <a:ea typeface="Calibri"/>
                    <a:cs typeface="Calibri"/>
                    <a:sym typeface="Calibri"/>
                  </a:rPr>
                  <a:t>Lorem ipsum dolor</a:t>
                </a:r>
                <a:endParaRPr/>
              </a:p>
            </p:txBody>
          </p:sp>
          <p:sp>
            <p:nvSpPr>
              <p:cNvPr id="2961" name="Google Shape;2961;p50"/>
              <p:cNvSpPr/>
              <p:nvPr/>
            </p:nvSpPr>
            <p:spPr>
              <a:xfrm rot="5400000">
                <a:off x="6496304" y="893064"/>
                <a:ext cx="393192" cy="393700"/>
              </a:xfrm>
              <a:prstGeom prst="ellipse">
                <a:avLst/>
              </a:prstGeom>
              <a:solidFill>
                <a:srgbClr val="1E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0"/>
              <p:cNvSpPr txBox="1"/>
              <p:nvPr/>
            </p:nvSpPr>
            <p:spPr>
              <a:xfrm>
                <a:off x="65537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3</a:t>
                </a:r>
                <a:endParaRPr/>
              </a:p>
            </p:txBody>
          </p:sp>
        </p:grpSp>
        <p:grpSp>
          <p:nvGrpSpPr>
            <p:cNvPr id="2963" name="Google Shape;2963;p50"/>
            <p:cNvGrpSpPr/>
            <p:nvPr/>
          </p:nvGrpSpPr>
          <p:grpSpPr>
            <a:xfrm>
              <a:off x="3967793" y="748357"/>
              <a:ext cx="2158998" cy="393192"/>
              <a:chOff x="3981450" y="893318"/>
              <a:chExt cx="2158998" cy="393192"/>
            </a:xfrm>
          </p:grpSpPr>
          <p:sp>
            <p:nvSpPr>
              <p:cNvPr id="2964" name="Google Shape;2964;p50"/>
              <p:cNvSpPr/>
              <p:nvPr/>
            </p:nvSpPr>
            <p:spPr>
              <a:xfrm>
                <a:off x="4286250" y="933014"/>
                <a:ext cx="1854198" cy="313801"/>
              </a:xfrm>
              <a:prstGeom prst="rect">
                <a:avLst/>
              </a:prstGeom>
              <a:solidFill>
                <a:srgbClr val="D8D8D8"/>
              </a:solid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dk1"/>
                    </a:solidFill>
                    <a:latin typeface="Calibri"/>
                    <a:ea typeface="Calibri"/>
                    <a:cs typeface="Calibri"/>
                    <a:sym typeface="Calibri"/>
                  </a:rPr>
                  <a:t>Lorem ipsum dolor</a:t>
                </a:r>
                <a:endParaRPr/>
              </a:p>
            </p:txBody>
          </p:sp>
          <p:sp>
            <p:nvSpPr>
              <p:cNvPr id="2965" name="Google Shape;2965;p50"/>
              <p:cNvSpPr/>
              <p:nvPr/>
            </p:nvSpPr>
            <p:spPr>
              <a:xfrm rot="5400000">
                <a:off x="3981704" y="893064"/>
                <a:ext cx="393192" cy="393700"/>
              </a:xfrm>
              <a:prstGeom prst="ellipse">
                <a:avLst/>
              </a:prstGeom>
              <a:solidFill>
                <a:srgbClr val="1E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0"/>
              <p:cNvSpPr txBox="1"/>
              <p:nvPr/>
            </p:nvSpPr>
            <p:spPr>
              <a:xfrm>
                <a:off x="40391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2</a:t>
                </a:r>
                <a:endParaRPr/>
              </a:p>
            </p:txBody>
          </p:sp>
        </p:grpSp>
        <p:grpSp>
          <p:nvGrpSpPr>
            <p:cNvPr id="2967" name="Google Shape;2967;p50"/>
            <p:cNvGrpSpPr/>
            <p:nvPr/>
          </p:nvGrpSpPr>
          <p:grpSpPr>
            <a:xfrm>
              <a:off x="297445" y="748357"/>
              <a:ext cx="2054220" cy="393192"/>
              <a:chOff x="3981450" y="893318"/>
              <a:chExt cx="2054220" cy="393192"/>
            </a:xfrm>
          </p:grpSpPr>
          <p:sp>
            <p:nvSpPr>
              <p:cNvPr id="2968" name="Google Shape;2968;p50"/>
              <p:cNvSpPr/>
              <p:nvPr/>
            </p:nvSpPr>
            <p:spPr>
              <a:xfrm>
                <a:off x="4286250" y="933014"/>
                <a:ext cx="1749420" cy="313801"/>
              </a:xfrm>
              <a:prstGeom prst="rect">
                <a:avLst/>
              </a:prstGeom>
              <a:solidFill>
                <a:srgbClr val="D8D8D8"/>
              </a:solidFill>
              <a:ln>
                <a:noFill/>
              </a:ln>
            </p:spPr>
            <p:txBody>
              <a:bodyPr anchorCtr="0" anchor="ctr" bIns="45700" lIns="91425" spcFirstLastPara="1" rIns="91425" wrap="square" tIns="45700">
                <a:noAutofit/>
              </a:bodyPr>
              <a:lstStyle/>
              <a:p>
                <a:pPr indent="0" lvl="0" marL="114288" marR="0" rtl="0" algn="l">
                  <a:spcBef>
                    <a:spcPts val="0"/>
                  </a:spcBef>
                  <a:spcAft>
                    <a:spcPts val="0"/>
                  </a:spcAft>
                  <a:buNone/>
                </a:pPr>
                <a:r>
                  <a:rPr b="1" lang="en-US" sz="1200">
                    <a:solidFill>
                      <a:schemeClr val="dk1"/>
                    </a:solidFill>
                    <a:latin typeface="Calibri"/>
                    <a:ea typeface="Calibri"/>
                    <a:cs typeface="Calibri"/>
                    <a:sym typeface="Calibri"/>
                  </a:rPr>
                  <a:t>Lorem ipsum dolor</a:t>
                </a:r>
                <a:endParaRPr/>
              </a:p>
            </p:txBody>
          </p:sp>
          <p:sp>
            <p:nvSpPr>
              <p:cNvPr id="2969" name="Google Shape;2969;p50"/>
              <p:cNvSpPr/>
              <p:nvPr/>
            </p:nvSpPr>
            <p:spPr>
              <a:xfrm rot="5400000">
                <a:off x="3981704" y="893064"/>
                <a:ext cx="393192" cy="393700"/>
              </a:xfrm>
              <a:prstGeom prst="ellipse">
                <a:avLst/>
              </a:prstGeom>
              <a:solidFill>
                <a:srgbClr val="1E23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0"/>
              <p:cNvSpPr txBox="1"/>
              <p:nvPr/>
            </p:nvSpPr>
            <p:spPr>
              <a:xfrm>
                <a:off x="4039102" y="950886"/>
                <a:ext cx="278388" cy="27802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1</a:t>
                </a:r>
                <a:endParaRPr/>
              </a:p>
            </p:txBody>
          </p:sp>
        </p:grpSp>
        <p:sp>
          <p:nvSpPr>
            <p:cNvPr id="2971" name="Google Shape;2971;p50"/>
            <p:cNvSpPr/>
            <p:nvPr/>
          </p:nvSpPr>
          <p:spPr>
            <a:xfrm>
              <a:off x="315913" y="1353638"/>
              <a:ext cx="914400" cy="914400"/>
            </a:xfrm>
            <a:prstGeom prst="blockArc">
              <a:avLst>
                <a:gd fmla="val 16178664" name="adj1"/>
                <a:gd fmla="val 12143160" name="adj2"/>
                <a:gd fmla="val 7377" name="adj3"/>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972" name="Google Shape;2972;p50"/>
            <p:cNvSpPr/>
            <p:nvPr/>
          </p:nvSpPr>
          <p:spPr>
            <a:xfrm>
              <a:off x="1487488" y="1353638"/>
              <a:ext cx="914400" cy="914400"/>
            </a:xfrm>
            <a:prstGeom prst="blockArc">
              <a:avLst>
                <a:gd fmla="val 16178664" name="adj1"/>
                <a:gd fmla="val 11726938" name="adj2"/>
                <a:gd fmla="val 7311" name="adj3"/>
              </a:avLst>
            </a:prstGeom>
            <a:solidFill>
              <a:srgbClr val="1E2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2973" name="Google Shape;2973;p50"/>
            <p:cNvSpPr/>
            <p:nvPr/>
          </p:nvSpPr>
          <p:spPr>
            <a:xfrm>
              <a:off x="426553" y="1556810"/>
              <a:ext cx="693122"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82</a:t>
              </a:r>
              <a:r>
                <a:rPr b="1" lang="en-US" sz="1050">
                  <a:solidFill>
                    <a:schemeClr val="dk1"/>
                  </a:solidFill>
                  <a:latin typeface="Calibri"/>
                  <a:ea typeface="Calibri"/>
                  <a:cs typeface="Calibri"/>
                  <a:sym typeface="Calibri"/>
                </a:rPr>
                <a:t>%</a:t>
              </a:r>
              <a:br>
                <a:rPr b="1" lang="en-US" sz="1100">
                  <a:solidFill>
                    <a:schemeClr val="dk1"/>
                  </a:solidFill>
                  <a:latin typeface="Calibri"/>
                  <a:ea typeface="Calibri"/>
                  <a:cs typeface="Calibri"/>
                  <a:sym typeface="Calibri"/>
                </a:rPr>
              </a:br>
              <a:r>
                <a:rPr lang="en-US" sz="800">
                  <a:solidFill>
                    <a:schemeClr val="dk1"/>
                  </a:solidFill>
                  <a:latin typeface="Calibri"/>
                  <a:ea typeface="Calibri"/>
                  <a:cs typeface="Calibri"/>
                  <a:sym typeface="Calibri"/>
                </a:rPr>
                <a:t>Lorem ipsum dolor sit amet </a:t>
              </a:r>
              <a:endParaRPr sz="800">
                <a:solidFill>
                  <a:schemeClr val="dk1"/>
                </a:solidFill>
                <a:latin typeface="Calibri"/>
                <a:ea typeface="Calibri"/>
                <a:cs typeface="Calibri"/>
                <a:sym typeface="Calibri"/>
              </a:endParaRPr>
            </a:p>
          </p:txBody>
        </p:sp>
        <p:sp>
          <p:nvSpPr>
            <p:cNvPr id="2974" name="Google Shape;2974;p50"/>
            <p:cNvSpPr/>
            <p:nvPr/>
          </p:nvSpPr>
          <p:spPr>
            <a:xfrm>
              <a:off x="1612707" y="1556810"/>
              <a:ext cx="663964"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77</a:t>
              </a:r>
              <a:r>
                <a:rPr b="1" lang="en-US" sz="1050">
                  <a:solidFill>
                    <a:schemeClr val="dk1"/>
                  </a:solidFill>
                  <a:latin typeface="Calibri"/>
                  <a:ea typeface="Calibri"/>
                  <a:cs typeface="Calibri"/>
                  <a:sym typeface="Calibri"/>
                </a:rPr>
                <a:t>%</a:t>
              </a:r>
              <a:br>
                <a:rPr b="1" lang="en-US" sz="1100">
                  <a:solidFill>
                    <a:schemeClr val="dk1"/>
                  </a:solidFill>
                  <a:latin typeface="Calibri"/>
                  <a:ea typeface="Calibri"/>
                  <a:cs typeface="Calibri"/>
                  <a:sym typeface="Calibri"/>
                </a:rPr>
              </a:br>
              <a:r>
                <a:rPr lang="en-US" sz="800">
                  <a:solidFill>
                    <a:schemeClr val="dk1"/>
                  </a:solidFill>
                  <a:latin typeface="Calibri"/>
                  <a:ea typeface="Calibri"/>
                  <a:cs typeface="Calibri"/>
                  <a:sym typeface="Calibri"/>
                </a:rPr>
                <a:t>Lorem ipsum dolor sit amet </a:t>
              </a:r>
              <a:endParaRPr sz="800">
                <a:solidFill>
                  <a:schemeClr val="dk1"/>
                </a:solidFill>
                <a:latin typeface="Calibri"/>
                <a:ea typeface="Calibri"/>
                <a:cs typeface="Calibri"/>
                <a:sym typeface="Calibri"/>
              </a:endParaRPr>
            </a:p>
          </p:txBody>
        </p:sp>
        <p:grpSp>
          <p:nvGrpSpPr>
            <p:cNvPr id="2975" name="Google Shape;2975;p50"/>
            <p:cNvGrpSpPr/>
            <p:nvPr/>
          </p:nvGrpSpPr>
          <p:grpSpPr>
            <a:xfrm>
              <a:off x="344488" y="2491779"/>
              <a:ext cx="147988" cy="369222"/>
              <a:chOff x="217" y="1802"/>
              <a:chExt cx="99" cy="247"/>
            </a:xfrm>
          </p:grpSpPr>
          <p:sp>
            <p:nvSpPr>
              <p:cNvPr id="2976" name="Google Shape;2976;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77" name="Google Shape;2977;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78" name="Google Shape;2978;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79" name="Google Shape;2979;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80" name="Google Shape;2980;p50"/>
            <p:cNvGrpSpPr/>
            <p:nvPr/>
          </p:nvGrpSpPr>
          <p:grpSpPr>
            <a:xfrm>
              <a:off x="555718" y="2491779"/>
              <a:ext cx="147988" cy="369222"/>
              <a:chOff x="217" y="1802"/>
              <a:chExt cx="99" cy="247"/>
            </a:xfrm>
          </p:grpSpPr>
          <p:sp>
            <p:nvSpPr>
              <p:cNvPr id="2981" name="Google Shape;2981;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2" name="Google Shape;2982;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3" name="Google Shape;2983;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4" name="Google Shape;2984;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85" name="Google Shape;2985;p50"/>
            <p:cNvGrpSpPr/>
            <p:nvPr/>
          </p:nvGrpSpPr>
          <p:grpSpPr>
            <a:xfrm>
              <a:off x="766945" y="2491779"/>
              <a:ext cx="147988" cy="369222"/>
              <a:chOff x="217" y="1802"/>
              <a:chExt cx="99" cy="247"/>
            </a:xfrm>
          </p:grpSpPr>
          <p:sp>
            <p:nvSpPr>
              <p:cNvPr id="2986" name="Google Shape;2986;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7" name="Google Shape;2987;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8" name="Google Shape;2988;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89" name="Google Shape;2989;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90" name="Google Shape;2990;p50"/>
            <p:cNvGrpSpPr/>
            <p:nvPr/>
          </p:nvGrpSpPr>
          <p:grpSpPr>
            <a:xfrm>
              <a:off x="978172" y="2491779"/>
              <a:ext cx="147988" cy="369222"/>
              <a:chOff x="217" y="1802"/>
              <a:chExt cx="99" cy="247"/>
            </a:xfrm>
          </p:grpSpPr>
          <p:sp>
            <p:nvSpPr>
              <p:cNvPr id="2991" name="Google Shape;2991;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2" name="Google Shape;2992;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3" name="Google Shape;2993;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4" name="Google Shape;2994;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2995" name="Google Shape;2995;p50"/>
            <p:cNvGrpSpPr/>
            <p:nvPr/>
          </p:nvGrpSpPr>
          <p:grpSpPr>
            <a:xfrm>
              <a:off x="1189402" y="2491779"/>
              <a:ext cx="147988" cy="369222"/>
              <a:chOff x="217" y="1802"/>
              <a:chExt cx="99" cy="247"/>
            </a:xfrm>
          </p:grpSpPr>
          <p:sp>
            <p:nvSpPr>
              <p:cNvPr id="2996" name="Google Shape;2996;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7" name="Google Shape;2997;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8" name="Google Shape;2998;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2999" name="Google Shape;2999;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00" name="Google Shape;3000;p50"/>
            <p:cNvGrpSpPr/>
            <p:nvPr/>
          </p:nvGrpSpPr>
          <p:grpSpPr>
            <a:xfrm>
              <a:off x="344488" y="2913503"/>
              <a:ext cx="147988" cy="369222"/>
              <a:chOff x="217" y="1802"/>
              <a:chExt cx="99" cy="247"/>
            </a:xfrm>
          </p:grpSpPr>
          <p:sp>
            <p:nvSpPr>
              <p:cNvPr id="3001" name="Google Shape;3001;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2" name="Google Shape;3002;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3" name="Google Shape;3003;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4" name="Google Shape;3004;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05" name="Google Shape;3005;p50"/>
            <p:cNvGrpSpPr/>
            <p:nvPr/>
          </p:nvGrpSpPr>
          <p:grpSpPr>
            <a:xfrm>
              <a:off x="555718" y="2913503"/>
              <a:ext cx="147988" cy="369222"/>
              <a:chOff x="217" y="1802"/>
              <a:chExt cx="99" cy="247"/>
            </a:xfrm>
          </p:grpSpPr>
          <p:sp>
            <p:nvSpPr>
              <p:cNvPr id="3006" name="Google Shape;3006;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7" name="Google Shape;3007;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8" name="Google Shape;3008;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09" name="Google Shape;3009;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10" name="Google Shape;3010;p50"/>
            <p:cNvGrpSpPr/>
            <p:nvPr/>
          </p:nvGrpSpPr>
          <p:grpSpPr>
            <a:xfrm>
              <a:off x="766945" y="2913503"/>
              <a:ext cx="147988" cy="369222"/>
              <a:chOff x="217" y="1802"/>
              <a:chExt cx="99" cy="247"/>
            </a:xfrm>
          </p:grpSpPr>
          <p:sp>
            <p:nvSpPr>
              <p:cNvPr id="3011" name="Google Shape;3011;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2" name="Google Shape;3012;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3" name="Google Shape;3013;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4" name="Google Shape;3014;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15" name="Google Shape;3015;p50"/>
            <p:cNvGrpSpPr/>
            <p:nvPr/>
          </p:nvGrpSpPr>
          <p:grpSpPr>
            <a:xfrm>
              <a:off x="978172" y="2913503"/>
              <a:ext cx="147988" cy="369222"/>
              <a:chOff x="217" y="1802"/>
              <a:chExt cx="99" cy="247"/>
            </a:xfrm>
          </p:grpSpPr>
          <p:sp>
            <p:nvSpPr>
              <p:cNvPr id="3016" name="Google Shape;3016;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7" name="Google Shape;3017;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8" name="Google Shape;3018;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19" name="Google Shape;3019;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20" name="Google Shape;3020;p50"/>
            <p:cNvGrpSpPr/>
            <p:nvPr/>
          </p:nvGrpSpPr>
          <p:grpSpPr>
            <a:xfrm>
              <a:off x="1189402" y="2913503"/>
              <a:ext cx="147988" cy="369222"/>
              <a:chOff x="217" y="1802"/>
              <a:chExt cx="99" cy="247"/>
            </a:xfrm>
          </p:grpSpPr>
          <p:sp>
            <p:nvSpPr>
              <p:cNvPr id="3021" name="Google Shape;3021;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22" name="Google Shape;3022;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23" name="Google Shape;3023;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24" name="Google Shape;3024;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3025" name="Google Shape;3025;p50"/>
            <p:cNvSpPr/>
            <p:nvPr/>
          </p:nvSpPr>
          <p:spPr>
            <a:xfrm>
              <a:off x="1600200" y="2475746"/>
              <a:ext cx="912846" cy="723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Lorem</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8    10</a:t>
              </a:r>
              <a:endParaRPr/>
            </a:p>
            <a:p>
              <a:pPr indent="0" lvl="0" marL="0" marR="0" rtl="0" algn="l">
                <a:spcBef>
                  <a:spcPts val="0"/>
                </a:spcBef>
                <a:spcAft>
                  <a:spcPts val="0"/>
                </a:spcAft>
                <a:buNone/>
              </a:pPr>
              <a:br>
                <a:rPr b="1" lang="en-US" sz="1100">
                  <a:solidFill>
                    <a:schemeClr val="dk1"/>
                  </a:solidFill>
                  <a:latin typeface="Calibri"/>
                  <a:ea typeface="Calibri"/>
                  <a:cs typeface="Calibri"/>
                  <a:sym typeface="Calibri"/>
                </a:rPr>
              </a:br>
              <a:r>
                <a:rPr lang="en-US" sz="800">
                  <a:solidFill>
                    <a:schemeClr val="dk1"/>
                  </a:solidFill>
                  <a:latin typeface="Calibri"/>
                  <a:ea typeface="Calibri"/>
                  <a:cs typeface="Calibri"/>
                  <a:sym typeface="Calibri"/>
                </a:rPr>
                <a:t>Lorem ipsum dolor sit</a:t>
              </a:r>
              <a:endParaRPr sz="800">
                <a:solidFill>
                  <a:schemeClr val="dk1"/>
                </a:solidFill>
                <a:latin typeface="Calibri"/>
                <a:ea typeface="Calibri"/>
                <a:cs typeface="Calibri"/>
                <a:sym typeface="Calibri"/>
              </a:endParaRPr>
            </a:p>
          </p:txBody>
        </p:sp>
        <p:sp>
          <p:nvSpPr>
            <p:cNvPr id="3026" name="Google Shape;3026;p50"/>
            <p:cNvSpPr/>
            <p:nvPr/>
          </p:nvSpPr>
          <p:spPr>
            <a:xfrm>
              <a:off x="1770374" y="2663135"/>
              <a:ext cx="142668" cy="199478"/>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800">
                  <a:solidFill>
                    <a:srgbClr val="3F3F3F"/>
                  </a:solidFill>
                  <a:latin typeface="Calibri"/>
                  <a:ea typeface="Calibri"/>
                  <a:cs typeface="Calibri"/>
                  <a:sym typeface="Calibri"/>
                </a:rPr>
                <a:t>out</a:t>
              </a:r>
              <a:br>
                <a:rPr lang="en-US" sz="800">
                  <a:solidFill>
                    <a:srgbClr val="3F3F3F"/>
                  </a:solidFill>
                  <a:latin typeface="Calibri"/>
                  <a:ea typeface="Calibri"/>
                  <a:cs typeface="Calibri"/>
                  <a:sym typeface="Calibri"/>
                </a:rPr>
              </a:br>
              <a:r>
                <a:rPr lang="en-US" sz="800">
                  <a:solidFill>
                    <a:srgbClr val="3F3F3F"/>
                  </a:solidFill>
                  <a:latin typeface="Calibri"/>
                  <a:ea typeface="Calibri"/>
                  <a:cs typeface="Calibri"/>
                  <a:sym typeface="Calibri"/>
                </a:rPr>
                <a:t>of</a:t>
              </a:r>
              <a:endParaRPr sz="1400">
                <a:solidFill>
                  <a:srgbClr val="3F3F3F"/>
                </a:solidFill>
                <a:latin typeface="Calibri"/>
                <a:ea typeface="Calibri"/>
                <a:cs typeface="Calibri"/>
                <a:sym typeface="Calibri"/>
              </a:endParaRPr>
            </a:p>
          </p:txBody>
        </p:sp>
        <p:grpSp>
          <p:nvGrpSpPr>
            <p:cNvPr id="3027" name="Google Shape;3027;p50"/>
            <p:cNvGrpSpPr/>
            <p:nvPr/>
          </p:nvGrpSpPr>
          <p:grpSpPr>
            <a:xfrm>
              <a:off x="290514" y="2398085"/>
              <a:ext cx="3410629" cy="1013927"/>
              <a:chOff x="192861" y="2543047"/>
              <a:chExt cx="3508282" cy="1013927"/>
            </a:xfrm>
          </p:grpSpPr>
          <p:cxnSp>
            <p:nvCxnSpPr>
              <p:cNvPr id="3028" name="Google Shape;3028;p50"/>
              <p:cNvCxnSpPr/>
              <p:nvPr/>
            </p:nvCxnSpPr>
            <p:spPr>
              <a:xfrm rot="10800000">
                <a:off x="192862" y="2543047"/>
                <a:ext cx="2313963" cy="0"/>
              </a:xfrm>
              <a:prstGeom prst="straightConnector1">
                <a:avLst/>
              </a:prstGeom>
              <a:noFill/>
              <a:ln cap="flat" cmpd="sng" w="9525">
                <a:solidFill>
                  <a:srgbClr val="7F7F7F"/>
                </a:solidFill>
                <a:prstDash val="solid"/>
                <a:round/>
                <a:headEnd len="sm" w="sm" type="none"/>
                <a:tailEnd len="sm" w="sm" type="none"/>
              </a:ln>
            </p:spPr>
          </p:cxnSp>
          <p:cxnSp>
            <p:nvCxnSpPr>
              <p:cNvPr id="3029" name="Google Shape;3029;p50"/>
              <p:cNvCxnSpPr/>
              <p:nvPr/>
            </p:nvCxnSpPr>
            <p:spPr>
              <a:xfrm rot="10800000">
                <a:off x="192861" y="3556974"/>
                <a:ext cx="3508282" cy="0"/>
              </a:xfrm>
              <a:prstGeom prst="straightConnector1">
                <a:avLst/>
              </a:prstGeom>
              <a:noFill/>
              <a:ln cap="flat" cmpd="sng" w="9525">
                <a:solidFill>
                  <a:srgbClr val="7F7F7F"/>
                </a:solidFill>
                <a:prstDash val="solid"/>
                <a:round/>
                <a:headEnd len="sm" w="sm" type="none"/>
                <a:tailEnd len="sm" w="sm" type="none"/>
              </a:ln>
            </p:spPr>
          </p:cxnSp>
        </p:grpSp>
        <p:grpSp>
          <p:nvGrpSpPr>
            <p:cNvPr id="3030" name="Google Shape;3030;p50"/>
            <p:cNvGrpSpPr/>
            <p:nvPr/>
          </p:nvGrpSpPr>
          <p:grpSpPr>
            <a:xfrm>
              <a:off x="447981" y="3491414"/>
              <a:ext cx="385762" cy="590550"/>
              <a:chOff x="259" y="2369"/>
              <a:chExt cx="243" cy="372"/>
            </a:xfrm>
          </p:grpSpPr>
          <p:cxnSp>
            <p:nvCxnSpPr>
              <p:cNvPr id="3031" name="Google Shape;3031;p50"/>
              <p:cNvCxnSpPr/>
              <p:nvPr/>
            </p:nvCxnSpPr>
            <p:spPr>
              <a:xfrm>
                <a:off x="294" y="2513"/>
                <a:ext cx="0" cy="19"/>
              </a:xfrm>
              <a:prstGeom prst="straightConnector1">
                <a:avLst/>
              </a:prstGeom>
              <a:noFill/>
              <a:ln cap="rnd" cmpd="sng" w="12700">
                <a:solidFill>
                  <a:srgbClr val="4E84C4"/>
                </a:solidFill>
                <a:prstDash val="solid"/>
                <a:round/>
                <a:headEnd len="med" w="med" type="none"/>
                <a:tailEnd len="med" w="med" type="none"/>
              </a:ln>
            </p:spPr>
          </p:cxnSp>
          <p:sp>
            <p:nvSpPr>
              <p:cNvPr id="3032" name="Google Shape;3032;p50"/>
              <p:cNvSpPr/>
              <p:nvPr/>
            </p:nvSpPr>
            <p:spPr>
              <a:xfrm>
                <a:off x="259" y="2369"/>
                <a:ext cx="129" cy="119"/>
              </a:xfrm>
              <a:custGeom>
                <a:rect b="b" l="l" r="r" t="t"/>
                <a:pathLst>
                  <a:path extrusionOk="0" h="94" w="102">
                    <a:moveTo>
                      <a:pt x="75" y="89"/>
                    </a:moveTo>
                    <a:cubicBezTo>
                      <a:pt x="75" y="57"/>
                      <a:pt x="75" y="57"/>
                      <a:pt x="75" y="57"/>
                    </a:cubicBezTo>
                    <a:cubicBezTo>
                      <a:pt x="96" y="57"/>
                      <a:pt x="96" y="57"/>
                      <a:pt x="96" y="57"/>
                    </a:cubicBezTo>
                    <a:cubicBezTo>
                      <a:pt x="99" y="57"/>
                      <a:pt x="100" y="55"/>
                      <a:pt x="101" y="54"/>
                    </a:cubicBezTo>
                    <a:cubicBezTo>
                      <a:pt x="102" y="51"/>
                      <a:pt x="101" y="48"/>
                      <a:pt x="100" y="46"/>
                    </a:cubicBezTo>
                    <a:cubicBezTo>
                      <a:pt x="56" y="3"/>
                      <a:pt x="56" y="3"/>
                      <a:pt x="56" y="3"/>
                    </a:cubicBezTo>
                    <a:cubicBezTo>
                      <a:pt x="53" y="0"/>
                      <a:pt x="48" y="0"/>
                      <a:pt x="45" y="3"/>
                    </a:cubicBezTo>
                    <a:cubicBezTo>
                      <a:pt x="2" y="46"/>
                      <a:pt x="2" y="46"/>
                      <a:pt x="2" y="46"/>
                    </a:cubicBezTo>
                    <a:cubicBezTo>
                      <a:pt x="0" y="48"/>
                      <a:pt x="0" y="51"/>
                      <a:pt x="1" y="54"/>
                    </a:cubicBezTo>
                    <a:cubicBezTo>
                      <a:pt x="2" y="56"/>
                      <a:pt x="4" y="57"/>
                      <a:pt x="6" y="57"/>
                    </a:cubicBezTo>
                    <a:cubicBezTo>
                      <a:pt x="28" y="57"/>
                      <a:pt x="28" y="57"/>
                      <a:pt x="28" y="57"/>
                    </a:cubicBezTo>
                    <a:cubicBezTo>
                      <a:pt x="28" y="94"/>
                      <a:pt x="28" y="94"/>
                      <a:pt x="28" y="94"/>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33" name="Google Shape;3033;p50"/>
              <p:cNvCxnSpPr/>
              <p:nvPr/>
            </p:nvCxnSpPr>
            <p:spPr>
              <a:xfrm>
                <a:off x="457" y="2637"/>
                <a:ext cx="0" cy="15"/>
              </a:xfrm>
              <a:prstGeom prst="straightConnector1">
                <a:avLst/>
              </a:prstGeom>
              <a:noFill/>
              <a:ln cap="rnd" cmpd="sng" w="12700">
                <a:solidFill>
                  <a:srgbClr val="4E84C4"/>
                </a:solidFill>
                <a:prstDash val="solid"/>
                <a:round/>
                <a:headEnd len="med" w="med" type="none"/>
                <a:tailEnd len="med" w="med" type="none"/>
              </a:ln>
            </p:spPr>
          </p:cxnSp>
          <p:cxnSp>
            <p:nvCxnSpPr>
              <p:cNvPr id="3034" name="Google Shape;3034;p50"/>
              <p:cNvCxnSpPr/>
              <p:nvPr/>
            </p:nvCxnSpPr>
            <p:spPr>
              <a:xfrm>
                <a:off x="378" y="2666"/>
                <a:ext cx="0" cy="14"/>
              </a:xfrm>
              <a:prstGeom prst="straightConnector1">
                <a:avLst/>
              </a:prstGeom>
              <a:noFill/>
              <a:ln cap="rnd" cmpd="sng" w="12700">
                <a:solidFill>
                  <a:srgbClr val="4E84C4"/>
                </a:solidFill>
                <a:prstDash val="solid"/>
                <a:round/>
                <a:headEnd len="med" w="med" type="none"/>
                <a:tailEnd len="med" w="med" type="none"/>
              </a:ln>
            </p:spPr>
          </p:cxnSp>
          <p:cxnSp>
            <p:nvCxnSpPr>
              <p:cNvPr id="3035" name="Google Shape;3035;p50"/>
              <p:cNvCxnSpPr/>
              <p:nvPr/>
            </p:nvCxnSpPr>
            <p:spPr>
              <a:xfrm>
                <a:off x="378" y="2618"/>
                <a:ext cx="0" cy="24"/>
              </a:xfrm>
              <a:prstGeom prst="straightConnector1">
                <a:avLst/>
              </a:prstGeom>
              <a:noFill/>
              <a:ln cap="rnd" cmpd="sng" w="12700">
                <a:solidFill>
                  <a:srgbClr val="4E84C4"/>
                </a:solidFill>
                <a:prstDash val="solid"/>
                <a:round/>
                <a:headEnd len="med" w="med" type="none"/>
                <a:tailEnd len="med" w="med" type="none"/>
              </a:ln>
            </p:spPr>
          </p:cxnSp>
          <p:sp>
            <p:nvSpPr>
              <p:cNvPr id="3036" name="Google Shape;3036;p50"/>
              <p:cNvSpPr/>
              <p:nvPr/>
            </p:nvSpPr>
            <p:spPr>
              <a:xfrm>
                <a:off x="330" y="2459"/>
                <a:ext cx="172" cy="154"/>
              </a:xfrm>
              <a:custGeom>
                <a:rect b="b" l="l" r="r" t="t"/>
                <a:pathLst>
                  <a:path extrusionOk="0" h="122" w="136">
                    <a:moveTo>
                      <a:pt x="100" y="122"/>
                    </a:moveTo>
                    <a:cubicBezTo>
                      <a:pt x="100" y="77"/>
                      <a:pt x="100" y="77"/>
                      <a:pt x="100" y="77"/>
                    </a:cubicBezTo>
                    <a:cubicBezTo>
                      <a:pt x="129" y="77"/>
                      <a:pt x="129" y="77"/>
                      <a:pt x="129" y="77"/>
                    </a:cubicBezTo>
                    <a:cubicBezTo>
                      <a:pt x="133" y="77"/>
                      <a:pt x="134" y="74"/>
                      <a:pt x="135" y="72"/>
                    </a:cubicBezTo>
                    <a:cubicBezTo>
                      <a:pt x="136" y="69"/>
                      <a:pt x="136" y="64"/>
                      <a:pt x="134" y="62"/>
                    </a:cubicBezTo>
                    <a:cubicBezTo>
                      <a:pt x="75" y="4"/>
                      <a:pt x="75" y="4"/>
                      <a:pt x="75" y="4"/>
                    </a:cubicBezTo>
                    <a:cubicBezTo>
                      <a:pt x="71" y="0"/>
                      <a:pt x="65" y="0"/>
                      <a:pt x="61" y="4"/>
                    </a:cubicBezTo>
                    <a:cubicBezTo>
                      <a:pt x="3" y="62"/>
                      <a:pt x="3" y="62"/>
                      <a:pt x="3" y="62"/>
                    </a:cubicBezTo>
                    <a:cubicBezTo>
                      <a:pt x="0" y="64"/>
                      <a:pt x="0" y="69"/>
                      <a:pt x="1" y="72"/>
                    </a:cubicBezTo>
                    <a:cubicBezTo>
                      <a:pt x="2" y="75"/>
                      <a:pt x="5" y="77"/>
                      <a:pt x="8" y="77"/>
                    </a:cubicBezTo>
                    <a:cubicBezTo>
                      <a:pt x="38" y="77"/>
                      <a:pt x="38" y="77"/>
                      <a:pt x="38" y="77"/>
                    </a:cubicBezTo>
                    <a:cubicBezTo>
                      <a:pt x="38" y="107"/>
                      <a:pt x="38" y="107"/>
                      <a:pt x="38" y="107"/>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37" name="Google Shape;3037;p50"/>
              <p:cNvCxnSpPr/>
              <p:nvPr/>
            </p:nvCxnSpPr>
            <p:spPr>
              <a:xfrm>
                <a:off x="416" y="2583"/>
                <a:ext cx="0" cy="65"/>
              </a:xfrm>
              <a:prstGeom prst="straightConnector1">
                <a:avLst/>
              </a:prstGeom>
              <a:noFill/>
              <a:ln cap="rnd" cmpd="sng" w="12700">
                <a:solidFill>
                  <a:srgbClr val="4E84C4"/>
                </a:solidFill>
                <a:prstDash val="solid"/>
                <a:round/>
                <a:headEnd len="med" w="med" type="none"/>
                <a:tailEnd len="med" w="med" type="none"/>
              </a:ln>
            </p:spPr>
          </p:cxnSp>
          <p:cxnSp>
            <p:nvCxnSpPr>
              <p:cNvPr id="3038" name="Google Shape;3038;p50"/>
              <p:cNvCxnSpPr/>
              <p:nvPr/>
            </p:nvCxnSpPr>
            <p:spPr>
              <a:xfrm>
                <a:off x="416" y="2672"/>
                <a:ext cx="0" cy="33"/>
              </a:xfrm>
              <a:prstGeom prst="straightConnector1">
                <a:avLst/>
              </a:prstGeom>
              <a:noFill/>
              <a:ln cap="rnd" cmpd="sng" w="12700">
                <a:solidFill>
                  <a:srgbClr val="4E84C4"/>
                </a:solidFill>
                <a:prstDash val="solid"/>
                <a:round/>
                <a:headEnd len="med" w="med" type="none"/>
                <a:tailEnd len="med" w="med" type="none"/>
              </a:ln>
            </p:spPr>
          </p:cxnSp>
          <p:cxnSp>
            <p:nvCxnSpPr>
              <p:cNvPr id="3039" name="Google Shape;3039;p50"/>
              <p:cNvCxnSpPr/>
              <p:nvPr/>
            </p:nvCxnSpPr>
            <p:spPr>
              <a:xfrm>
                <a:off x="416" y="2731"/>
                <a:ext cx="0" cy="10"/>
              </a:xfrm>
              <a:prstGeom prst="straightConnector1">
                <a:avLst/>
              </a:prstGeom>
              <a:noFill/>
              <a:ln cap="rnd" cmpd="sng" w="12700">
                <a:solidFill>
                  <a:srgbClr val="4E84C4"/>
                </a:solidFill>
                <a:prstDash val="solid"/>
                <a:round/>
                <a:headEnd len="med" w="med" type="none"/>
                <a:tailEnd len="med" w="med" type="none"/>
              </a:ln>
            </p:spPr>
          </p:cxnSp>
          <p:sp>
            <p:nvSpPr>
              <p:cNvPr id="3040" name="Google Shape;3040;p50"/>
              <p:cNvSpPr/>
              <p:nvPr/>
            </p:nvSpPr>
            <p:spPr>
              <a:xfrm>
                <a:off x="264" y="2588"/>
                <a:ext cx="63" cy="120"/>
              </a:xfrm>
              <a:custGeom>
                <a:rect b="b" l="l" r="r" t="t"/>
                <a:pathLst>
                  <a:path extrusionOk="0" h="95" w="50">
                    <a:moveTo>
                      <a:pt x="0" y="72"/>
                    </a:moveTo>
                    <a:cubicBezTo>
                      <a:pt x="0" y="85"/>
                      <a:pt x="11" y="95"/>
                      <a:pt x="25" y="95"/>
                    </a:cubicBezTo>
                    <a:cubicBezTo>
                      <a:pt x="38" y="95"/>
                      <a:pt x="50" y="85"/>
                      <a:pt x="50" y="72"/>
                    </a:cubicBezTo>
                    <a:cubicBezTo>
                      <a:pt x="50" y="59"/>
                      <a:pt x="36" y="53"/>
                      <a:pt x="25" y="48"/>
                    </a:cubicBezTo>
                    <a:cubicBezTo>
                      <a:pt x="13" y="42"/>
                      <a:pt x="0" y="36"/>
                      <a:pt x="0" y="23"/>
                    </a:cubicBezTo>
                    <a:cubicBezTo>
                      <a:pt x="0" y="10"/>
                      <a:pt x="11" y="0"/>
                      <a:pt x="25" y="0"/>
                    </a:cubicBezTo>
                    <a:cubicBezTo>
                      <a:pt x="38" y="0"/>
                      <a:pt x="50" y="10"/>
                      <a:pt x="50" y="23"/>
                    </a:cubicBezTo>
                  </a:path>
                </a:pathLst>
              </a:custGeom>
              <a:noFill/>
              <a:ln cap="rnd" cmpd="sng" w="12700">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41" name="Google Shape;3041;p50"/>
              <p:cNvCxnSpPr/>
              <p:nvPr/>
            </p:nvCxnSpPr>
            <p:spPr>
              <a:xfrm rot="10800000">
                <a:off x="295" y="2566"/>
                <a:ext cx="0" cy="22"/>
              </a:xfrm>
              <a:prstGeom prst="straightConnector1">
                <a:avLst/>
              </a:prstGeom>
              <a:noFill/>
              <a:ln cap="rnd" cmpd="sng" w="12700">
                <a:solidFill>
                  <a:srgbClr val="007DC5"/>
                </a:solidFill>
                <a:prstDash val="solid"/>
                <a:miter lim="8000"/>
                <a:headEnd len="med" w="med" type="none"/>
                <a:tailEnd len="med" w="med" type="none"/>
              </a:ln>
            </p:spPr>
          </p:cxnSp>
          <p:cxnSp>
            <p:nvCxnSpPr>
              <p:cNvPr id="3042" name="Google Shape;3042;p50"/>
              <p:cNvCxnSpPr/>
              <p:nvPr/>
            </p:nvCxnSpPr>
            <p:spPr>
              <a:xfrm rot="10800000">
                <a:off x="295" y="2708"/>
                <a:ext cx="0" cy="21"/>
              </a:xfrm>
              <a:prstGeom prst="straightConnector1">
                <a:avLst/>
              </a:prstGeom>
              <a:noFill/>
              <a:ln cap="rnd" cmpd="sng" w="12700">
                <a:solidFill>
                  <a:srgbClr val="007DC5"/>
                </a:solidFill>
                <a:prstDash val="solid"/>
                <a:miter lim="8000"/>
                <a:headEnd len="med" w="med" type="none"/>
                <a:tailEnd len="med" w="med" type="none"/>
              </a:ln>
            </p:spPr>
          </p:cxnSp>
        </p:grpSp>
        <p:sp>
          <p:nvSpPr>
            <p:cNvPr id="3043" name="Google Shape;3043;p50"/>
            <p:cNvSpPr/>
            <p:nvPr/>
          </p:nvSpPr>
          <p:spPr>
            <a:xfrm>
              <a:off x="296010" y="4173242"/>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dk1"/>
                  </a:solidFill>
                  <a:latin typeface="Calibri"/>
                  <a:ea typeface="Calibri"/>
                  <a:cs typeface="Calibri"/>
                  <a:sym typeface="Calibri"/>
                </a:rPr>
                <a:t>Lorem ipsum dolor sit amet</a:t>
              </a:r>
              <a:endParaRPr sz="1000">
                <a:solidFill>
                  <a:schemeClr val="dk1"/>
                </a:solidFill>
                <a:latin typeface="Calibri"/>
                <a:ea typeface="Calibri"/>
                <a:cs typeface="Calibri"/>
                <a:sym typeface="Calibri"/>
              </a:endParaRPr>
            </a:p>
          </p:txBody>
        </p:sp>
        <p:sp>
          <p:nvSpPr>
            <p:cNvPr id="3044" name="Google Shape;3044;p50"/>
            <p:cNvSpPr/>
            <p:nvPr/>
          </p:nvSpPr>
          <p:spPr>
            <a:xfrm>
              <a:off x="929074" y="3538478"/>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56</a:t>
              </a:r>
              <a:r>
                <a:rPr b="1"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cxnSp>
          <p:nvCxnSpPr>
            <p:cNvPr id="3045" name="Google Shape;3045;p50"/>
            <p:cNvCxnSpPr/>
            <p:nvPr/>
          </p:nvCxnSpPr>
          <p:spPr>
            <a:xfrm>
              <a:off x="1888556" y="3462876"/>
              <a:ext cx="0" cy="932413"/>
            </a:xfrm>
            <a:prstGeom prst="straightConnector1">
              <a:avLst/>
            </a:prstGeom>
            <a:noFill/>
            <a:ln cap="flat" cmpd="sng" w="9525">
              <a:solidFill>
                <a:srgbClr val="7F7F7F"/>
              </a:solidFill>
              <a:prstDash val="solid"/>
              <a:round/>
              <a:headEnd len="sm" w="sm" type="none"/>
              <a:tailEnd len="sm" w="sm" type="none"/>
            </a:ln>
          </p:spPr>
        </p:cxnSp>
        <p:sp>
          <p:nvSpPr>
            <p:cNvPr id="3046" name="Google Shape;3046;p50"/>
            <p:cNvSpPr/>
            <p:nvPr/>
          </p:nvSpPr>
          <p:spPr>
            <a:xfrm>
              <a:off x="2606154" y="822411"/>
              <a:ext cx="1086316"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chemeClr val="dk1"/>
                  </a:solidFill>
                  <a:latin typeface="Calibri"/>
                  <a:ea typeface="Calibri"/>
                  <a:cs typeface="Calibri"/>
                  <a:sym typeface="Calibri"/>
                </a:rPr>
                <a:t>Lorem ipsum dolor sit amet </a:t>
              </a:r>
              <a:endParaRPr b="1" sz="1100">
                <a:solidFill>
                  <a:schemeClr val="dk1"/>
                </a:solidFill>
                <a:latin typeface="Calibri"/>
                <a:ea typeface="Calibri"/>
                <a:cs typeface="Calibri"/>
                <a:sym typeface="Calibri"/>
              </a:endParaRPr>
            </a:p>
          </p:txBody>
        </p:sp>
        <p:grpSp>
          <p:nvGrpSpPr>
            <p:cNvPr id="3047" name="Google Shape;3047;p50"/>
            <p:cNvGrpSpPr/>
            <p:nvPr/>
          </p:nvGrpSpPr>
          <p:grpSpPr>
            <a:xfrm>
              <a:off x="2650338" y="1131607"/>
              <a:ext cx="997948" cy="973961"/>
              <a:chOff x="2650336" y="1276569"/>
              <a:chExt cx="997948" cy="973961"/>
            </a:xfrm>
          </p:grpSpPr>
          <p:grpSp>
            <p:nvGrpSpPr>
              <p:cNvPr id="3048" name="Google Shape;3048;p50"/>
              <p:cNvGrpSpPr/>
              <p:nvPr/>
            </p:nvGrpSpPr>
            <p:grpSpPr>
              <a:xfrm>
                <a:off x="2650336" y="1276569"/>
                <a:ext cx="997948" cy="973961"/>
                <a:chOff x="2703195" y="1388537"/>
                <a:chExt cx="997948" cy="973961"/>
              </a:xfrm>
            </p:grpSpPr>
            <p:sp>
              <p:nvSpPr>
                <p:cNvPr id="3049" name="Google Shape;3049;p50"/>
                <p:cNvSpPr/>
                <p:nvPr/>
              </p:nvSpPr>
              <p:spPr>
                <a:xfrm rot="6721867">
                  <a:off x="2816177" y="1501518"/>
                  <a:ext cx="747998" cy="747998"/>
                </a:xfrm>
                <a:prstGeom prst="chord">
                  <a:avLst>
                    <a:gd fmla="val 2740510" name="adj1"/>
                    <a:gd fmla="val 16208969"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3050" name="Google Shape;3050;p50"/>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3051" name="Google Shape;3051;p50"/>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3052" name="Google Shape;3052;p50"/>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1</a:t>
                </a:r>
                <a:endParaRPr/>
              </a:p>
            </p:txBody>
          </p:sp>
        </p:grpSp>
        <p:grpSp>
          <p:nvGrpSpPr>
            <p:cNvPr id="3053" name="Google Shape;3053;p50"/>
            <p:cNvGrpSpPr/>
            <p:nvPr/>
          </p:nvGrpSpPr>
          <p:grpSpPr>
            <a:xfrm>
              <a:off x="2650338" y="1871836"/>
              <a:ext cx="997948" cy="973961"/>
              <a:chOff x="2650336" y="1276569"/>
              <a:chExt cx="997948" cy="973961"/>
            </a:xfrm>
          </p:grpSpPr>
          <p:grpSp>
            <p:nvGrpSpPr>
              <p:cNvPr id="3054" name="Google Shape;3054;p50"/>
              <p:cNvGrpSpPr/>
              <p:nvPr/>
            </p:nvGrpSpPr>
            <p:grpSpPr>
              <a:xfrm>
                <a:off x="2650336" y="1276569"/>
                <a:ext cx="997948" cy="973961"/>
                <a:chOff x="2703195" y="1388537"/>
                <a:chExt cx="997948" cy="973961"/>
              </a:xfrm>
            </p:grpSpPr>
            <p:sp>
              <p:nvSpPr>
                <p:cNvPr id="3055" name="Google Shape;3055;p50"/>
                <p:cNvSpPr/>
                <p:nvPr/>
              </p:nvSpPr>
              <p:spPr>
                <a:xfrm rot="6721867">
                  <a:off x="2816177" y="1501518"/>
                  <a:ext cx="747998" cy="747998"/>
                </a:xfrm>
                <a:prstGeom prst="chord">
                  <a:avLst>
                    <a:gd fmla="val 2760907" name="adj1"/>
                    <a:gd fmla="val 16234343"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3056" name="Google Shape;3056;p50"/>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3057" name="Google Shape;3057;p50"/>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3058" name="Google Shape;3058;p50"/>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2</a:t>
                </a:r>
                <a:endParaRPr/>
              </a:p>
            </p:txBody>
          </p:sp>
        </p:grpSp>
        <p:grpSp>
          <p:nvGrpSpPr>
            <p:cNvPr id="3059" name="Google Shape;3059;p50"/>
            <p:cNvGrpSpPr/>
            <p:nvPr/>
          </p:nvGrpSpPr>
          <p:grpSpPr>
            <a:xfrm>
              <a:off x="2650338" y="2636947"/>
              <a:ext cx="997948" cy="973961"/>
              <a:chOff x="2650336" y="1276569"/>
              <a:chExt cx="997948" cy="973961"/>
            </a:xfrm>
          </p:grpSpPr>
          <p:grpSp>
            <p:nvGrpSpPr>
              <p:cNvPr id="3060" name="Google Shape;3060;p50"/>
              <p:cNvGrpSpPr/>
              <p:nvPr/>
            </p:nvGrpSpPr>
            <p:grpSpPr>
              <a:xfrm>
                <a:off x="2650336" y="1276569"/>
                <a:ext cx="997948" cy="973961"/>
                <a:chOff x="2703195" y="1388537"/>
                <a:chExt cx="997948" cy="973961"/>
              </a:xfrm>
            </p:grpSpPr>
            <p:sp>
              <p:nvSpPr>
                <p:cNvPr id="3061" name="Google Shape;3061;p50"/>
                <p:cNvSpPr/>
                <p:nvPr/>
              </p:nvSpPr>
              <p:spPr>
                <a:xfrm rot="6721867">
                  <a:off x="2816177" y="1501518"/>
                  <a:ext cx="747998" cy="747998"/>
                </a:xfrm>
                <a:prstGeom prst="chord">
                  <a:avLst>
                    <a:gd fmla="val 2736888" name="adj1"/>
                    <a:gd fmla="val 16229284"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cxnSp>
              <p:nvCxnSpPr>
                <p:cNvPr id="3062" name="Google Shape;3062;p50"/>
                <p:cNvCxnSpPr/>
                <p:nvPr/>
              </p:nvCxnSpPr>
              <p:spPr>
                <a:xfrm rot="10800000">
                  <a:off x="2703195" y="2014020"/>
                  <a:ext cx="997948" cy="0"/>
                </a:xfrm>
                <a:prstGeom prst="straightConnector1">
                  <a:avLst/>
                </a:prstGeom>
                <a:noFill/>
                <a:ln cap="flat" cmpd="sng" w="9525">
                  <a:solidFill>
                    <a:srgbClr val="1E2323"/>
                  </a:solidFill>
                  <a:prstDash val="solid"/>
                  <a:round/>
                  <a:headEnd len="sm" w="sm" type="none"/>
                  <a:tailEnd len="sm" w="sm" type="none"/>
                </a:ln>
              </p:spPr>
            </p:cxnSp>
          </p:grpSp>
          <p:sp>
            <p:nvSpPr>
              <p:cNvPr id="3063" name="Google Shape;3063;p50"/>
              <p:cNvSpPr/>
              <p:nvPr/>
            </p:nvSpPr>
            <p:spPr>
              <a:xfrm>
                <a:off x="2823901" y="1709980"/>
                <a:ext cx="6508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 </a:t>
                </a:r>
                <a:endParaRPr/>
              </a:p>
            </p:txBody>
          </p:sp>
          <p:sp>
            <p:nvSpPr>
              <p:cNvPr id="3064" name="Google Shape;3064;p50"/>
              <p:cNvSpPr/>
              <p:nvPr/>
            </p:nvSpPr>
            <p:spPr>
              <a:xfrm>
                <a:off x="3062224" y="1492546"/>
                <a:ext cx="174172" cy="174172"/>
              </a:xfrm>
              <a:prstGeom prst="ellipse">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91">
                    <a:solidFill>
                      <a:schemeClr val="lt1"/>
                    </a:solidFill>
                    <a:latin typeface="Calibri"/>
                    <a:ea typeface="Calibri"/>
                    <a:cs typeface="Calibri"/>
                    <a:sym typeface="Calibri"/>
                  </a:rPr>
                  <a:t>3</a:t>
                </a:r>
                <a:endParaRPr/>
              </a:p>
            </p:txBody>
          </p:sp>
        </p:grpSp>
        <p:cxnSp>
          <p:nvCxnSpPr>
            <p:cNvPr id="3065" name="Google Shape;3065;p50"/>
            <p:cNvCxnSpPr/>
            <p:nvPr/>
          </p:nvCxnSpPr>
          <p:spPr>
            <a:xfrm rot="10800000">
              <a:off x="6422133" y="2248795"/>
              <a:ext cx="2444621" cy="0"/>
            </a:xfrm>
            <a:prstGeom prst="straightConnector1">
              <a:avLst/>
            </a:prstGeom>
            <a:noFill/>
            <a:ln cap="flat" cmpd="sng" w="9525">
              <a:solidFill>
                <a:srgbClr val="7F7F7F"/>
              </a:solidFill>
              <a:prstDash val="solid"/>
              <a:round/>
              <a:headEnd len="sm" w="sm" type="none"/>
              <a:tailEnd len="sm" w="sm" type="none"/>
            </a:ln>
          </p:spPr>
        </p:cxnSp>
        <p:sp>
          <p:nvSpPr>
            <p:cNvPr id="3066" name="Google Shape;3066;p50"/>
            <p:cNvSpPr/>
            <p:nvPr/>
          </p:nvSpPr>
          <p:spPr>
            <a:xfrm>
              <a:off x="6485167" y="1914797"/>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dk1"/>
                  </a:solidFill>
                  <a:latin typeface="Calibri"/>
                  <a:ea typeface="Calibri"/>
                  <a:cs typeface="Calibri"/>
                  <a:sym typeface="Calibri"/>
                </a:rPr>
                <a:t>Lorem ipsum dolor sit amet</a:t>
              </a:r>
              <a:endParaRPr sz="1000">
                <a:solidFill>
                  <a:schemeClr val="dk1"/>
                </a:solidFill>
                <a:latin typeface="Calibri"/>
                <a:ea typeface="Calibri"/>
                <a:cs typeface="Calibri"/>
                <a:sym typeface="Calibri"/>
              </a:endParaRPr>
            </a:p>
          </p:txBody>
        </p:sp>
        <p:sp>
          <p:nvSpPr>
            <p:cNvPr id="3067" name="Google Shape;3067;p50"/>
            <p:cNvSpPr/>
            <p:nvPr/>
          </p:nvSpPr>
          <p:spPr>
            <a:xfrm>
              <a:off x="6527364" y="1315120"/>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33</a:t>
              </a:r>
              <a:r>
                <a:rPr b="1" lang="en-US" sz="2000">
                  <a:solidFill>
                    <a:schemeClr val="dk1"/>
                  </a:solidFill>
                  <a:latin typeface="Calibri"/>
                  <a:ea typeface="Calibri"/>
                  <a:cs typeface="Calibri"/>
                  <a:sym typeface="Calibri"/>
                </a:rPr>
                <a:t>%</a:t>
              </a:r>
              <a:endParaRPr/>
            </a:p>
          </p:txBody>
        </p:sp>
        <p:cxnSp>
          <p:nvCxnSpPr>
            <p:cNvPr id="3068" name="Google Shape;3068;p50"/>
            <p:cNvCxnSpPr/>
            <p:nvPr/>
          </p:nvCxnSpPr>
          <p:spPr>
            <a:xfrm rot="10800000">
              <a:off x="6422133" y="3356027"/>
              <a:ext cx="2444621" cy="0"/>
            </a:xfrm>
            <a:prstGeom prst="straightConnector1">
              <a:avLst/>
            </a:prstGeom>
            <a:noFill/>
            <a:ln cap="flat" cmpd="sng" w="9525">
              <a:solidFill>
                <a:srgbClr val="7F7F7F"/>
              </a:solidFill>
              <a:prstDash val="solid"/>
              <a:round/>
              <a:headEnd len="sm" w="sm" type="none"/>
              <a:tailEnd len="sm" w="sm" type="none"/>
            </a:ln>
          </p:spPr>
        </p:cxnSp>
        <p:sp>
          <p:nvSpPr>
            <p:cNvPr id="3069" name="Google Shape;3069;p50"/>
            <p:cNvSpPr/>
            <p:nvPr/>
          </p:nvSpPr>
          <p:spPr>
            <a:xfrm>
              <a:off x="6482284" y="3025613"/>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dk1"/>
                  </a:solidFill>
                  <a:latin typeface="Calibri"/>
                  <a:ea typeface="Calibri"/>
                  <a:cs typeface="Calibri"/>
                  <a:sym typeface="Calibri"/>
                </a:rPr>
                <a:t>Lorem ipsum dolor sit amet</a:t>
              </a:r>
              <a:endParaRPr sz="1000">
                <a:solidFill>
                  <a:schemeClr val="dk1"/>
                </a:solidFill>
                <a:latin typeface="Calibri"/>
                <a:ea typeface="Calibri"/>
                <a:cs typeface="Calibri"/>
                <a:sym typeface="Calibri"/>
              </a:endParaRPr>
            </a:p>
          </p:txBody>
        </p:sp>
        <p:sp>
          <p:nvSpPr>
            <p:cNvPr id="3070" name="Google Shape;3070;p50"/>
            <p:cNvSpPr/>
            <p:nvPr/>
          </p:nvSpPr>
          <p:spPr>
            <a:xfrm>
              <a:off x="6527364" y="2434793"/>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46</a:t>
              </a:r>
              <a:r>
                <a:rPr b="1" lang="en-US" sz="2000">
                  <a:solidFill>
                    <a:schemeClr val="dk1"/>
                  </a:solidFill>
                  <a:latin typeface="Calibri"/>
                  <a:ea typeface="Calibri"/>
                  <a:cs typeface="Calibri"/>
                  <a:sym typeface="Calibri"/>
                </a:rPr>
                <a:t>%</a:t>
              </a:r>
              <a:endParaRPr/>
            </a:p>
          </p:txBody>
        </p:sp>
        <p:sp>
          <p:nvSpPr>
            <p:cNvPr id="3071" name="Google Shape;3071;p50"/>
            <p:cNvSpPr/>
            <p:nvPr/>
          </p:nvSpPr>
          <p:spPr>
            <a:xfrm>
              <a:off x="6489694" y="4195867"/>
              <a:ext cx="1433085" cy="1384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1000">
                  <a:solidFill>
                    <a:schemeClr val="dk1"/>
                  </a:solidFill>
                  <a:latin typeface="Calibri"/>
                  <a:ea typeface="Calibri"/>
                  <a:cs typeface="Calibri"/>
                  <a:sym typeface="Calibri"/>
                </a:rPr>
                <a:t>Lorem ipsum dolor sit amet</a:t>
              </a:r>
              <a:endParaRPr sz="1000">
                <a:solidFill>
                  <a:schemeClr val="dk1"/>
                </a:solidFill>
                <a:latin typeface="Calibri"/>
                <a:ea typeface="Calibri"/>
                <a:cs typeface="Calibri"/>
                <a:sym typeface="Calibri"/>
              </a:endParaRPr>
            </a:p>
          </p:txBody>
        </p:sp>
        <p:sp>
          <p:nvSpPr>
            <p:cNvPr id="3072" name="Google Shape;3072;p50"/>
            <p:cNvSpPr/>
            <p:nvPr/>
          </p:nvSpPr>
          <p:spPr>
            <a:xfrm>
              <a:off x="6527364" y="3566907"/>
              <a:ext cx="65562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dk1"/>
                  </a:solidFill>
                  <a:latin typeface="Calibri"/>
                  <a:ea typeface="Calibri"/>
                  <a:cs typeface="Calibri"/>
                  <a:sym typeface="Calibri"/>
                </a:rPr>
                <a:t>69</a:t>
              </a:r>
              <a:r>
                <a:rPr b="1" lang="en-US" sz="2000">
                  <a:solidFill>
                    <a:schemeClr val="dk1"/>
                  </a:solidFill>
                  <a:latin typeface="Calibri"/>
                  <a:ea typeface="Calibri"/>
                  <a:cs typeface="Calibri"/>
                  <a:sym typeface="Calibri"/>
                </a:rPr>
                <a:t>%</a:t>
              </a:r>
              <a:endParaRPr/>
            </a:p>
          </p:txBody>
        </p:sp>
        <p:grpSp>
          <p:nvGrpSpPr>
            <p:cNvPr id="3073" name="Google Shape;3073;p50"/>
            <p:cNvGrpSpPr/>
            <p:nvPr/>
          </p:nvGrpSpPr>
          <p:grpSpPr>
            <a:xfrm>
              <a:off x="8059279" y="3510782"/>
              <a:ext cx="675612" cy="547956"/>
              <a:chOff x="5012" y="2340"/>
              <a:chExt cx="561" cy="455"/>
            </a:xfrm>
          </p:grpSpPr>
          <p:sp>
            <p:nvSpPr>
              <p:cNvPr id="3074" name="Google Shape;3074;p50"/>
              <p:cNvSpPr/>
              <p:nvPr/>
            </p:nvSpPr>
            <p:spPr>
              <a:xfrm>
                <a:off x="5012" y="2520"/>
                <a:ext cx="137" cy="275"/>
              </a:xfrm>
              <a:custGeom>
                <a:rect b="b" l="l" r="r" t="t"/>
                <a:pathLst>
                  <a:path extrusionOk="0" h="114" w="57">
                    <a:moveTo>
                      <a:pt x="0" y="0"/>
                    </a:moveTo>
                    <a:cubicBezTo>
                      <a:pt x="0" y="0"/>
                      <a:pt x="13" y="33"/>
                      <a:pt x="57" y="48"/>
                    </a:cubicBezTo>
                    <a:cubicBezTo>
                      <a:pt x="57" y="114"/>
                      <a:pt x="57" y="114"/>
                      <a:pt x="57" y="114"/>
                    </a:cubicBezTo>
                    <a:cubicBezTo>
                      <a:pt x="13" y="99"/>
                      <a:pt x="0" y="66"/>
                      <a:pt x="0" y="66"/>
                    </a:cubicBezTo>
                    <a:lnTo>
                      <a:pt x="0" y="0"/>
                    </a:lnTo>
                    <a:close/>
                  </a:path>
                </a:pathLst>
              </a:custGeom>
              <a:noFill/>
              <a:ln cap="rnd" cmpd="sng" w="12700">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75" name="Google Shape;3075;p50"/>
              <p:cNvCxnSpPr/>
              <p:nvPr/>
            </p:nvCxnSpPr>
            <p:spPr>
              <a:xfrm flipH="1">
                <a:off x="5149" y="2467"/>
                <a:ext cx="172" cy="169"/>
              </a:xfrm>
              <a:prstGeom prst="straightConnector1">
                <a:avLst/>
              </a:prstGeom>
              <a:noFill/>
              <a:ln cap="rnd" cmpd="sng" w="12700">
                <a:solidFill>
                  <a:srgbClr val="7F7F7F"/>
                </a:solidFill>
                <a:prstDash val="solid"/>
                <a:round/>
                <a:headEnd len="med" w="med" type="none"/>
                <a:tailEnd len="med" w="med" type="none"/>
              </a:ln>
            </p:spPr>
          </p:cxnSp>
          <p:cxnSp>
            <p:nvCxnSpPr>
              <p:cNvPr id="3076" name="Google Shape;3076;p50"/>
              <p:cNvCxnSpPr/>
              <p:nvPr/>
            </p:nvCxnSpPr>
            <p:spPr>
              <a:xfrm flipH="1">
                <a:off x="5149" y="2706"/>
                <a:ext cx="89" cy="89"/>
              </a:xfrm>
              <a:prstGeom prst="straightConnector1">
                <a:avLst/>
              </a:prstGeom>
              <a:noFill/>
              <a:ln cap="flat" cmpd="sng" w="12700">
                <a:solidFill>
                  <a:srgbClr val="7F7F7F"/>
                </a:solidFill>
                <a:prstDash val="solid"/>
                <a:round/>
                <a:headEnd len="med" w="med" type="none"/>
                <a:tailEnd len="med" w="med" type="none"/>
              </a:ln>
            </p:spPr>
          </p:cxnSp>
          <p:cxnSp>
            <p:nvCxnSpPr>
              <p:cNvPr id="3077" name="Google Shape;3077;p50"/>
              <p:cNvCxnSpPr/>
              <p:nvPr/>
            </p:nvCxnSpPr>
            <p:spPr>
              <a:xfrm flipH="1">
                <a:off x="5283" y="2467"/>
                <a:ext cx="38" cy="128"/>
              </a:xfrm>
              <a:prstGeom prst="straightConnector1">
                <a:avLst/>
              </a:prstGeom>
              <a:noFill/>
              <a:ln cap="rnd" cmpd="sng" w="12700">
                <a:solidFill>
                  <a:srgbClr val="7F7F7F"/>
                </a:solidFill>
                <a:prstDash val="solid"/>
                <a:round/>
                <a:headEnd len="med" w="med" type="none"/>
                <a:tailEnd len="med" w="med" type="none"/>
              </a:ln>
            </p:spPr>
          </p:cxnSp>
          <p:cxnSp>
            <p:nvCxnSpPr>
              <p:cNvPr id="3078" name="Google Shape;3078;p50"/>
              <p:cNvCxnSpPr/>
              <p:nvPr/>
            </p:nvCxnSpPr>
            <p:spPr>
              <a:xfrm flipH="1" rot="10800000">
                <a:off x="5012" y="2467"/>
                <a:ext cx="309" cy="53"/>
              </a:xfrm>
              <a:prstGeom prst="straightConnector1">
                <a:avLst/>
              </a:prstGeom>
              <a:noFill/>
              <a:ln cap="rnd" cmpd="sng" w="12700">
                <a:solidFill>
                  <a:srgbClr val="7F7F7F"/>
                </a:solidFill>
                <a:prstDash val="solid"/>
                <a:round/>
                <a:headEnd len="med" w="med" type="none"/>
                <a:tailEnd len="med" w="med" type="none"/>
              </a:ln>
            </p:spPr>
          </p:cxnSp>
          <p:sp>
            <p:nvSpPr>
              <p:cNvPr id="3079" name="Google Shape;3079;p50"/>
              <p:cNvSpPr/>
              <p:nvPr/>
            </p:nvSpPr>
            <p:spPr>
              <a:xfrm>
                <a:off x="5082" y="2340"/>
                <a:ext cx="491" cy="445"/>
              </a:xfrm>
              <a:custGeom>
                <a:rect b="b" l="l" r="r" t="t"/>
                <a:pathLst>
                  <a:path extrusionOk="0" h="185" w="205">
                    <a:moveTo>
                      <a:pt x="205" y="54"/>
                    </a:moveTo>
                    <a:cubicBezTo>
                      <a:pt x="205" y="131"/>
                      <a:pt x="205" y="131"/>
                      <a:pt x="205" y="131"/>
                    </a:cubicBezTo>
                    <a:cubicBezTo>
                      <a:pt x="205" y="161"/>
                      <a:pt x="159" y="185"/>
                      <a:pt x="102" y="185"/>
                    </a:cubicBezTo>
                    <a:cubicBezTo>
                      <a:pt x="96" y="185"/>
                      <a:pt x="90" y="185"/>
                      <a:pt x="84" y="185"/>
                    </a:cubicBezTo>
                    <a:cubicBezTo>
                      <a:pt x="84" y="108"/>
                      <a:pt x="84" y="108"/>
                      <a:pt x="84" y="108"/>
                    </a:cubicBezTo>
                    <a:cubicBezTo>
                      <a:pt x="89" y="108"/>
                      <a:pt x="97" y="108"/>
                      <a:pt x="102" y="108"/>
                    </a:cubicBezTo>
                    <a:cubicBezTo>
                      <a:pt x="159" y="108"/>
                      <a:pt x="205" y="84"/>
                      <a:pt x="205" y="54"/>
                    </a:cubicBezTo>
                    <a:cubicBezTo>
                      <a:pt x="205" y="24"/>
                      <a:pt x="159" y="0"/>
                      <a:pt x="102" y="0"/>
                    </a:cubicBezTo>
                    <a:cubicBezTo>
                      <a:pt x="45" y="0"/>
                      <a:pt x="0" y="24"/>
                      <a:pt x="0" y="54"/>
                    </a:cubicBezTo>
                    <a:cubicBezTo>
                      <a:pt x="0" y="59"/>
                      <a:pt x="1" y="64"/>
                      <a:pt x="3" y="69"/>
                    </a:cubicBezTo>
                  </a:path>
                </a:pathLst>
              </a:custGeom>
              <a:no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80" name="Google Shape;3080;p50"/>
            <p:cNvGrpSpPr/>
            <p:nvPr/>
          </p:nvGrpSpPr>
          <p:grpSpPr>
            <a:xfrm>
              <a:off x="8065177" y="1393496"/>
              <a:ext cx="663818" cy="499892"/>
              <a:chOff x="4852" y="915"/>
              <a:chExt cx="737" cy="555"/>
            </a:xfrm>
          </p:grpSpPr>
          <p:sp>
            <p:nvSpPr>
              <p:cNvPr id="3081" name="Google Shape;3081;p50"/>
              <p:cNvSpPr/>
              <p:nvPr/>
            </p:nvSpPr>
            <p:spPr>
              <a:xfrm>
                <a:off x="5264" y="1146"/>
                <a:ext cx="325" cy="324"/>
              </a:xfrm>
              <a:custGeom>
                <a:rect b="b" l="l" r="r" t="t"/>
                <a:pathLst>
                  <a:path extrusionOk="0" h="135" w="136">
                    <a:moveTo>
                      <a:pt x="44" y="23"/>
                    </a:moveTo>
                    <a:cubicBezTo>
                      <a:pt x="40" y="25"/>
                      <a:pt x="36" y="28"/>
                      <a:pt x="32" y="31"/>
                    </a:cubicBezTo>
                    <a:cubicBezTo>
                      <a:pt x="15" y="25"/>
                      <a:pt x="15" y="25"/>
                      <a:pt x="15" y="25"/>
                    </a:cubicBezTo>
                    <a:cubicBezTo>
                      <a:pt x="5" y="41"/>
                      <a:pt x="5" y="41"/>
                      <a:pt x="5" y="41"/>
                    </a:cubicBezTo>
                    <a:cubicBezTo>
                      <a:pt x="19" y="53"/>
                      <a:pt x="19" y="53"/>
                      <a:pt x="19" y="53"/>
                    </a:cubicBezTo>
                    <a:cubicBezTo>
                      <a:pt x="18" y="58"/>
                      <a:pt x="17" y="62"/>
                      <a:pt x="17" y="67"/>
                    </a:cubicBezTo>
                    <a:cubicBezTo>
                      <a:pt x="0" y="75"/>
                      <a:pt x="0" y="75"/>
                      <a:pt x="0" y="75"/>
                    </a:cubicBezTo>
                    <a:cubicBezTo>
                      <a:pt x="5" y="93"/>
                      <a:pt x="5" y="93"/>
                      <a:pt x="5" y="93"/>
                    </a:cubicBezTo>
                    <a:cubicBezTo>
                      <a:pt x="23" y="92"/>
                      <a:pt x="23" y="92"/>
                      <a:pt x="23" y="92"/>
                    </a:cubicBezTo>
                    <a:cubicBezTo>
                      <a:pt x="26" y="96"/>
                      <a:pt x="29" y="100"/>
                      <a:pt x="32" y="104"/>
                    </a:cubicBezTo>
                    <a:cubicBezTo>
                      <a:pt x="25" y="121"/>
                      <a:pt x="25" y="121"/>
                      <a:pt x="25" y="121"/>
                    </a:cubicBezTo>
                    <a:cubicBezTo>
                      <a:pt x="42" y="130"/>
                      <a:pt x="42" y="130"/>
                      <a:pt x="42" y="130"/>
                    </a:cubicBezTo>
                    <a:cubicBezTo>
                      <a:pt x="53" y="116"/>
                      <a:pt x="53" y="116"/>
                      <a:pt x="53" y="116"/>
                    </a:cubicBezTo>
                    <a:cubicBezTo>
                      <a:pt x="58" y="118"/>
                      <a:pt x="63" y="119"/>
                      <a:pt x="68" y="119"/>
                    </a:cubicBezTo>
                    <a:cubicBezTo>
                      <a:pt x="75" y="135"/>
                      <a:pt x="75" y="135"/>
                      <a:pt x="75" y="135"/>
                    </a:cubicBezTo>
                    <a:cubicBezTo>
                      <a:pt x="94" y="131"/>
                      <a:pt x="94" y="131"/>
                      <a:pt x="94" y="131"/>
                    </a:cubicBezTo>
                    <a:cubicBezTo>
                      <a:pt x="92" y="113"/>
                      <a:pt x="92" y="113"/>
                      <a:pt x="92" y="113"/>
                    </a:cubicBezTo>
                    <a:cubicBezTo>
                      <a:pt x="97" y="110"/>
                      <a:pt x="101" y="107"/>
                      <a:pt x="104" y="104"/>
                    </a:cubicBezTo>
                    <a:cubicBezTo>
                      <a:pt x="121" y="111"/>
                      <a:pt x="121" y="111"/>
                      <a:pt x="121" y="111"/>
                    </a:cubicBezTo>
                    <a:cubicBezTo>
                      <a:pt x="131" y="94"/>
                      <a:pt x="131" y="94"/>
                      <a:pt x="131" y="94"/>
                    </a:cubicBezTo>
                    <a:cubicBezTo>
                      <a:pt x="117" y="82"/>
                      <a:pt x="117" y="82"/>
                      <a:pt x="117" y="82"/>
                    </a:cubicBezTo>
                    <a:cubicBezTo>
                      <a:pt x="118" y="78"/>
                      <a:pt x="119" y="73"/>
                      <a:pt x="119" y="68"/>
                    </a:cubicBezTo>
                    <a:cubicBezTo>
                      <a:pt x="136" y="61"/>
                      <a:pt x="136" y="61"/>
                      <a:pt x="136" y="61"/>
                    </a:cubicBezTo>
                    <a:cubicBezTo>
                      <a:pt x="131" y="42"/>
                      <a:pt x="131" y="42"/>
                      <a:pt x="131" y="42"/>
                    </a:cubicBezTo>
                    <a:cubicBezTo>
                      <a:pt x="113" y="44"/>
                      <a:pt x="113" y="44"/>
                      <a:pt x="113" y="44"/>
                    </a:cubicBezTo>
                    <a:cubicBezTo>
                      <a:pt x="111" y="39"/>
                      <a:pt x="108" y="35"/>
                      <a:pt x="104" y="32"/>
                    </a:cubicBezTo>
                    <a:cubicBezTo>
                      <a:pt x="111" y="15"/>
                      <a:pt x="111" y="15"/>
                      <a:pt x="111" y="15"/>
                    </a:cubicBezTo>
                    <a:cubicBezTo>
                      <a:pt x="95" y="5"/>
                      <a:pt x="95" y="5"/>
                      <a:pt x="95" y="5"/>
                    </a:cubicBezTo>
                    <a:cubicBezTo>
                      <a:pt x="83" y="19"/>
                      <a:pt x="83" y="19"/>
                      <a:pt x="83" y="19"/>
                    </a:cubicBezTo>
                    <a:cubicBezTo>
                      <a:pt x="78" y="18"/>
                      <a:pt x="73" y="17"/>
                      <a:pt x="68" y="17"/>
                    </a:cubicBezTo>
                    <a:cubicBezTo>
                      <a:pt x="61" y="0"/>
                      <a:pt x="61" y="0"/>
                      <a:pt x="61" y="0"/>
                    </a:cubicBezTo>
                    <a:cubicBezTo>
                      <a:pt x="43" y="5"/>
                      <a:pt x="43" y="5"/>
                      <a:pt x="43" y="5"/>
                    </a:cubicBezTo>
                  </a:path>
                </a:pathLst>
              </a:custGeom>
              <a:noFill/>
              <a:ln cap="rnd" cmpd="sng" w="12700">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82" name="Google Shape;3082;p50"/>
              <p:cNvSpPr/>
              <p:nvPr/>
            </p:nvSpPr>
            <p:spPr>
              <a:xfrm>
                <a:off x="5378" y="1256"/>
                <a:ext cx="101" cy="103"/>
              </a:xfrm>
              <a:custGeom>
                <a:rect b="b" l="l" r="r" t="t"/>
                <a:pathLst>
                  <a:path extrusionOk="0" h="43" w="42">
                    <a:moveTo>
                      <a:pt x="11" y="4"/>
                    </a:moveTo>
                    <a:cubicBezTo>
                      <a:pt x="12" y="4"/>
                      <a:pt x="14" y="3"/>
                      <a:pt x="15" y="3"/>
                    </a:cubicBezTo>
                    <a:cubicBezTo>
                      <a:pt x="26" y="0"/>
                      <a:pt x="37" y="6"/>
                      <a:pt x="39" y="17"/>
                    </a:cubicBezTo>
                    <a:cubicBezTo>
                      <a:pt x="42" y="28"/>
                      <a:pt x="35" y="38"/>
                      <a:pt x="25" y="41"/>
                    </a:cubicBezTo>
                    <a:cubicBezTo>
                      <a:pt x="14" y="43"/>
                      <a:pt x="4" y="37"/>
                      <a:pt x="1" y="26"/>
                    </a:cubicBezTo>
                    <a:cubicBezTo>
                      <a:pt x="1" y="25"/>
                      <a:pt x="0" y="23"/>
                      <a:pt x="0" y="21"/>
                    </a:cubicBezTo>
                  </a:path>
                </a:pathLst>
              </a:custGeom>
              <a:noFill/>
              <a:ln cap="rnd" cmpd="sng" w="12700">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83" name="Google Shape;3083;p50"/>
              <p:cNvSpPr/>
              <p:nvPr/>
            </p:nvSpPr>
            <p:spPr>
              <a:xfrm>
                <a:off x="4852" y="915"/>
                <a:ext cx="436" cy="439"/>
              </a:xfrm>
              <a:custGeom>
                <a:rect b="b" l="l" r="r" t="t"/>
                <a:pathLst>
                  <a:path extrusionOk="0" h="183" w="182">
                    <a:moveTo>
                      <a:pt x="32" y="56"/>
                    </a:moveTo>
                    <a:cubicBezTo>
                      <a:pt x="28" y="62"/>
                      <a:pt x="26" y="68"/>
                      <a:pt x="24" y="74"/>
                    </a:cubicBezTo>
                    <a:cubicBezTo>
                      <a:pt x="0" y="78"/>
                      <a:pt x="0" y="78"/>
                      <a:pt x="0" y="78"/>
                    </a:cubicBezTo>
                    <a:cubicBezTo>
                      <a:pt x="0" y="104"/>
                      <a:pt x="0" y="104"/>
                      <a:pt x="0" y="104"/>
                    </a:cubicBezTo>
                    <a:cubicBezTo>
                      <a:pt x="24" y="109"/>
                      <a:pt x="24" y="109"/>
                      <a:pt x="24" y="109"/>
                    </a:cubicBezTo>
                    <a:cubicBezTo>
                      <a:pt x="26" y="115"/>
                      <a:pt x="28" y="121"/>
                      <a:pt x="32" y="127"/>
                    </a:cubicBezTo>
                    <a:cubicBezTo>
                      <a:pt x="17" y="147"/>
                      <a:pt x="17" y="147"/>
                      <a:pt x="17" y="147"/>
                    </a:cubicBezTo>
                    <a:cubicBezTo>
                      <a:pt x="36" y="165"/>
                      <a:pt x="36" y="165"/>
                      <a:pt x="36" y="165"/>
                    </a:cubicBezTo>
                    <a:cubicBezTo>
                      <a:pt x="56" y="151"/>
                      <a:pt x="56" y="151"/>
                      <a:pt x="56" y="151"/>
                    </a:cubicBezTo>
                    <a:cubicBezTo>
                      <a:pt x="61" y="154"/>
                      <a:pt x="67" y="157"/>
                      <a:pt x="74" y="158"/>
                    </a:cubicBezTo>
                    <a:cubicBezTo>
                      <a:pt x="78" y="183"/>
                      <a:pt x="78" y="183"/>
                      <a:pt x="78" y="183"/>
                    </a:cubicBezTo>
                    <a:cubicBezTo>
                      <a:pt x="104" y="183"/>
                      <a:pt x="104" y="183"/>
                      <a:pt x="104" y="183"/>
                    </a:cubicBezTo>
                    <a:cubicBezTo>
                      <a:pt x="108" y="158"/>
                      <a:pt x="108" y="158"/>
                      <a:pt x="108" y="158"/>
                    </a:cubicBezTo>
                    <a:cubicBezTo>
                      <a:pt x="114" y="157"/>
                      <a:pt x="120" y="154"/>
                      <a:pt x="126" y="151"/>
                    </a:cubicBezTo>
                    <a:cubicBezTo>
                      <a:pt x="146" y="165"/>
                      <a:pt x="146" y="165"/>
                      <a:pt x="146" y="165"/>
                    </a:cubicBezTo>
                    <a:cubicBezTo>
                      <a:pt x="165" y="147"/>
                      <a:pt x="165" y="147"/>
                      <a:pt x="165" y="147"/>
                    </a:cubicBezTo>
                    <a:cubicBezTo>
                      <a:pt x="150" y="127"/>
                      <a:pt x="150" y="127"/>
                      <a:pt x="150" y="127"/>
                    </a:cubicBezTo>
                    <a:cubicBezTo>
                      <a:pt x="153" y="121"/>
                      <a:pt x="156" y="115"/>
                      <a:pt x="158" y="108"/>
                    </a:cubicBezTo>
                    <a:cubicBezTo>
                      <a:pt x="182" y="104"/>
                      <a:pt x="182" y="104"/>
                      <a:pt x="182" y="104"/>
                    </a:cubicBezTo>
                    <a:cubicBezTo>
                      <a:pt x="182" y="78"/>
                      <a:pt x="182" y="78"/>
                      <a:pt x="182" y="78"/>
                    </a:cubicBezTo>
                    <a:cubicBezTo>
                      <a:pt x="158" y="74"/>
                      <a:pt x="158" y="74"/>
                      <a:pt x="158" y="74"/>
                    </a:cubicBezTo>
                    <a:cubicBezTo>
                      <a:pt x="156" y="68"/>
                      <a:pt x="153" y="62"/>
                      <a:pt x="150" y="56"/>
                    </a:cubicBezTo>
                    <a:cubicBezTo>
                      <a:pt x="165" y="36"/>
                      <a:pt x="165" y="36"/>
                      <a:pt x="165" y="36"/>
                    </a:cubicBezTo>
                    <a:cubicBezTo>
                      <a:pt x="146" y="18"/>
                      <a:pt x="146" y="18"/>
                      <a:pt x="146" y="18"/>
                    </a:cubicBezTo>
                    <a:cubicBezTo>
                      <a:pt x="126" y="32"/>
                      <a:pt x="126" y="32"/>
                      <a:pt x="126" y="32"/>
                    </a:cubicBezTo>
                    <a:cubicBezTo>
                      <a:pt x="120" y="29"/>
                      <a:pt x="114" y="26"/>
                      <a:pt x="108" y="25"/>
                    </a:cubicBezTo>
                    <a:cubicBezTo>
                      <a:pt x="104" y="0"/>
                      <a:pt x="104" y="0"/>
                      <a:pt x="104" y="0"/>
                    </a:cubicBezTo>
                    <a:cubicBezTo>
                      <a:pt x="78" y="0"/>
                      <a:pt x="78" y="0"/>
                      <a:pt x="78" y="0"/>
                    </a:cubicBezTo>
                    <a:cubicBezTo>
                      <a:pt x="77" y="8"/>
                      <a:pt x="77" y="8"/>
                      <a:pt x="77" y="8"/>
                    </a:cubicBezTo>
                  </a:path>
                </a:pathLst>
              </a:custGeom>
              <a:solidFill>
                <a:srgbClr val="FFFFFF"/>
              </a:solid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84" name="Google Shape;3084;p50"/>
              <p:cNvSpPr/>
              <p:nvPr/>
            </p:nvSpPr>
            <p:spPr>
              <a:xfrm>
                <a:off x="4893" y="958"/>
                <a:ext cx="136" cy="58"/>
              </a:xfrm>
              <a:custGeom>
                <a:rect b="b" l="l" r="r" t="t"/>
                <a:pathLst>
                  <a:path extrusionOk="0" h="24" w="57">
                    <a:moveTo>
                      <a:pt x="57" y="7"/>
                    </a:moveTo>
                    <a:cubicBezTo>
                      <a:pt x="50" y="8"/>
                      <a:pt x="44" y="11"/>
                      <a:pt x="39" y="14"/>
                    </a:cubicBezTo>
                    <a:cubicBezTo>
                      <a:pt x="19" y="0"/>
                      <a:pt x="19" y="0"/>
                      <a:pt x="19" y="0"/>
                    </a:cubicBezTo>
                    <a:cubicBezTo>
                      <a:pt x="0" y="18"/>
                      <a:pt x="0" y="18"/>
                      <a:pt x="0" y="18"/>
                    </a:cubicBezTo>
                    <a:cubicBezTo>
                      <a:pt x="5" y="24"/>
                      <a:pt x="5" y="24"/>
                      <a:pt x="5" y="24"/>
                    </a:cubicBezTo>
                  </a:path>
                </a:pathLst>
              </a:custGeom>
              <a:noFill/>
              <a:ln cap="rnd" cmpd="sng" w="12700">
                <a:solidFill>
                  <a:srgbClr val="007DC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85" name="Google Shape;3085;p50"/>
              <p:cNvSpPr/>
              <p:nvPr/>
            </p:nvSpPr>
            <p:spPr>
              <a:xfrm>
                <a:off x="4974" y="1035"/>
                <a:ext cx="194" cy="199"/>
              </a:xfrm>
              <a:custGeom>
                <a:rect b="b" l="l" r="r" t="t"/>
                <a:pathLst>
                  <a:path extrusionOk="0" h="83" w="81">
                    <a:moveTo>
                      <a:pt x="18" y="8"/>
                    </a:moveTo>
                    <a:cubicBezTo>
                      <a:pt x="23" y="5"/>
                      <a:pt x="30" y="3"/>
                      <a:pt x="36" y="2"/>
                    </a:cubicBezTo>
                    <a:cubicBezTo>
                      <a:pt x="58" y="0"/>
                      <a:pt x="77" y="16"/>
                      <a:pt x="79" y="38"/>
                    </a:cubicBezTo>
                    <a:cubicBezTo>
                      <a:pt x="81" y="60"/>
                      <a:pt x="65" y="79"/>
                      <a:pt x="43" y="81"/>
                    </a:cubicBezTo>
                    <a:cubicBezTo>
                      <a:pt x="22" y="83"/>
                      <a:pt x="2" y="67"/>
                      <a:pt x="0" y="45"/>
                    </a:cubicBezTo>
                    <a:cubicBezTo>
                      <a:pt x="0" y="37"/>
                      <a:pt x="1" y="29"/>
                      <a:pt x="5" y="23"/>
                    </a:cubicBezTo>
                  </a:path>
                </a:pathLst>
              </a:custGeom>
              <a:solidFill>
                <a:srgbClr val="FFFFFF"/>
              </a:solidFill>
              <a:ln cap="rnd"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086" name="Google Shape;3086;p50"/>
            <p:cNvGrpSpPr/>
            <p:nvPr/>
          </p:nvGrpSpPr>
          <p:grpSpPr>
            <a:xfrm>
              <a:off x="8030902" y="2437901"/>
              <a:ext cx="732370" cy="471488"/>
              <a:chOff x="8030900" y="2582863"/>
              <a:chExt cx="732370" cy="471488"/>
            </a:xfrm>
          </p:grpSpPr>
          <p:sp>
            <p:nvSpPr>
              <p:cNvPr id="3087" name="Google Shape;3087;p50"/>
              <p:cNvSpPr/>
              <p:nvPr/>
            </p:nvSpPr>
            <p:spPr>
              <a:xfrm>
                <a:off x="8259171" y="2660312"/>
                <a:ext cx="188867" cy="54350"/>
              </a:xfrm>
              <a:custGeom>
                <a:rect b="b" l="l" r="r" t="t"/>
                <a:pathLst>
                  <a:path extrusionOk="0" h="40" w="139">
                    <a:moveTo>
                      <a:pt x="0" y="0"/>
                    </a:moveTo>
                    <a:lnTo>
                      <a:pt x="139" y="0"/>
                    </a:lnTo>
                    <a:lnTo>
                      <a:pt x="139" y="40"/>
                    </a:lnTo>
                    <a:lnTo>
                      <a:pt x="0" y="40"/>
                    </a:lnTo>
                  </a:path>
                </a:pathLst>
              </a:custGeom>
              <a:noFill/>
              <a:ln cap="flat" cmpd="sng" w="12700">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88" name="Google Shape;3088;p50"/>
              <p:cNvCxnSpPr/>
              <p:nvPr/>
            </p:nvCxnSpPr>
            <p:spPr>
              <a:xfrm>
                <a:off x="8385536" y="2660312"/>
                <a:ext cx="0" cy="54350"/>
              </a:xfrm>
              <a:prstGeom prst="straightConnector1">
                <a:avLst/>
              </a:prstGeom>
              <a:noFill/>
              <a:ln cap="flat" cmpd="sng" w="12700">
                <a:solidFill>
                  <a:srgbClr val="7F7F7F"/>
                </a:solidFill>
                <a:prstDash val="solid"/>
                <a:round/>
                <a:headEnd len="med" w="med" type="none"/>
                <a:tailEnd len="med" w="med" type="none"/>
              </a:ln>
            </p:spPr>
          </p:cxnSp>
          <p:sp>
            <p:nvSpPr>
              <p:cNvPr id="3089" name="Google Shape;3089;p50"/>
              <p:cNvSpPr/>
              <p:nvPr/>
            </p:nvSpPr>
            <p:spPr>
              <a:xfrm>
                <a:off x="8259171" y="2756784"/>
                <a:ext cx="259523" cy="55709"/>
              </a:xfrm>
              <a:custGeom>
                <a:rect b="b" l="l" r="r" t="t"/>
                <a:pathLst>
                  <a:path extrusionOk="0" h="41" w="191">
                    <a:moveTo>
                      <a:pt x="0" y="0"/>
                    </a:moveTo>
                    <a:lnTo>
                      <a:pt x="191" y="0"/>
                    </a:lnTo>
                    <a:lnTo>
                      <a:pt x="191" y="41"/>
                    </a:lnTo>
                    <a:lnTo>
                      <a:pt x="0" y="41"/>
                    </a:lnTo>
                  </a:path>
                </a:pathLst>
              </a:custGeom>
              <a:noFill/>
              <a:ln cap="flat" cmpd="sng" w="12700">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90" name="Google Shape;3090;p50"/>
              <p:cNvCxnSpPr/>
              <p:nvPr/>
            </p:nvCxnSpPr>
            <p:spPr>
              <a:xfrm>
                <a:off x="8418146" y="2756784"/>
                <a:ext cx="0" cy="55709"/>
              </a:xfrm>
              <a:prstGeom prst="straightConnector1">
                <a:avLst/>
              </a:prstGeom>
              <a:noFill/>
              <a:ln cap="flat" cmpd="sng" w="12700">
                <a:solidFill>
                  <a:srgbClr val="7F7F7F"/>
                </a:solidFill>
                <a:prstDash val="solid"/>
                <a:round/>
                <a:headEnd len="med" w="med" type="none"/>
                <a:tailEnd len="med" w="med" type="none"/>
              </a:ln>
            </p:spPr>
          </p:cxnSp>
          <p:sp>
            <p:nvSpPr>
              <p:cNvPr id="3091" name="Google Shape;3091;p50"/>
              <p:cNvSpPr/>
              <p:nvPr/>
            </p:nvSpPr>
            <p:spPr>
              <a:xfrm>
                <a:off x="8259171" y="2853255"/>
                <a:ext cx="303003" cy="55709"/>
              </a:xfrm>
              <a:custGeom>
                <a:rect b="b" l="l" r="r" t="t"/>
                <a:pathLst>
                  <a:path extrusionOk="0" h="41" w="223">
                    <a:moveTo>
                      <a:pt x="0" y="0"/>
                    </a:moveTo>
                    <a:lnTo>
                      <a:pt x="223" y="0"/>
                    </a:lnTo>
                    <a:lnTo>
                      <a:pt x="223" y="41"/>
                    </a:lnTo>
                    <a:lnTo>
                      <a:pt x="0" y="41"/>
                    </a:lnTo>
                  </a:path>
                </a:pathLst>
              </a:custGeom>
              <a:noFill/>
              <a:ln cap="flat" cmpd="sng" w="12700">
                <a:solidFill>
                  <a:srgbClr val="7F7F7F"/>
                </a:solidFill>
                <a:prstDash val="solid"/>
                <a:miter lim="8000"/>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92" name="Google Shape;3092;p50"/>
              <p:cNvCxnSpPr/>
              <p:nvPr/>
            </p:nvCxnSpPr>
            <p:spPr>
              <a:xfrm>
                <a:off x="8456191" y="2853255"/>
                <a:ext cx="0" cy="55709"/>
              </a:xfrm>
              <a:prstGeom prst="straightConnector1">
                <a:avLst/>
              </a:prstGeom>
              <a:noFill/>
              <a:ln cap="flat" cmpd="sng" w="12700">
                <a:solidFill>
                  <a:srgbClr val="7F7F7F"/>
                </a:solidFill>
                <a:prstDash val="solid"/>
                <a:round/>
                <a:headEnd len="med" w="med" type="none"/>
                <a:tailEnd len="med" w="med" type="none"/>
              </a:ln>
            </p:spPr>
          </p:cxnSp>
          <p:cxnSp>
            <p:nvCxnSpPr>
              <p:cNvPr id="3093" name="Google Shape;3093;p50"/>
              <p:cNvCxnSpPr/>
              <p:nvPr/>
            </p:nvCxnSpPr>
            <p:spPr>
              <a:xfrm>
                <a:off x="8231996" y="2622267"/>
                <a:ext cx="0" cy="323384"/>
              </a:xfrm>
              <a:prstGeom prst="straightConnector1">
                <a:avLst/>
              </a:prstGeom>
              <a:noFill/>
              <a:ln cap="flat" cmpd="sng" w="12700">
                <a:solidFill>
                  <a:srgbClr val="7F7F7F"/>
                </a:solidFill>
                <a:prstDash val="solid"/>
                <a:round/>
                <a:headEnd len="med" w="med" type="none"/>
                <a:tailEnd len="med" w="med" type="none"/>
              </a:ln>
            </p:spPr>
          </p:cxnSp>
          <p:sp>
            <p:nvSpPr>
              <p:cNvPr id="3094" name="Google Shape;3094;p50"/>
              <p:cNvSpPr/>
              <p:nvPr/>
            </p:nvSpPr>
            <p:spPr>
              <a:xfrm>
                <a:off x="8100197" y="2582863"/>
                <a:ext cx="593777" cy="364146"/>
              </a:xfrm>
              <a:custGeom>
                <a:rect b="b" l="l" r="r" t="t"/>
                <a:pathLst>
                  <a:path extrusionOk="0" h="376" w="614">
                    <a:moveTo>
                      <a:pt x="0" y="376"/>
                    </a:moveTo>
                    <a:cubicBezTo>
                      <a:pt x="0" y="45"/>
                      <a:pt x="0" y="45"/>
                      <a:pt x="0" y="45"/>
                    </a:cubicBezTo>
                    <a:cubicBezTo>
                      <a:pt x="0" y="20"/>
                      <a:pt x="20" y="0"/>
                      <a:pt x="45" y="0"/>
                    </a:cubicBezTo>
                    <a:cubicBezTo>
                      <a:pt x="570" y="0"/>
                      <a:pt x="570" y="0"/>
                      <a:pt x="570" y="0"/>
                    </a:cubicBezTo>
                    <a:cubicBezTo>
                      <a:pt x="594" y="0"/>
                      <a:pt x="614" y="20"/>
                      <a:pt x="614" y="45"/>
                    </a:cubicBezTo>
                    <a:cubicBezTo>
                      <a:pt x="614" y="376"/>
                      <a:pt x="614" y="376"/>
                      <a:pt x="614" y="376"/>
                    </a:cubicBezTo>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095" name="Google Shape;3095;p50"/>
              <p:cNvSpPr/>
              <p:nvPr/>
            </p:nvSpPr>
            <p:spPr>
              <a:xfrm>
                <a:off x="8030900" y="2994566"/>
                <a:ext cx="732370" cy="59785"/>
              </a:xfrm>
              <a:custGeom>
                <a:rect b="b" l="l" r="r" t="t"/>
                <a:pathLst>
                  <a:path extrusionOk="0" h="61" w="758">
                    <a:moveTo>
                      <a:pt x="702" y="61"/>
                    </a:moveTo>
                    <a:cubicBezTo>
                      <a:pt x="745" y="61"/>
                      <a:pt x="758" y="0"/>
                      <a:pt x="758" y="0"/>
                    </a:cubicBezTo>
                    <a:cubicBezTo>
                      <a:pt x="0" y="0"/>
                      <a:pt x="0" y="0"/>
                      <a:pt x="0" y="0"/>
                    </a:cubicBezTo>
                    <a:cubicBezTo>
                      <a:pt x="0" y="0"/>
                      <a:pt x="14" y="61"/>
                      <a:pt x="57" y="61"/>
                    </a:cubicBezTo>
                    <a:lnTo>
                      <a:pt x="702" y="61"/>
                    </a:lnTo>
                    <a:close/>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3096" name="Google Shape;3096;p50"/>
            <p:cNvSpPr/>
            <p:nvPr/>
          </p:nvSpPr>
          <p:spPr>
            <a:xfrm>
              <a:off x="3932531" y="1264738"/>
              <a:ext cx="1771650" cy="1771650"/>
            </a:xfrm>
            <a:prstGeom prst="blockArc">
              <a:avLst>
                <a:gd fmla="val 5470327" name="adj1"/>
                <a:gd fmla="val 15692158" name="adj2"/>
                <a:gd fmla="val 4341" name="adj3"/>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3097" name="Google Shape;3097;p50"/>
            <p:cNvSpPr/>
            <p:nvPr/>
          </p:nvSpPr>
          <p:spPr>
            <a:xfrm>
              <a:off x="4093162" y="1425369"/>
              <a:ext cx="1450390" cy="1450390"/>
            </a:xfrm>
            <a:prstGeom prst="blockArc">
              <a:avLst>
                <a:gd fmla="val 5470327" name="adj1"/>
                <a:gd fmla="val 17412063" name="adj2"/>
                <a:gd fmla="val 4931" name="adj3"/>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sp>
          <p:nvSpPr>
            <p:cNvPr id="3098" name="Google Shape;3098;p50"/>
            <p:cNvSpPr/>
            <p:nvPr/>
          </p:nvSpPr>
          <p:spPr>
            <a:xfrm>
              <a:off x="4256381" y="1588588"/>
              <a:ext cx="1123950" cy="1123950"/>
            </a:xfrm>
            <a:prstGeom prst="blockArc">
              <a:avLst>
                <a:gd fmla="val 5485372" name="adj1"/>
                <a:gd fmla="val 13804538" name="adj2"/>
                <a:gd fmla="val 6008" name="adj3"/>
              </a:avLst>
            </a:prstGeom>
            <a:solidFill>
              <a:srgbClr val="1E2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dk1"/>
                </a:solidFill>
                <a:latin typeface="Calibri"/>
                <a:ea typeface="Calibri"/>
                <a:cs typeface="Calibri"/>
                <a:sym typeface="Calibri"/>
              </a:endParaRPr>
            </a:p>
          </p:txBody>
        </p:sp>
        <p:cxnSp>
          <p:nvCxnSpPr>
            <p:cNvPr id="3099" name="Google Shape;3099;p50"/>
            <p:cNvCxnSpPr/>
            <p:nvPr/>
          </p:nvCxnSpPr>
          <p:spPr>
            <a:xfrm rot="10800000">
              <a:off x="4800601" y="2312100"/>
              <a:ext cx="0" cy="993957"/>
            </a:xfrm>
            <a:prstGeom prst="straightConnector1">
              <a:avLst/>
            </a:prstGeom>
            <a:noFill/>
            <a:ln cap="flat" cmpd="sng" w="9525">
              <a:solidFill>
                <a:srgbClr val="1E2323"/>
              </a:solidFill>
              <a:prstDash val="solid"/>
              <a:round/>
              <a:headEnd len="sm" w="sm" type="none"/>
              <a:tailEnd len="sm" w="sm" type="none"/>
            </a:ln>
          </p:spPr>
        </p:cxnSp>
        <p:sp>
          <p:nvSpPr>
            <p:cNvPr id="3100" name="Google Shape;3100;p50"/>
            <p:cNvSpPr/>
            <p:nvPr/>
          </p:nvSpPr>
          <p:spPr>
            <a:xfrm>
              <a:off x="4882504" y="1977106"/>
              <a:ext cx="124408" cy="124408"/>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3101" name="Google Shape;3101;p50"/>
            <p:cNvSpPr/>
            <p:nvPr/>
          </p:nvSpPr>
          <p:spPr>
            <a:xfrm>
              <a:off x="5092693" y="1974408"/>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dk1"/>
                  </a:solidFill>
                  <a:latin typeface="Calibri"/>
                  <a:ea typeface="Calibri"/>
                  <a:cs typeface="Calibri"/>
                  <a:sym typeface="Calibri"/>
                </a:rPr>
                <a:t>Lorem ipsum dolor sit amet</a:t>
              </a:r>
              <a:endParaRPr sz="800">
                <a:solidFill>
                  <a:schemeClr val="dk1"/>
                </a:solidFill>
                <a:latin typeface="Calibri"/>
                <a:ea typeface="Calibri"/>
                <a:cs typeface="Calibri"/>
                <a:sym typeface="Calibri"/>
              </a:endParaRPr>
            </a:p>
          </p:txBody>
        </p:sp>
        <p:sp>
          <p:nvSpPr>
            <p:cNvPr id="3102" name="Google Shape;3102;p50"/>
            <p:cNvSpPr/>
            <p:nvPr/>
          </p:nvSpPr>
          <p:spPr>
            <a:xfrm>
              <a:off x="4882504" y="2231106"/>
              <a:ext cx="124408" cy="124408"/>
            </a:xfrm>
            <a:prstGeom prst="ellipse">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3103" name="Google Shape;3103;p50"/>
            <p:cNvSpPr/>
            <p:nvPr/>
          </p:nvSpPr>
          <p:spPr>
            <a:xfrm>
              <a:off x="5092693" y="2228408"/>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dk1"/>
                  </a:solidFill>
                  <a:latin typeface="Calibri"/>
                  <a:ea typeface="Calibri"/>
                  <a:cs typeface="Calibri"/>
                  <a:sym typeface="Calibri"/>
                </a:rPr>
                <a:t>Lorem ipsum dolor sit amet</a:t>
              </a:r>
              <a:endParaRPr sz="800">
                <a:solidFill>
                  <a:schemeClr val="dk1"/>
                </a:solidFill>
                <a:latin typeface="Calibri"/>
                <a:ea typeface="Calibri"/>
                <a:cs typeface="Calibri"/>
                <a:sym typeface="Calibri"/>
              </a:endParaRPr>
            </a:p>
          </p:txBody>
        </p:sp>
        <p:sp>
          <p:nvSpPr>
            <p:cNvPr id="3104" name="Google Shape;3104;p50"/>
            <p:cNvSpPr/>
            <p:nvPr/>
          </p:nvSpPr>
          <p:spPr>
            <a:xfrm>
              <a:off x="4882504" y="2485105"/>
              <a:ext cx="124408" cy="124408"/>
            </a:xfrm>
            <a:prstGeom prst="ellipse">
              <a:avLst/>
            </a:prstGeom>
            <a:solidFill>
              <a:srgbClr val="1E2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91">
                <a:solidFill>
                  <a:schemeClr val="lt1"/>
                </a:solidFill>
                <a:latin typeface="Calibri"/>
                <a:ea typeface="Calibri"/>
                <a:cs typeface="Calibri"/>
                <a:sym typeface="Calibri"/>
              </a:endParaRPr>
            </a:p>
          </p:txBody>
        </p:sp>
        <p:sp>
          <p:nvSpPr>
            <p:cNvPr id="3105" name="Google Shape;3105;p50"/>
            <p:cNvSpPr/>
            <p:nvPr/>
          </p:nvSpPr>
          <p:spPr>
            <a:xfrm>
              <a:off x="5092693" y="2482407"/>
              <a:ext cx="1147750" cy="110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800">
                  <a:solidFill>
                    <a:schemeClr val="dk1"/>
                  </a:solidFill>
                  <a:latin typeface="Calibri"/>
                  <a:ea typeface="Calibri"/>
                  <a:cs typeface="Calibri"/>
                  <a:sym typeface="Calibri"/>
                </a:rPr>
                <a:t>Lorem ipsum dolor sit amet</a:t>
              </a:r>
              <a:endParaRPr sz="800">
                <a:solidFill>
                  <a:schemeClr val="dk1"/>
                </a:solidFill>
                <a:latin typeface="Calibri"/>
                <a:ea typeface="Calibri"/>
                <a:cs typeface="Calibri"/>
                <a:sym typeface="Calibri"/>
              </a:endParaRPr>
            </a:p>
          </p:txBody>
        </p:sp>
        <p:sp>
          <p:nvSpPr>
            <p:cNvPr id="3106" name="Google Shape;3106;p50"/>
            <p:cNvSpPr/>
            <p:nvPr/>
          </p:nvSpPr>
          <p:spPr>
            <a:xfrm>
              <a:off x="3756136" y="3456752"/>
              <a:ext cx="1086316" cy="473656"/>
            </a:xfrm>
            <a:prstGeom prst="rect">
              <a:avLst/>
            </a:prstGeom>
            <a:noFill/>
            <a:ln>
              <a:noFill/>
            </a:ln>
          </p:spPr>
          <p:txBody>
            <a:bodyPr anchorCtr="0" anchor="t" bIns="0" lIns="0" spcFirstLastPara="1" rIns="0" wrap="square" tIns="0">
              <a:spAutoFit/>
            </a:bodyPr>
            <a:lstStyle/>
            <a:p>
              <a:pPr indent="0" lvl="0" marL="0" marR="0" rtl="0" algn="ctr">
                <a:lnSpc>
                  <a:spcPct val="85000"/>
                </a:lnSpc>
                <a:spcBef>
                  <a:spcPts val="0"/>
                </a:spcBef>
                <a:spcAft>
                  <a:spcPts val="0"/>
                </a:spcAft>
                <a:buNone/>
              </a:pPr>
              <a:r>
                <a:rPr lang="en-US" sz="1200">
                  <a:solidFill>
                    <a:schemeClr val="dk1"/>
                  </a:solidFill>
                  <a:latin typeface="Calibri"/>
                  <a:ea typeface="Calibri"/>
                  <a:cs typeface="Calibri"/>
                  <a:sym typeface="Calibri"/>
                </a:rPr>
                <a:t>Less Than</a:t>
              </a:r>
              <a:br>
                <a:rPr lang="en-US" sz="1200">
                  <a:solidFill>
                    <a:srgbClr val="3F3F3F"/>
                  </a:solidFill>
                  <a:latin typeface="Calibri"/>
                  <a:ea typeface="Calibri"/>
                  <a:cs typeface="Calibri"/>
                  <a:sym typeface="Calibri"/>
                </a:rPr>
              </a:br>
              <a:r>
                <a:rPr b="1" lang="en-US" sz="2400">
                  <a:solidFill>
                    <a:schemeClr val="dk1"/>
                  </a:solidFill>
                  <a:latin typeface="Calibri"/>
                  <a:ea typeface="Calibri"/>
                  <a:cs typeface="Calibri"/>
                  <a:sym typeface="Calibri"/>
                </a:rPr>
                <a:t>HALF</a:t>
              </a:r>
              <a:endParaRPr b="1" sz="1200">
                <a:solidFill>
                  <a:schemeClr val="dk1"/>
                </a:solidFill>
                <a:latin typeface="Calibri"/>
                <a:ea typeface="Calibri"/>
                <a:cs typeface="Calibri"/>
                <a:sym typeface="Calibri"/>
              </a:endParaRPr>
            </a:p>
          </p:txBody>
        </p:sp>
        <p:sp>
          <p:nvSpPr>
            <p:cNvPr id="3107" name="Google Shape;3107;p50"/>
            <p:cNvSpPr/>
            <p:nvPr/>
          </p:nvSpPr>
          <p:spPr>
            <a:xfrm>
              <a:off x="3968456" y="3929082"/>
              <a:ext cx="1035051"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a:t>
              </a:r>
              <a:endParaRPr sz="900">
                <a:solidFill>
                  <a:schemeClr val="dk1"/>
                </a:solidFill>
                <a:latin typeface="Calibri"/>
                <a:ea typeface="Calibri"/>
                <a:cs typeface="Calibri"/>
                <a:sym typeface="Calibri"/>
              </a:endParaRPr>
            </a:p>
          </p:txBody>
        </p:sp>
        <p:grpSp>
          <p:nvGrpSpPr>
            <p:cNvPr id="3108" name="Google Shape;3108;p50"/>
            <p:cNvGrpSpPr/>
            <p:nvPr/>
          </p:nvGrpSpPr>
          <p:grpSpPr>
            <a:xfrm>
              <a:off x="5174958" y="3563376"/>
              <a:ext cx="108945" cy="271812"/>
              <a:chOff x="217" y="1802"/>
              <a:chExt cx="99" cy="247"/>
            </a:xfrm>
          </p:grpSpPr>
          <p:sp>
            <p:nvSpPr>
              <p:cNvPr id="3109" name="Google Shape;3109;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0" name="Google Shape;3110;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1" name="Google Shape;3111;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2" name="Google Shape;3112;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13" name="Google Shape;3113;p50"/>
            <p:cNvGrpSpPr/>
            <p:nvPr/>
          </p:nvGrpSpPr>
          <p:grpSpPr>
            <a:xfrm>
              <a:off x="5760405" y="3341211"/>
              <a:ext cx="92710" cy="231306"/>
              <a:chOff x="217" y="1802"/>
              <a:chExt cx="99" cy="247"/>
            </a:xfrm>
          </p:grpSpPr>
          <p:sp>
            <p:nvSpPr>
              <p:cNvPr id="3114" name="Google Shape;3114;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007DC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5" name="Google Shape;3115;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6" name="Google Shape;3116;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17" name="Google Shape;3117;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18" name="Google Shape;3118;p50"/>
            <p:cNvGrpSpPr/>
            <p:nvPr/>
          </p:nvGrpSpPr>
          <p:grpSpPr>
            <a:xfrm>
              <a:off x="5450842" y="3369839"/>
              <a:ext cx="102234" cy="255068"/>
              <a:chOff x="217" y="1802"/>
              <a:chExt cx="99" cy="247"/>
            </a:xfrm>
          </p:grpSpPr>
          <p:sp>
            <p:nvSpPr>
              <p:cNvPr id="3119" name="Google Shape;3119;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0" name="Google Shape;3120;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1" name="Google Shape;3121;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2" name="Google Shape;3122;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23" name="Google Shape;3123;p50"/>
            <p:cNvGrpSpPr/>
            <p:nvPr/>
          </p:nvGrpSpPr>
          <p:grpSpPr>
            <a:xfrm>
              <a:off x="6019961" y="3417437"/>
              <a:ext cx="97472" cy="243187"/>
              <a:chOff x="217" y="1802"/>
              <a:chExt cx="99" cy="247"/>
            </a:xfrm>
          </p:grpSpPr>
          <p:sp>
            <p:nvSpPr>
              <p:cNvPr id="3124" name="Google Shape;3124;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5" name="Google Shape;3125;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6" name="Google Shape;3126;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27" name="Google Shape;3127;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28" name="Google Shape;3128;p50"/>
            <p:cNvGrpSpPr/>
            <p:nvPr/>
          </p:nvGrpSpPr>
          <p:grpSpPr>
            <a:xfrm>
              <a:off x="5922328" y="3793796"/>
              <a:ext cx="121285" cy="302599"/>
              <a:chOff x="217" y="1802"/>
              <a:chExt cx="99" cy="247"/>
            </a:xfrm>
          </p:grpSpPr>
          <p:sp>
            <p:nvSpPr>
              <p:cNvPr id="3129" name="Google Shape;3129;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0" name="Google Shape;3130;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1" name="Google Shape;3131;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2" name="Google Shape;3132;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33" name="Google Shape;3133;p50"/>
            <p:cNvGrpSpPr/>
            <p:nvPr/>
          </p:nvGrpSpPr>
          <p:grpSpPr>
            <a:xfrm>
              <a:off x="5584191" y="3893808"/>
              <a:ext cx="121285" cy="302599"/>
              <a:chOff x="217" y="1802"/>
              <a:chExt cx="99" cy="247"/>
            </a:xfrm>
          </p:grpSpPr>
          <p:sp>
            <p:nvSpPr>
              <p:cNvPr id="3134" name="Google Shape;3134;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5" name="Google Shape;3135;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6" name="Google Shape;3136;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37" name="Google Shape;3137;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38" name="Google Shape;3138;p50"/>
            <p:cNvGrpSpPr/>
            <p:nvPr/>
          </p:nvGrpSpPr>
          <p:grpSpPr>
            <a:xfrm>
              <a:off x="5267485" y="3798558"/>
              <a:ext cx="121285" cy="302599"/>
              <a:chOff x="217" y="1802"/>
              <a:chExt cx="99" cy="247"/>
            </a:xfrm>
          </p:grpSpPr>
          <p:sp>
            <p:nvSpPr>
              <p:cNvPr id="3139" name="Google Shape;3139;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0" name="Google Shape;3140;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1" name="Google Shape;3141;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2" name="Google Shape;3142;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grpSp>
          <p:nvGrpSpPr>
            <p:cNvPr id="3143" name="Google Shape;3143;p50"/>
            <p:cNvGrpSpPr/>
            <p:nvPr/>
          </p:nvGrpSpPr>
          <p:grpSpPr>
            <a:xfrm>
              <a:off x="6139365" y="3594332"/>
              <a:ext cx="108945" cy="271812"/>
              <a:chOff x="217" y="1802"/>
              <a:chExt cx="99" cy="247"/>
            </a:xfrm>
          </p:grpSpPr>
          <p:sp>
            <p:nvSpPr>
              <p:cNvPr id="3144" name="Google Shape;3144;p50"/>
              <p:cNvSpPr/>
              <p:nvPr/>
            </p:nvSpPr>
            <p:spPr>
              <a:xfrm>
                <a:off x="240" y="1802"/>
                <a:ext cx="51" cy="57"/>
              </a:xfrm>
              <a:custGeom>
                <a:rect b="b" l="l" r="r" t="t"/>
                <a:pathLst>
                  <a:path extrusionOk="0" h="23" w="20">
                    <a:moveTo>
                      <a:pt x="10" y="23"/>
                    </a:moveTo>
                    <a:cubicBezTo>
                      <a:pt x="4" y="23"/>
                      <a:pt x="0" y="15"/>
                      <a:pt x="0" y="10"/>
                    </a:cubicBezTo>
                    <a:cubicBezTo>
                      <a:pt x="0" y="5"/>
                      <a:pt x="5" y="0"/>
                      <a:pt x="10" y="0"/>
                    </a:cubicBezTo>
                    <a:cubicBezTo>
                      <a:pt x="15" y="0"/>
                      <a:pt x="20" y="5"/>
                      <a:pt x="20" y="10"/>
                    </a:cubicBezTo>
                    <a:cubicBezTo>
                      <a:pt x="20" y="15"/>
                      <a:pt x="16" y="23"/>
                      <a:pt x="10" y="23"/>
                    </a:cubicBezTo>
                    <a:close/>
                    <a:moveTo>
                      <a:pt x="10" y="4"/>
                    </a:moveTo>
                    <a:cubicBezTo>
                      <a:pt x="6" y="4"/>
                      <a:pt x="3" y="7"/>
                      <a:pt x="3" y="10"/>
                    </a:cubicBezTo>
                    <a:cubicBezTo>
                      <a:pt x="3" y="14"/>
                      <a:pt x="7" y="20"/>
                      <a:pt x="10" y="20"/>
                    </a:cubicBezTo>
                    <a:cubicBezTo>
                      <a:pt x="13" y="20"/>
                      <a:pt x="17" y="14"/>
                      <a:pt x="17" y="10"/>
                    </a:cubicBezTo>
                    <a:cubicBezTo>
                      <a:pt x="17" y="7"/>
                      <a:pt x="14" y="4"/>
                      <a:pt x="10" y="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5" name="Google Shape;3145;p50"/>
              <p:cNvSpPr/>
              <p:nvPr/>
            </p:nvSpPr>
            <p:spPr>
              <a:xfrm>
                <a:off x="217" y="1863"/>
                <a:ext cx="99" cy="96"/>
              </a:xfrm>
              <a:custGeom>
                <a:rect b="b" l="l" r="r" t="t"/>
                <a:pathLst>
                  <a:path extrusionOk="0" h="39" w="39">
                    <a:moveTo>
                      <a:pt x="34" y="39"/>
                    </a:moveTo>
                    <a:cubicBezTo>
                      <a:pt x="31" y="39"/>
                      <a:pt x="29" y="36"/>
                      <a:pt x="29" y="33"/>
                    </a:cubicBezTo>
                    <a:cubicBezTo>
                      <a:pt x="29" y="13"/>
                      <a:pt x="29" y="13"/>
                      <a:pt x="29" y="13"/>
                    </a:cubicBezTo>
                    <a:cubicBezTo>
                      <a:pt x="29" y="12"/>
                      <a:pt x="29" y="11"/>
                      <a:pt x="30" y="11"/>
                    </a:cubicBezTo>
                    <a:cubicBezTo>
                      <a:pt x="31" y="11"/>
                      <a:pt x="32" y="12"/>
                      <a:pt x="32" y="13"/>
                    </a:cubicBezTo>
                    <a:cubicBezTo>
                      <a:pt x="32" y="33"/>
                      <a:pt x="32" y="33"/>
                      <a:pt x="32" y="33"/>
                    </a:cubicBezTo>
                    <a:cubicBezTo>
                      <a:pt x="32" y="35"/>
                      <a:pt x="33" y="36"/>
                      <a:pt x="34" y="36"/>
                    </a:cubicBezTo>
                    <a:cubicBezTo>
                      <a:pt x="35" y="36"/>
                      <a:pt x="36" y="35"/>
                      <a:pt x="36" y="33"/>
                    </a:cubicBezTo>
                    <a:cubicBezTo>
                      <a:pt x="36" y="5"/>
                      <a:pt x="36" y="5"/>
                      <a:pt x="36" y="5"/>
                    </a:cubicBezTo>
                    <a:cubicBezTo>
                      <a:pt x="36" y="4"/>
                      <a:pt x="36" y="3"/>
                      <a:pt x="35" y="3"/>
                    </a:cubicBezTo>
                    <a:cubicBezTo>
                      <a:pt x="4" y="3"/>
                      <a:pt x="4" y="3"/>
                      <a:pt x="4" y="3"/>
                    </a:cubicBezTo>
                    <a:cubicBezTo>
                      <a:pt x="3" y="3"/>
                      <a:pt x="3" y="4"/>
                      <a:pt x="3" y="5"/>
                    </a:cubicBezTo>
                    <a:cubicBezTo>
                      <a:pt x="3" y="33"/>
                      <a:pt x="3" y="33"/>
                      <a:pt x="3" y="33"/>
                    </a:cubicBezTo>
                    <a:cubicBezTo>
                      <a:pt x="3" y="35"/>
                      <a:pt x="4" y="36"/>
                      <a:pt x="5" y="36"/>
                    </a:cubicBezTo>
                    <a:cubicBezTo>
                      <a:pt x="6" y="36"/>
                      <a:pt x="7" y="35"/>
                      <a:pt x="7" y="33"/>
                    </a:cubicBezTo>
                    <a:cubicBezTo>
                      <a:pt x="7" y="13"/>
                      <a:pt x="7" y="13"/>
                      <a:pt x="7" y="13"/>
                    </a:cubicBezTo>
                    <a:cubicBezTo>
                      <a:pt x="7" y="12"/>
                      <a:pt x="8" y="11"/>
                      <a:pt x="9" y="11"/>
                    </a:cubicBezTo>
                    <a:cubicBezTo>
                      <a:pt x="10" y="11"/>
                      <a:pt x="10" y="12"/>
                      <a:pt x="10" y="13"/>
                    </a:cubicBezTo>
                    <a:cubicBezTo>
                      <a:pt x="10" y="33"/>
                      <a:pt x="10" y="33"/>
                      <a:pt x="10" y="33"/>
                    </a:cubicBezTo>
                    <a:cubicBezTo>
                      <a:pt x="10" y="36"/>
                      <a:pt x="8" y="39"/>
                      <a:pt x="5" y="39"/>
                    </a:cubicBezTo>
                    <a:cubicBezTo>
                      <a:pt x="2" y="39"/>
                      <a:pt x="0" y="36"/>
                      <a:pt x="0" y="33"/>
                    </a:cubicBezTo>
                    <a:cubicBezTo>
                      <a:pt x="0" y="5"/>
                      <a:pt x="0" y="5"/>
                      <a:pt x="0" y="5"/>
                    </a:cubicBezTo>
                    <a:cubicBezTo>
                      <a:pt x="0" y="2"/>
                      <a:pt x="2" y="0"/>
                      <a:pt x="4" y="0"/>
                    </a:cubicBezTo>
                    <a:cubicBezTo>
                      <a:pt x="35" y="0"/>
                      <a:pt x="35" y="0"/>
                      <a:pt x="35" y="0"/>
                    </a:cubicBezTo>
                    <a:cubicBezTo>
                      <a:pt x="37" y="0"/>
                      <a:pt x="39" y="2"/>
                      <a:pt x="39" y="5"/>
                    </a:cubicBezTo>
                    <a:cubicBezTo>
                      <a:pt x="39" y="33"/>
                      <a:pt x="39" y="33"/>
                      <a:pt x="39" y="33"/>
                    </a:cubicBezTo>
                    <a:cubicBezTo>
                      <a:pt x="39" y="36"/>
                      <a:pt x="37" y="39"/>
                      <a:pt x="34" y="39"/>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6" name="Google Shape;3146;p50"/>
              <p:cNvSpPr/>
              <p:nvPr/>
            </p:nvSpPr>
            <p:spPr>
              <a:xfrm>
                <a:off x="235" y="1942"/>
                <a:ext cx="36" cy="107"/>
              </a:xfrm>
              <a:custGeom>
                <a:rect b="b" l="l" r="r" t="t"/>
                <a:pathLst>
                  <a:path extrusionOk="0" h="44" w="14">
                    <a:moveTo>
                      <a:pt x="7" y="44"/>
                    </a:moveTo>
                    <a:cubicBezTo>
                      <a:pt x="3" y="44"/>
                      <a:pt x="0" y="41"/>
                      <a:pt x="0" y="37"/>
                    </a:cubicBezTo>
                    <a:cubicBezTo>
                      <a:pt x="0" y="1"/>
                      <a:pt x="0" y="1"/>
                      <a:pt x="0" y="1"/>
                    </a:cubicBezTo>
                    <a:cubicBezTo>
                      <a:pt x="0" y="0"/>
                      <a:pt x="1" y="0"/>
                      <a:pt x="2" y="0"/>
                    </a:cubicBezTo>
                    <a:cubicBezTo>
                      <a:pt x="3"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2"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sp>
            <p:nvSpPr>
              <p:cNvPr id="3147" name="Google Shape;3147;p50"/>
              <p:cNvSpPr/>
              <p:nvPr/>
            </p:nvSpPr>
            <p:spPr>
              <a:xfrm>
                <a:off x="263" y="1942"/>
                <a:ext cx="36" cy="107"/>
              </a:xfrm>
              <a:custGeom>
                <a:rect b="b" l="l" r="r" t="t"/>
                <a:pathLst>
                  <a:path extrusionOk="0" h="44" w="14">
                    <a:moveTo>
                      <a:pt x="7" y="44"/>
                    </a:moveTo>
                    <a:cubicBezTo>
                      <a:pt x="3" y="44"/>
                      <a:pt x="0" y="41"/>
                      <a:pt x="0" y="37"/>
                    </a:cubicBezTo>
                    <a:cubicBezTo>
                      <a:pt x="0" y="1"/>
                      <a:pt x="0" y="1"/>
                      <a:pt x="0" y="1"/>
                    </a:cubicBezTo>
                    <a:cubicBezTo>
                      <a:pt x="0" y="0"/>
                      <a:pt x="1" y="0"/>
                      <a:pt x="1" y="0"/>
                    </a:cubicBezTo>
                    <a:cubicBezTo>
                      <a:pt x="2" y="0"/>
                      <a:pt x="3" y="0"/>
                      <a:pt x="3" y="1"/>
                    </a:cubicBezTo>
                    <a:cubicBezTo>
                      <a:pt x="3" y="37"/>
                      <a:pt x="3" y="37"/>
                      <a:pt x="3" y="37"/>
                    </a:cubicBezTo>
                    <a:cubicBezTo>
                      <a:pt x="3" y="39"/>
                      <a:pt x="5" y="41"/>
                      <a:pt x="7" y="41"/>
                    </a:cubicBezTo>
                    <a:cubicBezTo>
                      <a:pt x="9" y="41"/>
                      <a:pt x="11" y="39"/>
                      <a:pt x="11" y="37"/>
                    </a:cubicBezTo>
                    <a:cubicBezTo>
                      <a:pt x="11" y="1"/>
                      <a:pt x="11" y="1"/>
                      <a:pt x="11" y="1"/>
                    </a:cubicBezTo>
                    <a:cubicBezTo>
                      <a:pt x="11" y="0"/>
                      <a:pt x="11" y="0"/>
                      <a:pt x="12" y="0"/>
                    </a:cubicBezTo>
                    <a:cubicBezTo>
                      <a:pt x="13" y="0"/>
                      <a:pt x="14" y="0"/>
                      <a:pt x="14" y="1"/>
                    </a:cubicBezTo>
                    <a:cubicBezTo>
                      <a:pt x="14" y="37"/>
                      <a:pt x="14" y="37"/>
                      <a:pt x="14" y="37"/>
                    </a:cubicBezTo>
                    <a:cubicBezTo>
                      <a:pt x="14" y="41"/>
                      <a:pt x="11" y="44"/>
                      <a:pt x="7" y="44"/>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3148" name="Google Shape;3148;p50"/>
            <p:cNvSpPr/>
            <p:nvPr/>
          </p:nvSpPr>
          <p:spPr>
            <a:xfrm>
              <a:off x="2662553" y="3732551"/>
              <a:ext cx="1035051"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 dolor sit amet</a:t>
              </a:r>
              <a:endParaRPr sz="900">
                <a:solidFill>
                  <a:schemeClr val="dk1"/>
                </a:solidFill>
                <a:latin typeface="Calibri"/>
                <a:ea typeface="Calibri"/>
                <a:cs typeface="Calibri"/>
                <a:sym typeface="Calibri"/>
              </a:endParaRPr>
            </a:p>
          </p:txBody>
        </p:sp>
        <p:grpSp>
          <p:nvGrpSpPr>
            <p:cNvPr id="3149" name="Google Shape;3149;p50"/>
            <p:cNvGrpSpPr/>
            <p:nvPr/>
          </p:nvGrpSpPr>
          <p:grpSpPr>
            <a:xfrm>
              <a:off x="2033590" y="3526928"/>
              <a:ext cx="465137" cy="838200"/>
              <a:chOff x="1260" y="2313"/>
              <a:chExt cx="293" cy="528"/>
            </a:xfrm>
          </p:grpSpPr>
          <p:cxnSp>
            <p:nvCxnSpPr>
              <p:cNvPr id="3150" name="Google Shape;3150;p50"/>
              <p:cNvCxnSpPr/>
              <p:nvPr/>
            </p:nvCxnSpPr>
            <p:spPr>
              <a:xfrm>
                <a:off x="1267" y="2721"/>
                <a:ext cx="282" cy="0"/>
              </a:xfrm>
              <a:prstGeom prst="straightConnector1">
                <a:avLst/>
              </a:prstGeom>
              <a:noFill/>
              <a:ln cap="flat" cmpd="sng" w="12700">
                <a:solidFill>
                  <a:srgbClr val="4E84C4"/>
                </a:solidFill>
                <a:prstDash val="solid"/>
                <a:round/>
                <a:headEnd len="med" w="med" type="none"/>
                <a:tailEnd len="med" w="med" type="none"/>
              </a:ln>
            </p:spPr>
          </p:cxnSp>
          <p:cxnSp>
            <p:nvCxnSpPr>
              <p:cNvPr id="3151" name="Google Shape;3151;p50"/>
              <p:cNvCxnSpPr/>
              <p:nvPr/>
            </p:nvCxnSpPr>
            <p:spPr>
              <a:xfrm>
                <a:off x="1389" y="2778"/>
                <a:ext cx="39" cy="0"/>
              </a:xfrm>
              <a:prstGeom prst="straightConnector1">
                <a:avLst/>
              </a:prstGeom>
              <a:noFill/>
              <a:ln cap="rnd" cmpd="sng" w="12700">
                <a:solidFill>
                  <a:srgbClr val="4E84C4"/>
                </a:solidFill>
                <a:prstDash val="solid"/>
                <a:round/>
                <a:headEnd len="med" w="med" type="none"/>
                <a:tailEnd len="med" w="med" type="none"/>
              </a:ln>
            </p:spPr>
          </p:cxnSp>
          <p:sp>
            <p:nvSpPr>
              <p:cNvPr id="3152" name="Google Shape;3152;p50"/>
              <p:cNvSpPr/>
              <p:nvPr/>
            </p:nvSpPr>
            <p:spPr>
              <a:xfrm>
                <a:off x="1260" y="2313"/>
                <a:ext cx="293" cy="528"/>
              </a:xfrm>
              <a:custGeom>
                <a:rect b="b" l="l" r="r" t="t"/>
                <a:pathLst>
                  <a:path extrusionOk="0" h="243" w="134">
                    <a:moveTo>
                      <a:pt x="12" y="0"/>
                    </a:moveTo>
                    <a:cubicBezTo>
                      <a:pt x="122" y="0"/>
                      <a:pt x="122" y="0"/>
                      <a:pt x="122" y="0"/>
                    </a:cubicBezTo>
                    <a:cubicBezTo>
                      <a:pt x="129" y="0"/>
                      <a:pt x="134" y="6"/>
                      <a:pt x="134" y="13"/>
                    </a:cubicBezTo>
                    <a:cubicBezTo>
                      <a:pt x="134" y="231"/>
                      <a:pt x="134" y="231"/>
                      <a:pt x="134" y="231"/>
                    </a:cubicBezTo>
                    <a:cubicBezTo>
                      <a:pt x="134" y="237"/>
                      <a:pt x="129" y="243"/>
                      <a:pt x="122" y="243"/>
                    </a:cubicBezTo>
                    <a:cubicBezTo>
                      <a:pt x="12" y="243"/>
                      <a:pt x="12" y="243"/>
                      <a:pt x="12" y="243"/>
                    </a:cubicBezTo>
                    <a:cubicBezTo>
                      <a:pt x="6" y="243"/>
                      <a:pt x="0" y="237"/>
                      <a:pt x="0" y="231"/>
                    </a:cubicBezTo>
                    <a:cubicBezTo>
                      <a:pt x="0" y="13"/>
                      <a:pt x="0" y="13"/>
                      <a:pt x="0" y="13"/>
                    </a:cubicBezTo>
                    <a:cubicBezTo>
                      <a:pt x="0" y="6"/>
                      <a:pt x="6" y="0"/>
                      <a:pt x="12" y="0"/>
                    </a:cubicBezTo>
                    <a:close/>
                  </a:path>
                </a:pathLst>
              </a:custGeom>
              <a:noFill/>
              <a:ln cap="flat" cmpd="sng" w="12700">
                <a:solidFill>
                  <a:srgbClr val="4E84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91">
                  <a:solidFill>
                    <a:schemeClr val="dk1"/>
                  </a:solidFill>
                  <a:latin typeface="Calibri"/>
                  <a:ea typeface="Calibri"/>
                  <a:cs typeface="Calibri"/>
                  <a:sym typeface="Calibri"/>
                </a:endParaRPr>
              </a:p>
            </p:txBody>
          </p:sp>
        </p:grpSp>
        <p:sp>
          <p:nvSpPr>
            <p:cNvPr id="3153" name="Google Shape;3153;p50"/>
            <p:cNvSpPr/>
            <p:nvPr/>
          </p:nvSpPr>
          <p:spPr>
            <a:xfrm>
              <a:off x="2062577" y="3697779"/>
              <a:ext cx="416781" cy="33855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chemeClr val="dk1"/>
                  </a:solidFill>
                  <a:latin typeface="Calibri"/>
                  <a:ea typeface="Calibri"/>
                  <a:cs typeface="Calibri"/>
                  <a:sym typeface="Calibri"/>
                </a:rPr>
                <a:t>83</a:t>
              </a:r>
              <a:r>
                <a:rPr b="1" lang="en-US"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grpSp>
      <p:sp>
        <p:nvSpPr>
          <p:cNvPr id="3154" name="Google Shape;3154;p50"/>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155" name="Google Shape;3155;p50"/>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0" name="Shape 3160"/>
        <p:cNvGrpSpPr/>
        <p:nvPr/>
      </p:nvGrpSpPr>
      <p:grpSpPr>
        <a:xfrm>
          <a:off x="0" y="0"/>
          <a:ext cx="0" cy="0"/>
          <a:chOff x="0" y="0"/>
          <a:chExt cx="0" cy="0"/>
        </a:xfrm>
      </p:grpSpPr>
      <p:sp>
        <p:nvSpPr>
          <p:cNvPr id="3161" name="Google Shape;3161;p5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162" name="Google Shape;3162;p5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163" name="Google Shape;3163;p5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3164" name="Google Shape;3164;p51"/>
          <p:cNvSpPr/>
          <p:nvPr/>
        </p:nvSpPr>
        <p:spPr>
          <a:xfrm>
            <a:off x="2940468" y="657843"/>
            <a:ext cx="3579054" cy="3579050"/>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65" name="Google Shape;3165;p51"/>
          <p:cNvSpPr/>
          <p:nvPr/>
        </p:nvSpPr>
        <p:spPr>
          <a:xfrm>
            <a:off x="3347854" y="1062705"/>
            <a:ext cx="2764285" cy="2764284"/>
          </a:xfrm>
          <a:prstGeom prst="ellipse">
            <a:avLst/>
          </a:prstGeom>
          <a:solidFill>
            <a:srgbClr val="4E84C4"/>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66" name="Google Shape;3166;p51"/>
          <p:cNvSpPr/>
          <p:nvPr/>
        </p:nvSpPr>
        <p:spPr>
          <a:xfrm>
            <a:off x="3944284" y="1659135"/>
            <a:ext cx="1571421" cy="1571421"/>
          </a:xfrm>
          <a:prstGeom prst="ellipse">
            <a:avLst/>
          </a:prstGeom>
          <a:solidFill>
            <a:srgbClr val="A5A5A5"/>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67" name="Google Shape;3167;p51"/>
          <p:cNvSpPr/>
          <p:nvPr/>
        </p:nvSpPr>
        <p:spPr>
          <a:xfrm>
            <a:off x="3347854" y="1119145"/>
            <a:ext cx="993300" cy="1527863"/>
          </a:xfrm>
          <a:custGeom>
            <a:rect b="b" l="l" r="r" t="t"/>
            <a:pathLst>
              <a:path extrusionOk="0" h="1539205" w="1000674">
                <a:moveTo>
                  <a:pt x="1000674" y="0"/>
                </a:moveTo>
                <a:lnTo>
                  <a:pt x="737164" y="412137"/>
                </a:lnTo>
                <a:lnTo>
                  <a:pt x="671615" y="461153"/>
                </a:lnTo>
                <a:cubicBezTo>
                  <a:pt x="475741" y="622803"/>
                  <a:pt x="335107" y="848997"/>
                  <a:pt x="282277" y="1107175"/>
                </a:cubicBezTo>
                <a:lnTo>
                  <a:pt x="278986" y="1128739"/>
                </a:lnTo>
                <a:lnTo>
                  <a:pt x="16544" y="1539205"/>
                </a:lnTo>
                <a:lnTo>
                  <a:pt x="7189" y="1477909"/>
                </a:lnTo>
                <a:cubicBezTo>
                  <a:pt x="2435" y="1431101"/>
                  <a:pt x="0" y="1383607"/>
                  <a:pt x="0" y="1335544"/>
                </a:cubicBezTo>
                <a:cubicBezTo>
                  <a:pt x="0" y="710730"/>
                  <a:pt x="411541" y="182036"/>
                  <a:pt x="978344" y="5742"/>
                </a:cubicBezTo>
                <a:lnTo>
                  <a:pt x="100067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68" name="Google Shape;3168;p51"/>
          <p:cNvSpPr/>
          <p:nvPr/>
        </p:nvSpPr>
        <p:spPr>
          <a:xfrm>
            <a:off x="3624782" y="1528243"/>
            <a:ext cx="454803" cy="711322"/>
          </a:xfrm>
          <a:custGeom>
            <a:rect b="b" l="l" r="r" t="t"/>
            <a:pathLst>
              <a:path extrusionOk="0" h="716602" w="458178">
                <a:moveTo>
                  <a:pt x="458178" y="0"/>
                </a:moveTo>
                <a:lnTo>
                  <a:pt x="0" y="716602"/>
                </a:lnTo>
                <a:lnTo>
                  <a:pt x="3291" y="695038"/>
                </a:lnTo>
                <a:cubicBezTo>
                  <a:pt x="56121" y="436860"/>
                  <a:pt x="196755" y="210666"/>
                  <a:pt x="392629" y="49016"/>
                </a:cubicBezTo>
                <a:lnTo>
                  <a:pt x="45817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69" name="Google Shape;3169;p51"/>
          <p:cNvSpPr/>
          <p:nvPr/>
        </p:nvSpPr>
        <p:spPr>
          <a:xfrm>
            <a:off x="3900239" y="1973121"/>
            <a:ext cx="1661501" cy="916834"/>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400">
              <a:solidFill>
                <a:schemeClr val="dk1"/>
              </a:solidFill>
              <a:latin typeface="Calibri"/>
              <a:ea typeface="Calibri"/>
              <a:cs typeface="Calibri"/>
              <a:sym typeface="Calibri"/>
            </a:endParaRPr>
          </a:p>
        </p:txBody>
      </p:sp>
      <p:grpSp>
        <p:nvGrpSpPr>
          <p:cNvPr id="3170" name="Google Shape;3170;p51"/>
          <p:cNvGrpSpPr/>
          <p:nvPr/>
        </p:nvGrpSpPr>
        <p:grpSpPr>
          <a:xfrm>
            <a:off x="5553710" y="539745"/>
            <a:ext cx="751170" cy="751170"/>
            <a:chOff x="2918980" y="233406"/>
            <a:chExt cx="756746" cy="756746"/>
          </a:xfrm>
        </p:grpSpPr>
        <p:sp>
          <p:nvSpPr>
            <p:cNvPr id="3171" name="Google Shape;3171;p51"/>
            <p:cNvSpPr/>
            <p:nvPr/>
          </p:nvSpPr>
          <p:spPr>
            <a:xfrm>
              <a:off x="2918980" y="233406"/>
              <a:ext cx="756746" cy="756746"/>
            </a:xfrm>
            <a:prstGeom prst="ellipse">
              <a:avLst/>
            </a:prstGeom>
            <a:gradFill>
              <a:gsLst>
                <a:gs pos="0">
                  <a:srgbClr val="FFFFFF">
                    <a:alpha val="4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72" name="Google Shape;3172;p51"/>
            <p:cNvSpPr/>
            <p:nvPr/>
          </p:nvSpPr>
          <p:spPr>
            <a:xfrm>
              <a:off x="3006567" y="320993"/>
              <a:ext cx="581572" cy="58157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173" name="Google Shape;3173;p51"/>
          <p:cNvSpPr/>
          <p:nvPr/>
        </p:nvSpPr>
        <p:spPr>
          <a:xfrm>
            <a:off x="4225706" y="3983970"/>
            <a:ext cx="751170" cy="751170"/>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74" name="Google Shape;3174;p51"/>
          <p:cNvSpPr/>
          <p:nvPr/>
        </p:nvSpPr>
        <p:spPr>
          <a:xfrm>
            <a:off x="4312648" y="4070912"/>
            <a:ext cx="577287" cy="57728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75" name="Google Shape;3175;p51"/>
          <p:cNvSpPr/>
          <p:nvPr/>
        </p:nvSpPr>
        <p:spPr>
          <a:xfrm>
            <a:off x="6386115" y="627240"/>
            <a:ext cx="1391346" cy="38358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a:t>
            </a:r>
            <a:endParaRPr/>
          </a:p>
        </p:txBody>
      </p:sp>
      <p:sp>
        <p:nvSpPr>
          <p:cNvPr id="3176" name="Google Shape;3176;p51"/>
          <p:cNvSpPr/>
          <p:nvPr/>
        </p:nvSpPr>
        <p:spPr>
          <a:xfrm>
            <a:off x="6218666" y="3663010"/>
            <a:ext cx="1330160" cy="70195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chemeClr val="lt1"/>
                </a:solidFill>
                <a:latin typeface="Calibri"/>
                <a:ea typeface="Calibri"/>
                <a:cs typeface="Calibri"/>
                <a:sym typeface="Calibri"/>
              </a:rPr>
              <a:t>#</a:t>
            </a:r>
            <a:r>
              <a:rPr lang="en-US" sz="1050">
                <a:solidFill>
                  <a:schemeClr val="lt1"/>
                </a:solidFill>
                <a:latin typeface="Calibri"/>
                <a:ea typeface="Calibri"/>
                <a:cs typeface="Calibri"/>
                <a:sym typeface="Calibri"/>
              </a:rPr>
              <a:t> </a:t>
            </a:r>
            <a:r>
              <a:rPr lang="en-US" sz="900">
                <a:solidFill>
                  <a:schemeClr val="lt1"/>
                </a:solidFill>
                <a:latin typeface="Calibri"/>
                <a:ea typeface="Calibri"/>
                <a:cs typeface="Calibri"/>
                <a:sym typeface="Calibri"/>
              </a:rPr>
              <a:t>Lorem ipsum.</a:t>
            </a:r>
            <a:endParaRPr/>
          </a:p>
          <a:p>
            <a:pPr indent="0" lvl="0" marL="0" marR="0" rtl="0" algn="l">
              <a:spcBef>
                <a:spcPts val="0"/>
              </a:spcBef>
              <a:spcAft>
                <a:spcPts val="0"/>
              </a:spcAft>
              <a:buNone/>
            </a:pPr>
            <a:r>
              <a:rPr b="1" lang="en-US" sz="1500">
                <a:solidFill>
                  <a:schemeClr val="lt1"/>
                </a:solidFill>
                <a:latin typeface="Calibri"/>
                <a:ea typeface="Calibri"/>
                <a:cs typeface="Calibri"/>
                <a:sym typeface="Calibri"/>
              </a:rPr>
              <a:t># </a:t>
            </a:r>
            <a:r>
              <a:rPr lang="en-US" sz="900">
                <a:solidFill>
                  <a:schemeClr val="lt1"/>
                </a:solidFill>
                <a:latin typeface="Calibri"/>
                <a:ea typeface="Calibri"/>
                <a:cs typeface="Calibri"/>
                <a:sym typeface="Calibri"/>
              </a:rPr>
              <a:t>Lorem ipsum.</a:t>
            </a:r>
            <a:endParaRPr/>
          </a:p>
        </p:txBody>
      </p:sp>
      <p:sp>
        <p:nvSpPr>
          <p:cNvPr id="3177" name="Google Shape;3177;p51"/>
          <p:cNvSpPr/>
          <p:nvPr/>
        </p:nvSpPr>
        <p:spPr>
          <a:xfrm>
            <a:off x="2260931" y="4194979"/>
            <a:ext cx="1885336" cy="59709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en-US" sz="1500">
                <a:solidFill>
                  <a:schemeClr val="lt1"/>
                </a:solidFill>
                <a:latin typeface="Calibri"/>
                <a:ea typeface="Calibri"/>
                <a:cs typeface="Calibri"/>
                <a:sym typeface="Calibri"/>
              </a:rPr>
              <a:t>##</a:t>
            </a:r>
            <a:endParaRPr/>
          </a:p>
          <a:p>
            <a:pPr indent="0" lvl="0" marL="0" marR="0" rtl="0" algn="r">
              <a:spcBef>
                <a:spcPts val="0"/>
              </a:spcBef>
              <a:spcAft>
                <a:spcPts val="0"/>
              </a:spcAft>
              <a:buNone/>
            </a:pPr>
            <a:r>
              <a:rPr lang="en-US" sz="900">
                <a:solidFill>
                  <a:schemeClr val="lt1"/>
                </a:solidFill>
                <a:latin typeface="Calibri"/>
                <a:ea typeface="Calibri"/>
                <a:cs typeface="Calibri"/>
                <a:sym typeface="Calibri"/>
              </a:rPr>
              <a:t>Lorem ipsum.</a:t>
            </a:r>
            <a:endParaRPr/>
          </a:p>
        </p:txBody>
      </p:sp>
      <p:sp>
        <p:nvSpPr>
          <p:cNvPr id="3178" name="Google Shape;3178;p51"/>
          <p:cNvSpPr/>
          <p:nvPr/>
        </p:nvSpPr>
        <p:spPr>
          <a:xfrm>
            <a:off x="7061763" y="2702948"/>
            <a:ext cx="649328" cy="37401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chemeClr val="lt1"/>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a:t>
            </a:r>
            <a:endParaRPr/>
          </a:p>
        </p:txBody>
      </p:sp>
      <p:sp>
        <p:nvSpPr>
          <p:cNvPr id="3179" name="Google Shape;3179;p51"/>
          <p:cNvSpPr/>
          <p:nvPr/>
        </p:nvSpPr>
        <p:spPr>
          <a:xfrm>
            <a:off x="7035154" y="1669879"/>
            <a:ext cx="681794" cy="37401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chemeClr val="lt1"/>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lt1"/>
                </a:solidFill>
                <a:latin typeface="Calibri"/>
                <a:ea typeface="Calibri"/>
                <a:cs typeface="Calibri"/>
                <a:sym typeface="Calibri"/>
              </a:rPr>
              <a:t>Lorem ipsum</a:t>
            </a:r>
            <a:endParaRPr/>
          </a:p>
        </p:txBody>
      </p:sp>
      <p:grpSp>
        <p:nvGrpSpPr>
          <p:cNvPr id="3180" name="Google Shape;3180;p51"/>
          <p:cNvGrpSpPr/>
          <p:nvPr/>
        </p:nvGrpSpPr>
        <p:grpSpPr>
          <a:xfrm>
            <a:off x="5768811" y="771230"/>
            <a:ext cx="325798" cy="290946"/>
            <a:chOff x="5768811" y="771230"/>
            <a:chExt cx="325798" cy="290946"/>
          </a:xfrm>
        </p:grpSpPr>
        <p:grpSp>
          <p:nvGrpSpPr>
            <p:cNvPr id="3181" name="Google Shape;3181;p51"/>
            <p:cNvGrpSpPr/>
            <p:nvPr/>
          </p:nvGrpSpPr>
          <p:grpSpPr>
            <a:xfrm>
              <a:off x="5768811" y="771230"/>
              <a:ext cx="325798" cy="290946"/>
              <a:chOff x="5768811" y="771230"/>
              <a:chExt cx="325798" cy="290946"/>
            </a:xfrm>
          </p:grpSpPr>
          <p:sp>
            <p:nvSpPr>
              <p:cNvPr id="3182" name="Google Shape;3182;p51"/>
              <p:cNvSpPr/>
              <p:nvPr/>
            </p:nvSpPr>
            <p:spPr>
              <a:xfrm>
                <a:off x="5877174" y="771230"/>
                <a:ext cx="109072" cy="40347"/>
              </a:xfrm>
              <a:custGeom>
                <a:rect b="b" l="l" r="r" t="t"/>
                <a:pathLst>
                  <a:path extrusionOk="0" h="40347" w="109072">
                    <a:moveTo>
                      <a:pt x="0" y="40348"/>
                    </a:moveTo>
                    <a:lnTo>
                      <a:pt x="0" y="17114"/>
                    </a:lnTo>
                    <a:cubicBezTo>
                      <a:pt x="0" y="7626"/>
                      <a:pt x="7626" y="0"/>
                      <a:pt x="17026" y="0"/>
                    </a:cubicBezTo>
                    <a:lnTo>
                      <a:pt x="92046" y="0"/>
                    </a:lnTo>
                    <a:cubicBezTo>
                      <a:pt x="101357" y="0"/>
                      <a:pt x="109072" y="7626"/>
                      <a:pt x="109072" y="17114"/>
                    </a:cubicBezTo>
                    <a:lnTo>
                      <a:pt x="109072" y="40348"/>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3" name="Google Shape;3183;p51"/>
              <p:cNvSpPr/>
              <p:nvPr/>
            </p:nvSpPr>
            <p:spPr>
              <a:xfrm>
                <a:off x="5768811" y="926502"/>
                <a:ext cx="325798" cy="135674"/>
              </a:xfrm>
              <a:custGeom>
                <a:rect b="b" l="l" r="r" t="t"/>
                <a:pathLst>
                  <a:path extrusionOk="0" h="135674" w="325798">
                    <a:moveTo>
                      <a:pt x="325798" y="0"/>
                    </a:moveTo>
                    <a:lnTo>
                      <a:pt x="325798" y="118648"/>
                    </a:lnTo>
                    <a:cubicBezTo>
                      <a:pt x="325798" y="127959"/>
                      <a:pt x="318172" y="135674"/>
                      <a:pt x="308772" y="135674"/>
                    </a:cubicBezTo>
                    <a:lnTo>
                      <a:pt x="17026" y="135674"/>
                    </a:lnTo>
                    <a:cubicBezTo>
                      <a:pt x="7715" y="135674"/>
                      <a:pt x="0" y="128048"/>
                      <a:pt x="0" y="118648"/>
                    </a:cubicBez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4" name="Google Shape;3184;p51"/>
              <p:cNvSpPr/>
              <p:nvPr/>
            </p:nvSpPr>
            <p:spPr>
              <a:xfrm>
                <a:off x="5915394" y="881454"/>
                <a:ext cx="32721" cy="36800"/>
              </a:xfrm>
              <a:custGeom>
                <a:rect b="b" l="l" r="r" t="t"/>
                <a:pathLst>
                  <a:path extrusionOk="0" h="36800" w="32721">
                    <a:moveTo>
                      <a:pt x="0" y="0"/>
                    </a:moveTo>
                    <a:lnTo>
                      <a:pt x="32722" y="0"/>
                    </a:lnTo>
                    <a:lnTo>
                      <a:pt x="32722" y="36801"/>
                    </a:lnTo>
                    <a:lnTo>
                      <a:pt x="0" y="36801"/>
                    </a:ln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5" name="Google Shape;3185;p51"/>
              <p:cNvSpPr/>
              <p:nvPr/>
            </p:nvSpPr>
            <p:spPr>
              <a:xfrm>
                <a:off x="5768811" y="836407"/>
                <a:ext cx="325798" cy="63846"/>
              </a:xfrm>
              <a:custGeom>
                <a:rect b="b" l="l" r="r" t="t"/>
                <a:pathLst>
                  <a:path extrusionOk="0" h="63846" w="325798">
                    <a:moveTo>
                      <a:pt x="184181" y="63847"/>
                    </a:moveTo>
                    <a:lnTo>
                      <a:pt x="325798" y="63847"/>
                    </a:lnTo>
                    <a:lnTo>
                      <a:pt x="325798" y="17026"/>
                    </a:lnTo>
                    <a:cubicBezTo>
                      <a:pt x="325798" y="7715"/>
                      <a:pt x="318172" y="0"/>
                      <a:pt x="308772" y="0"/>
                    </a:cubicBezTo>
                    <a:lnTo>
                      <a:pt x="17026" y="0"/>
                    </a:lnTo>
                    <a:cubicBezTo>
                      <a:pt x="7715" y="0"/>
                      <a:pt x="0" y="7626"/>
                      <a:pt x="0" y="17026"/>
                    </a:cubicBezTo>
                    <a:lnTo>
                      <a:pt x="0" y="63847"/>
                    </a:lnTo>
                    <a:lnTo>
                      <a:pt x="141617" y="63847"/>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86" name="Google Shape;3186;p51"/>
            <p:cNvGrpSpPr/>
            <p:nvPr/>
          </p:nvGrpSpPr>
          <p:grpSpPr>
            <a:xfrm>
              <a:off x="5823170" y="941311"/>
              <a:ext cx="216903" cy="108450"/>
              <a:chOff x="5823170" y="941311"/>
              <a:chExt cx="216903" cy="108450"/>
            </a:xfrm>
          </p:grpSpPr>
          <p:sp>
            <p:nvSpPr>
              <p:cNvPr id="3187" name="Google Shape;3187;p51"/>
              <p:cNvSpPr/>
              <p:nvPr/>
            </p:nvSpPr>
            <p:spPr>
              <a:xfrm>
                <a:off x="5877795" y="995846"/>
                <a:ext cx="107653" cy="53826"/>
              </a:xfrm>
              <a:custGeom>
                <a:rect b="b" l="l" r="r" t="t"/>
                <a:pathLst>
                  <a:path extrusionOk="0" h="53826" w="107653">
                    <a:moveTo>
                      <a:pt x="107653" y="53826"/>
                    </a:moveTo>
                    <a:cubicBezTo>
                      <a:pt x="107653" y="24120"/>
                      <a:pt x="83622" y="0"/>
                      <a:pt x="53827" y="0"/>
                    </a:cubicBezTo>
                    <a:cubicBezTo>
                      <a:pt x="24031" y="0"/>
                      <a:pt x="0" y="24120"/>
                      <a:pt x="0" y="53826"/>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8" name="Google Shape;3188;p51"/>
              <p:cNvSpPr/>
              <p:nvPr/>
            </p:nvSpPr>
            <p:spPr>
              <a:xfrm>
                <a:off x="5823170" y="941311"/>
                <a:ext cx="216903" cy="108450"/>
              </a:xfrm>
              <a:custGeom>
                <a:rect b="b" l="l" r="r" t="t"/>
                <a:pathLst>
                  <a:path extrusionOk="0" h="108450" w="216903">
                    <a:moveTo>
                      <a:pt x="216903" y="108362"/>
                    </a:moveTo>
                    <a:lnTo>
                      <a:pt x="216903" y="92844"/>
                    </a:lnTo>
                    <a:lnTo>
                      <a:pt x="194113" y="88942"/>
                    </a:lnTo>
                    <a:cubicBezTo>
                      <a:pt x="191896" y="79010"/>
                      <a:pt x="187995" y="69788"/>
                      <a:pt x="182763" y="61541"/>
                    </a:cubicBezTo>
                    <a:lnTo>
                      <a:pt x="196153" y="42653"/>
                    </a:lnTo>
                    <a:lnTo>
                      <a:pt x="174250" y="20750"/>
                    </a:lnTo>
                    <a:lnTo>
                      <a:pt x="155362" y="34140"/>
                    </a:lnTo>
                    <a:cubicBezTo>
                      <a:pt x="146937" y="28908"/>
                      <a:pt x="137715" y="25007"/>
                      <a:pt x="127783" y="22790"/>
                    </a:cubicBezTo>
                    <a:lnTo>
                      <a:pt x="123970" y="0"/>
                    </a:lnTo>
                    <a:lnTo>
                      <a:pt x="93110" y="0"/>
                    </a:lnTo>
                    <a:lnTo>
                      <a:pt x="89297" y="22790"/>
                    </a:lnTo>
                    <a:cubicBezTo>
                      <a:pt x="79366" y="25007"/>
                      <a:pt x="70055" y="28908"/>
                      <a:pt x="61719" y="34140"/>
                    </a:cubicBezTo>
                    <a:lnTo>
                      <a:pt x="42653" y="20750"/>
                    </a:lnTo>
                    <a:lnTo>
                      <a:pt x="20750" y="42653"/>
                    </a:lnTo>
                    <a:lnTo>
                      <a:pt x="34229" y="61541"/>
                    </a:lnTo>
                    <a:cubicBezTo>
                      <a:pt x="28909" y="69788"/>
                      <a:pt x="25007" y="79188"/>
                      <a:pt x="22790" y="89119"/>
                    </a:cubicBezTo>
                    <a:lnTo>
                      <a:pt x="0" y="92932"/>
                    </a:lnTo>
                    <a:lnTo>
                      <a:pt x="0" y="108451"/>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189" name="Google Shape;3189;p51"/>
          <p:cNvGrpSpPr/>
          <p:nvPr/>
        </p:nvGrpSpPr>
        <p:grpSpPr>
          <a:xfrm>
            <a:off x="6197042" y="1476498"/>
            <a:ext cx="751170" cy="751170"/>
            <a:chOff x="2918980" y="233406"/>
            <a:chExt cx="756746" cy="756746"/>
          </a:xfrm>
        </p:grpSpPr>
        <p:sp>
          <p:nvSpPr>
            <p:cNvPr id="3190" name="Google Shape;3190;p51"/>
            <p:cNvSpPr/>
            <p:nvPr/>
          </p:nvSpPr>
          <p:spPr>
            <a:xfrm>
              <a:off x="2918980" y="233406"/>
              <a:ext cx="756746" cy="756746"/>
            </a:xfrm>
            <a:prstGeom prst="ellipse">
              <a:avLst/>
            </a:prstGeom>
            <a:gradFill>
              <a:gsLst>
                <a:gs pos="0">
                  <a:srgbClr val="FFFFFF">
                    <a:alpha val="4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191" name="Google Shape;3191;p51"/>
            <p:cNvSpPr/>
            <p:nvPr/>
          </p:nvSpPr>
          <p:spPr>
            <a:xfrm>
              <a:off x="3006567" y="320993"/>
              <a:ext cx="581572" cy="58157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grpSp>
        <p:nvGrpSpPr>
          <p:cNvPr id="3192" name="Google Shape;3192;p51"/>
          <p:cNvGrpSpPr/>
          <p:nvPr/>
        </p:nvGrpSpPr>
        <p:grpSpPr>
          <a:xfrm>
            <a:off x="6449038" y="1652969"/>
            <a:ext cx="254018" cy="351482"/>
            <a:chOff x="6449038" y="1652969"/>
            <a:chExt cx="254018" cy="351482"/>
          </a:xfrm>
        </p:grpSpPr>
        <p:grpSp>
          <p:nvGrpSpPr>
            <p:cNvPr id="3193" name="Google Shape;3193;p51"/>
            <p:cNvGrpSpPr/>
            <p:nvPr/>
          </p:nvGrpSpPr>
          <p:grpSpPr>
            <a:xfrm>
              <a:off x="6449038" y="1652969"/>
              <a:ext cx="254018" cy="351482"/>
              <a:chOff x="6449038" y="1652969"/>
              <a:chExt cx="254018" cy="351482"/>
            </a:xfrm>
          </p:grpSpPr>
          <p:sp>
            <p:nvSpPr>
              <p:cNvPr id="3194" name="Google Shape;3194;p51"/>
              <p:cNvSpPr/>
              <p:nvPr/>
            </p:nvSpPr>
            <p:spPr>
              <a:xfrm>
                <a:off x="6486435" y="1682229"/>
                <a:ext cx="49540" cy="74517"/>
              </a:xfrm>
              <a:custGeom>
                <a:rect b="b" l="l" r="r" t="t"/>
                <a:pathLst>
                  <a:path extrusionOk="0" h="74517" w="49540">
                    <a:moveTo>
                      <a:pt x="42110" y="74518"/>
                    </a:moveTo>
                    <a:lnTo>
                      <a:pt x="0" y="0"/>
                    </a:lnTo>
                    <a:lnTo>
                      <a:pt x="49541" y="15998"/>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5" name="Google Shape;3195;p51"/>
              <p:cNvSpPr/>
              <p:nvPr/>
            </p:nvSpPr>
            <p:spPr>
              <a:xfrm>
                <a:off x="6556308" y="1652969"/>
                <a:ext cx="106977" cy="96811"/>
              </a:xfrm>
              <a:custGeom>
                <a:rect b="b" l="l" r="r" t="t"/>
                <a:pathLst>
                  <a:path extrusionOk="0" h="96811" w="106977">
                    <a:moveTo>
                      <a:pt x="0" y="67603"/>
                    </a:moveTo>
                    <a:lnTo>
                      <a:pt x="19920" y="0"/>
                    </a:lnTo>
                    <a:lnTo>
                      <a:pt x="42316" y="56920"/>
                    </a:lnTo>
                    <a:lnTo>
                      <a:pt x="106978" y="35659"/>
                    </a:lnTo>
                    <a:lnTo>
                      <a:pt x="52637" y="96708"/>
                    </a:lnTo>
                    <a:lnTo>
                      <a:pt x="12850" y="9681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6" name="Google Shape;3196;p51"/>
              <p:cNvSpPr/>
              <p:nvPr/>
            </p:nvSpPr>
            <p:spPr>
              <a:xfrm>
                <a:off x="6463213" y="1756747"/>
                <a:ext cx="65332" cy="160801"/>
              </a:xfrm>
              <a:custGeom>
                <a:rect b="b" l="l" r="r" t="t"/>
                <a:pathLst>
                  <a:path extrusionOk="0" h="160801" w="65332">
                    <a:moveTo>
                      <a:pt x="0" y="160801"/>
                    </a:moveTo>
                    <a:lnTo>
                      <a:pt x="0" y="93096"/>
                    </a:lnTo>
                    <a:cubicBezTo>
                      <a:pt x="0" y="49902"/>
                      <a:pt x="27506" y="14449"/>
                      <a:pt x="65332"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7" name="Google Shape;3197;p51"/>
              <p:cNvSpPr/>
              <p:nvPr/>
            </p:nvSpPr>
            <p:spPr>
              <a:xfrm>
                <a:off x="6449038" y="1749780"/>
                <a:ext cx="254018" cy="254671"/>
              </a:xfrm>
              <a:custGeom>
                <a:rect b="b" l="l" r="r" t="t"/>
                <a:pathLst>
                  <a:path extrusionOk="0" h="254671" w="254018">
                    <a:moveTo>
                      <a:pt x="136634" y="0"/>
                    </a:moveTo>
                    <a:cubicBezTo>
                      <a:pt x="193400" y="0"/>
                      <a:pt x="239844" y="43297"/>
                      <a:pt x="239844" y="100062"/>
                    </a:cubicBezTo>
                    <a:lnTo>
                      <a:pt x="239844" y="199041"/>
                    </a:lnTo>
                    <a:cubicBezTo>
                      <a:pt x="239844" y="199041"/>
                      <a:pt x="262757" y="232532"/>
                      <a:pt x="250320" y="254671"/>
                    </a:cubicBezTo>
                    <a:lnTo>
                      <a:pt x="3699" y="254671"/>
                    </a:lnTo>
                    <a:cubicBezTo>
                      <a:pt x="-8738" y="232532"/>
                      <a:pt x="14175" y="199041"/>
                      <a:pt x="14175" y="199041"/>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98" name="Google Shape;3198;p51"/>
            <p:cNvGrpSpPr/>
            <p:nvPr/>
          </p:nvGrpSpPr>
          <p:grpSpPr>
            <a:xfrm>
              <a:off x="6550167" y="1815938"/>
              <a:ext cx="51656" cy="130199"/>
              <a:chOff x="6550167" y="1815938"/>
              <a:chExt cx="51656" cy="130199"/>
            </a:xfrm>
          </p:grpSpPr>
          <p:sp>
            <p:nvSpPr>
              <p:cNvPr id="3199" name="Google Shape;3199;p51"/>
              <p:cNvSpPr/>
              <p:nvPr/>
            </p:nvSpPr>
            <p:spPr>
              <a:xfrm>
                <a:off x="6550167" y="1831884"/>
                <a:ext cx="51656" cy="98256"/>
              </a:xfrm>
              <a:custGeom>
                <a:rect b="b" l="l" r="r" t="t"/>
                <a:pathLst>
                  <a:path extrusionOk="0" h="98256" w="51656">
                    <a:moveTo>
                      <a:pt x="155" y="74311"/>
                    </a:moveTo>
                    <a:cubicBezTo>
                      <a:pt x="155" y="87522"/>
                      <a:pt x="11714" y="98256"/>
                      <a:pt x="25906" y="98256"/>
                    </a:cubicBezTo>
                    <a:cubicBezTo>
                      <a:pt x="40097" y="98256"/>
                      <a:pt x="51657" y="87522"/>
                      <a:pt x="51657" y="74311"/>
                    </a:cubicBezTo>
                    <a:cubicBezTo>
                      <a:pt x="51657" y="61100"/>
                      <a:pt x="37878" y="55269"/>
                      <a:pt x="25803" y="49128"/>
                    </a:cubicBezTo>
                    <a:cubicBezTo>
                      <a:pt x="13727" y="42987"/>
                      <a:pt x="0" y="37207"/>
                      <a:pt x="0" y="23945"/>
                    </a:cubicBezTo>
                    <a:cubicBezTo>
                      <a:pt x="0" y="10682"/>
                      <a:pt x="11508" y="0"/>
                      <a:pt x="25751" y="0"/>
                    </a:cubicBezTo>
                    <a:cubicBezTo>
                      <a:pt x="39994" y="0"/>
                      <a:pt x="51502" y="10734"/>
                      <a:pt x="51502" y="23945"/>
                    </a:cubicBez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0" name="Google Shape;3200;p51"/>
              <p:cNvSpPr/>
              <p:nvPr/>
            </p:nvSpPr>
            <p:spPr>
              <a:xfrm>
                <a:off x="6576022" y="1815938"/>
                <a:ext cx="5160" cy="15842"/>
              </a:xfrm>
              <a:custGeom>
                <a:rect b="b" l="l" r="r" t="t"/>
                <a:pathLst>
                  <a:path extrusionOk="0" h="15842" w="5160">
                    <a:moveTo>
                      <a:pt x="0" y="15843"/>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1" name="Google Shape;3201;p51"/>
              <p:cNvSpPr/>
              <p:nvPr/>
            </p:nvSpPr>
            <p:spPr>
              <a:xfrm>
                <a:off x="6576022" y="1930243"/>
                <a:ext cx="5160" cy="15894"/>
              </a:xfrm>
              <a:custGeom>
                <a:rect b="b" l="l" r="r" t="t"/>
                <a:pathLst>
                  <a:path extrusionOk="0" h="15894" w="5160">
                    <a:moveTo>
                      <a:pt x="0" y="15894"/>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202" name="Google Shape;3202;p51"/>
          <p:cNvGrpSpPr/>
          <p:nvPr/>
        </p:nvGrpSpPr>
        <p:grpSpPr>
          <a:xfrm>
            <a:off x="5536610" y="3585685"/>
            <a:ext cx="751170" cy="751170"/>
            <a:chOff x="2918980" y="233406"/>
            <a:chExt cx="756746" cy="756746"/>
          </a:xfrm>
        </p:grpSpPr>
        <p:sp>
          <p:nvSpPr>
            <p:cNvPr id="3203" name="Google Shape;3203;p51"/>
            <p:cNvSpPr/>
            <p:nvPr/>
          </p:nvSpPr>
          <p:spPr>
            <a:xfrm>
              <a:off x="2918980" y="233406"/>
              <a:ext cx="756746" cy="756746"/>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04" name="Google Shape;3204;p51"/>
            <p:cNvSpPr/>
            <p:nvPr/>
          </p:nvSpPr>
          <p:spPr>
            <a:xfrm>
              <a:off x="3006567" y="320993"/>
              <a:ext cx="581572" cy="58157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grpSp>
        <p:nvGrpSpPr>
          <p:cNvPr id="3205" name="Google Shape;3205;p51"/>
          <p:cNvGrpSpPr/>
          <p:nvPr/>
        </p:nvGrpSpPr>
        <p:grpSpPr>
          <a:xfrm>
            <a:off x="5737870" y="3786946"/>
            <a:ext cx="347169" cy="347166"/>
            <a:chOff x="5737870" y="3786946"/>
            <a:chExt cx="347169" cy="347166"/>
          </a:xfrm>
        </p:grpSpPr>
        <p:grpSp>
          <p:nvGrpSpPr>
            <p:cNvPr id="3206" name="Google Shape;3206;p51"/>
            <p:cNvGrpSpPr/>
            <p:nvPr/>
          </p:nvGrpSpPr>
          <p:grpSpPr>
            <a:xfrm>
              <a:off x="5737870" y="3786946"/>
              <a:ext cx="347169" cy="347166"/>
              <a:chOff x="5737870" y="3786946"/>
              <a:chExt cx="347169" cy="347166"/>
            </a:xfrm>
          </p:grpSpPr>
          <p:grpSp>
            <p:nvGrpSpPr>
              <p:cNvPr id="3207" name="Google Shape;3207;p51"/>
              <p:cNvGrpSpPr/>
              <p:nvPr/>
            </p:nvGrpSpPr>
            <p:grpSpPr>
              <a:xfrm>
                <a:off x="5740153" y="3788057"/>
                <a:ext cx="343219" cy="344450"/>
                <a:chOff x="5740153" y="3788057"/>
                <a:chExt cx="343219" cy="344450"/>
              </a:xfrm>
            </p:grpSpPr>
            <p:sp>
              <p:nvSpPr>
                <p:cNvPr id="3208" name="Google Shape;3208;p51"/>
                <p:cNvSpPr/>
                <p:nvPr/>
              </p:nvSpPr>
              <p:spPr>
                <a:xfrm>
                  <a:off x="5911886" y="3789723"/>
                  <a:ext cx="6170" cy="342784"/>
                </a:xfrm>
                <a:custGeom>
                  <a:rect b="b" l="l" r="r" t="t"/>
                  <a:pathLst>
                    <a:path extrusionOk="0" h="342784" w="6170">
                      <a:moveTo>
                        <a:pt x="0" y="342785"/>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9" name="Google Shape;3209;p51"/>
                <p:cNvSpPr/>
                <p:nvPr/>
              </p:nvSpPr>
              <p:spPr>
                <a:xfrm>
                  <a:off x="5740153" y="3960529"/>
                  <a:ext cx="343219" cy="6170"/>
                </a:xfrm>
                <a:custGeom>
                  <a:rect b="b" l="l" r="r" t="t"/>
                  <a:pathLst>
                    <a:path extrusionOk="0" h="6170" w="343219">
                      <a:moveTo>
                        <a:pt x="343220" y="0"/>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0" name="Google Shape;3210;p51"/>
                <p:cNvSpPr/>
                <p:nvPr/>
              </p:nvSpPr>
              <p:spPr>
                <a:xfrm>
                  <a:off x="5850240" y="4057471"/>
                  <a:ext cx="48255" cy="74542"/>
                </a:xfrm>
                <a:custGeom>
                  <a:rect b="b" l="l" r="r" t="t"/>
                  <a:pathLst>
                    <a:path extrusionOk="0" h="74542" w="48255">
                      <a:moveTo>
                        <a:pt x="48256" y="74543"/>
                      </a:moveTo>
                      <a:cubicBezTo>
                        <a:pt x="26905" y="48811"/>
                        <a:pt x="11231" y="23881"/>
                        <a:pt x="0"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1" name="Google Shape;3211;p51"/>
                <p:cNvSpPr/>
                <p:nvPr/>
              </p:nvSpPr>
              <p:spPr>
                <a:xfrm>
                  <a:off x="5826494" y="3788057"/>
                  <a:ext cx="72001" cy="239610"/>
                </a:xfrm>
                <a:custGeom>
                  <a:rect b="b" l="l" r="r" t="t"/>
                  <a:pathLst>
                    <a:path extrusionOk="0" h="239610" w="72001">
                      <a:moveTo>
                        <a:pt x="11837" y="239610"/>
                      </a:moveTo>
                      <a:cubicBezTo>
                        <a:pt x="4000" y="215914"/>
                        <a:pt x="482" y="193453"/>
                        <a:pt x="51" y="172472"/>
                      </a:cubicBezTo>
                      <a:cubicBezTo>
                        <a:pt x="-628" y="141187"/>
                        <a:pt x="5604" y="113110"/>
                        <a:pt x="14614" y="89229"/>
                      </a:cubicBezTo>
                      <a:cubicBezTo>
                        <a:pt x="35594" y="33384"/>
                        <a:pt x="72002" y="0"/>
                        <a:pt x="72002"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2" name="Google Shape;3212;p51"/>
                <p:cNvSpPr/>
                <p:nvPr/>
              </p:nvSpPr>
              <p:spPr>
                <a:xfrm>
                  <a:off x="5925277" y="3892034"/>
                  <a:ext cx="71994" cy="239980"/>
                </a:xfrm>
                <a:custGeom>
                  <a:rect b="b" l="l" r="r" t="t"/>
                  <a:pathLst>
                    <a:path extrusionOk="0" h="239980" w="71994">
                      <a:moveTo>
                        <a:pt x="0" y="239980"/>
                      </a:moveTo>
                      <a:cubicBezTo>
                        <a:pt x="25856" y="208756"/>
                        <a:pt x="43442" y="178767"/>
                        <a:pt x="54735" y="150381"/>
                      </a:cubicBezTo>
                      <a:cubicBezTo>
                        <a:pt x="66398" y="121255"/>
                        <a:pt x="71458" y="93795"/>
                        <a:pt x="71951" y="68495"/>
                      </a:cubicBezTo>
                      <a:cubicBezTo>
                        <a:pt x="72445" y="43442"/>
                        <a:pt x="68619" y="20425"/>
                        <a:pt x="62387"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3" name="Google Shape;3213;p51"/>
                <p:cNvSpPr/>
                <p:nvPr/>
              </p:nvSpPr>
              <p:spPr>
                <a:xfrm>
                  <a:off x="5925277" y="3788057"/>
                  <a:ext cx="50970" cy="73740"/>
                </a:xfrm>
                <a:custGeom>
                  <a:rect b="b" l="l" r="r" t="t"/>
                  <a:pathLst>
                    <a:path extrusionOk="0" h="73740" w="50970">
                      <a:moveTo>
                        <a:pt x="50971" y="73740"/>
                      </a:moveTo>
                      <a:cubicBezTo>
                        <a:pt x="29743" y="27275"/>
                        <a:pt x="0" y="0"/>
                        <a:pt x="0"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4" name="Google Shape;3214;p51"/>
                <p:cNvSpPr/>
                <p:nvPr/>
              </p:nvSpPr>
              <p:spPr>
                <a:xfrm>
                  <a:off x="5782793" y="4048524"/>
                  <a:ext cx="44614" cy="20857"/>
                </a:xfrm>
                <a:custGeom>
                  <a:rect b="b" l="l" r="r" t="t"/>
                  <a:pathLst>
                    <a:path extrusionOk="0" h="20857" w="44614">
                      <a:moveTo>
                        <a:pt x="0" y="20857"/>
                      </a:moveTo>
                      <a:cubicBezTo>
                        <a:pt x="15242" y="12218"/>
                        <a:pt x="30175" y="5369"/>
                        <a:pt x="44615"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5" name="Google Shape;3215;p51"/>
                <p:cNvSpPr/>
                <p:nvPr/>
              </p:nvSpPr>
              <p:spPr>
                <a:xfrm>
                  <a:off x="5858386" y="4032724"/>
                  <a:ext cx="169450" cy="29252"/>
                </a:xfrm>
                <a:custGeom>
                  <a:rect b="b" l="l" r="r" t="t"/>
                  <a:pathLst>
                    <a:path extrusionOk="0" h="29252" w="169450">
                      <a:moveTo>
                        <a:pt x="0" y="6482"/>
                      </a:moveTo>
                      <a:cubicBezTo>
                        <a:pt x="18698" y="2039"/>
                        <a:pt x="36593" y="126"/>
                        <a:pt x="53501" y="3"/>
                      </a:cubicBezTo>
                      <a:cubicBezTo>
                        <a:pt x="78493" y="-121"/>
                        <a:pt x="101386" y="3767"/>
                        <a:pt x="121626" y="9691"/>
                      </a:cubicBezTo>
                      <a:cubicBezTo>
                        <a:pt x="139707" y="14998"/>
                        <a:pt x="155751" y="21971"/>
                        <a:pt x="169450" y="29252"/>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6" name="Google Shape;3216;p51"/>
                <p:cNvSpPr/>
                <p:nvPr/>
              </p:nvSpPr>
              <p:spPr>
                <a:xfrm>
                  <a:off x="5780695" y="3850628"/>
                  <a:ext cx="185987" cy="37831"/>
                </a:xfrm>
                <a:custGeom>
                  <a:rect b="b" l="l" r="r" t="t"/>
                  <a:pathLst>
                    <a:path extrusionOk="0" h="37831" w="185987">
                      <a:moveTo>
                        <a:pt x="185988" y="31594"/>
                      </a:moveTo>
                      <a:cubicBezTo>
                        <a:pt x="169203" y="35605"/>
                        <a:pt x="150814" y="37950"/>
                        <a:pt x="131191" y="37827"/>
                      </a:cubicBezTo>
                      <a:cubicBezTo>
                        <a:pt x="109161" y="37703"/>
                        <a:pt x="85466" y="34433"/>
                        <a:pt x="60412" y="26658"/>
                      </a:cubicBezTo>
                      <a:cubicBezTo>
                        <a:pt x="41036" y="20672"/>
                        <a:pt x="20857" y="11971"/>
                        <a:pt x="0" y="0"/>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7" name="Google Shape;3217;p51"/>
                <p:cNvSpPr/>
                <p:nvPr/>
              </p:nvSpPr>
              <p:spPr>
                <a:xfrm>
                  <a:off x="5997599" y="3851122"/>
                  <a:ext cx="44553" cy="21721"/>
                </a:xfrm>
                <a:custGeom>
                  <a:rect b="b" l="l" r="r" t="t"/>
                  <a:pathLst>
                    <a:path extrusionOk="0" h="21721" w="44553">
                      <a:moveTo>
                        <a:pt x="44553" y="0"/>
                      </a:moveTo>
                      <a:cubicBezTo>
                        <a:pt x="32273" y="7528"/>
                        <a:pt x="17278" y="15303"/>
                        <a:pt x="0" y="21721"/>
                      </a:cubicBez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18" name="Google Shape;3218;p51"/>
              <p:cNvSpPr/>
              <p:nvPr/>
            </p:nvSpPr>
            <p:spPr>
              <a:xfrm>
                <a:off x="5737870" y="3786946"/>
                <a:ext cx="347169" cy="347166"/>
              </a:xfrm>
              <a:custGeom>
                <a:rect b="b" l="l" r="r" t="t"/>
                <a:pathLst>
                  <a:path extrusionOk="0" h="347166" w="347169">
                    <a:moveTo>
                      <a:pt x="173585" y="0"/>
                    </a:moveTo>
                    <a:cubicBezTo>
                      <a:pt x="77690" y="0"/>
                      <a:pt x="0" y="77690"/>
                      <a:pt x="0" y="173583"/>
                    </a:cubicBezTo>
                    <a:cubicBezTo>
                      <a:pt x="0" y="269476"/>
                      <a:pt x="77690" y="347166"/>
                      <a:pt x="173585" y="347166"/>
                    </a:cubicBezTo>
                    <a:cubicBezTo>
                      <a:pt x="221038" y="347166"/>
                      <a:pt x="264110" y="328099"/>
                      <a:pt x="295458" y="297183"/>
                    </a:cubicBezTo>
                    <a:cubicBezTo>
                      <a:pt x="291015" y="294345"/>
                      <a:pt x="288115" y="289346"/>
                      <a:pt x="288115" y="283669"/>
                    </a:cubicBezTo>
                    <a:cubicBezTo>
                      <a:pt x="288115" y="280584"/>
                      <a:pt x="288978" y="277684"/>
                      <a:pt x="290459" y="275277"/>
                    </a:cubicBezTo>
                    <a:cubicBezTo>
                      <a:pt x="293298" y="270587"/>
                      <a:pt x="298420" y="267502"/>
                      <a:pt x="304282" y="267502"/>
                    </a:cubicBezTo>
                    <a:cubicBezTo>
                      <a:pt x="308972" y="267502"/>
                      <a:pt x="313106" y="269476"/>
                      <a:pt x="316068" y="272624"/>
                    </a:cubicBezTo>
                    <a:cubicBezTo>
                      <a:pt x="316253" y="272377"/>
                      <a:pt x="316377" y="272192"/>
                      <a:pt x="316562" y="271945"/>
                    </a:cubicBezTo>
                    <a:cubicBezTo>
                      <a:pt x="335876" y="243991"/>
                      <a:pt x="347169" y="210114"/>
                      <a:pt x="347169" y="173583"/>
                    </a:cubicBezTo>
                    <a:cubicBezTo>
                      <a:pt x="347169" y="77690"/>
                      <a:pt x="269417" y="0"/>
                      <a:pt x="173585" y="0"/>
                    </a:cubicBezTo>
                    <a:close/>
                    <a:moveTo>
                      <a:pt x="112370" y="270526"/>
                    </a:moveTo>
                    <a:cubicBezTo>
                      <a:pt x="110149" y="271760"/>
                      <a:pt x="107557" y="272438"/>
                      <a:pt x="104780" y="272438"/>
                    </a:cubicBezTo>
                    <a:cubicBezTo>
                      <a:pt x="97745" y="272438"/>
                      <a:pt x="91698" y="267934"/>
                      <a:pt x="89538" y="261578"/>
                    </a:cubicBezTo>
                    <a:cubicBezTo>
                      <a:pt x="88921" y="259912"/>
                      <a:pt x="88613" y="258122"/>
                      <a:pt x="88613" y="256271"/>
                    </a:cubicBezTo>
                    <a:cubicBezTo>
                      <a:pt x="88613" y="248804"/>
                      <a:pt x="93673" y="242572"/>
                      <a:pt x="100461" y="240721"/>
                    </a:cubicBezTo>
                    <a:cubicBezTo>
                      <a:pt x="101880" y="240289"/>
                      <a:pt x="103299" y="240104"/>
                      <a:pt x="104780" y="240104"/>
                    </a:cubicBezTo>
                    <a:cubicBezTo>
                      <a:pt x="112370" y="240104"/>
                      <a:pt x="118726" y="245287"/>
                      <a:pt x="120516" y="252260"/>
                    </a:cubicBezTo>
                    <a:cubicBezTo>
                      <a:pt x="120824" y="253556"/>
                      <a:pt x="121009" y="254852"/>
                      <a:pt x="121009" y="256271"/>
                    </a:cubicBezTo>
                    <a:cubicBezTo>
                      <a:pt x="121009" y="262442"/>
                      <a:pt x="117492" y="267872"/>
                      <a:pt x="112370" y="270526"/>
                    </a:cubicBezTo>
                    <a:close/>
                    <a:moveTo>
                      <a:pt x="249794" y="105088"/>
                    </a:moveTo>
                    <a:cubicBezTo>
                      <a:pt x="248004" y="105767"/>
                      <a:pt x="246091" y="106137"/>
                      <a:pt x="244055" y="106137"/>
                    </a:cubicBezTo>
                    <a:cubicBezTo>
                      <a:pt x="237020" y="106137"/>
                      <a:pt x="230973" y="101632"/>
                      <a:pt x="228813" y="95276"/>
                    </a:cubicBezTo>
                    <a:cubicBezTo>
                      <a:pt x="228196" y="93610"/>
                      <a:pt x="227888" y="91821"/>
                      <a:pt x="227888" y="89969"/>
                    </a:cubicBezTo>
                    <a:cubicBezTo>
                      <a:pt x="227888" y="83058"/>
                      <a:pt x="232269" y="77134"/>
                      <a:pt x="238378" y="74851"/>
                    </a:cubicBezTo>
                    <a:cubicBezTo>
                      <a:pt x="240167" y="74172"/>
                      <a:pt x="242080" y="73802"/>
                      <a:pt x="244055" y="73802"/>
                    </a:cubicBezTo>
                    <a:cubicBezTo>
                      <a:pt x="251583" y="73802"/>
                      <a:pt x="257939" y="78986"/>
                      <a:pt x="259729" y="85897"/>
                    </a:cubicBezTo>
                    <a:cubicBezTo>
                      <a:pt x="260099" y="87193"/>
                      <a:pt x="260284" y="88550"/>
                      <a:pt x="260284" y="89969"/>
                    </a:cubicBezTo>
                    <a:cubicBezTo>
                      <a:pt x="260284" y="96881"/>
                      <a:pt x="255903" y="102805"/>
                      <a:pt x="249794" y="105088"/>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19" name="Google Shape;3219;p51"/>
            <p:cNvSpPr/>
            <p:nvPr/>
          </p:nvSpPr>
          <p:spPr>
            <a:xfrm>
              <a:off x="6025984" y="4054448"/>
              <a:ext cx="32334" cy="32334"/>
            </a:xfrm>
            <a:custGeom>
              <a:rect b="b" l="l" r="r" t="t"/>
              <a:pathLst>
                <a:path extrusionOk="0" h="32334" w="32334">
                  <a:moveTo>
                    <a:pt x="32335" y="16167"/>
                  </a:moveTo>
                  <a:cubicBezTo>
                    <a:pt x="32335" y="25115"/>
                    <a:pt x="25115" y="32335"/>
                    <a:pt x="16168" y="32335"/>
                  </a:cubicBezTo>
                  <a:cubicBezTo>
                    <a:pt x="12897" y="32335"/>
                    <a:pt x="9873" y="31347"/>
                    <a:pt x="7343" y="29681"/>
                  </a:cubicBezTo>
                  <a:cubicBezTo>
                    <a:pt x="2900" y="26843"/>
                    <a:pt x="0" y="21844"/>
                    <a:pt x="0" y="16167"/>
                  </a:cubicBezTo>
                  <a:cubicBezTo>
                    <a:pt x="0" y="13082"/>
                    <a:pt x="864" y="10182"/>
                    <a:pt x="2345" y="7775"/>
                  </a:cubicBezTo>
                  <a:cubicBezTo>
                    <a:pt x="5183" y="3085"/>
                    <a:pt x="10305" y="0"/>
                    <a:pt x="16168" y="0"/>
                  </a:cubicBezTo>
                  <a:cubicBezTo>
                    <a:pt x="20857" y="0"/>
                    <a:pt x="24992" y="1975"/>
                    <a:pt x="27954" y="5122"/>
                  </a:cubicBezTo>
                  <a:cubicBezTo>
                    <a:pt x="30669" y="7960"/>
                    <a:pt x="32335" y="11848"/>
                    <a:pt x="32335" y="16167"/>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20" name="Google Shape;3220;p51"/>
          <p:cNvGrpSpPr/>
          <p:nvPr/>
        </p:nvGrpSpPr>
        <p:grpSpPr>
          <a:xfrm>
            <a:off x="4407237" y="4183856"/>
            <a:ext cx="386212" cy="359765"/>
            <a:chOff x="4407237" y="4183856"/>
            <a:chExt cx="386212" cy="359765"/>
          </a:xfrm>
        </p:grpSpPr>
        <p:grpSp>
          <p:nvGrpSpPr>
            <p:cNvPr id="3221" name="Google Shape;3221;p51"/>
            <p:cNvGrpSpPr/>
            <p:nvPr/>
          </p:nvGrpSpPr>
          <p:grpSpPr>
            <a:xfrm>
              <a:off x="4407237" y="4183856"/>
              <a:ext cx="386212" cy="359765"/>
              <a:chOff x="4407237" y="4183856"/>
              <a:chExt cx="386212" cy="359765"/>
            </a:xfrm>
          </p:grpSpPr>
          <p:grpSp>
            <p:nvGrpSpPr>
              <p:cNvPr id="3222" name="Google Shape;3222;p51"/>
              <p:cNvGrpSpPr/>
              <p:nvPr/>
            </p:nvGrpSpPr>
            <p:grpSpPr>
              <a:xfrm>
                <a:off x="4539873" y="4183978"/>
                <a:ext cx="121001" cy="145203"/>
                <a:chOff x="4539873" y="4183978"/>
                <a:chExt cx="121001" cy="145203"/>
              </a:xfrm>
            </p:grpSpPr>
            <p:sp>
              <p:nvSpPr>
                <p:cNvPr id="3223" name="Google Shape;3223;p51"/>
                <p:cNvSpPr/>
                <p:nvPr/>
              </p:nvSpPr>
              <p:spPr>
                <a:xfrm>
                  <a:off x="4539873" y="4273020"/>
                  <a:ext cx="121001" cy="56161"/>
                </a:xfrm>
                <a:custGeom>
                  <a:rect b="b" l="l" r="r" t="t"/>
                  <a:pathLst>
                    <a:path extrusionOk="0" h="56161" w="121001">
                      <a:moveTo>
                        <a:pt x="121001" y="56161"/>
                      </a:moveTo>
                      <a:lnTo>
                        <a:pt x="117579" y="23528"/>
                      </a:lnTo>
                      <a:cubicBezTo>
                        <a:pt x="116295" y="8128"/>
                        <a:pt x="104562" y="0"/>
                        <a:pt x="91606" y="0"/>
                      </a:cubicBezTo>
                      <a:lnTo>
                        <a:pt x="29395" y="0"/>
                      </a:lnTo>
                      <a:cubicBezTo>
                        <a:pt x="16378" y="0"/>
                        <a:pt x="4706" y="8128"/>
                        <a:pt x="3422" y="23528"/>
                      </a:cubicBezTo>
                      <a:lnTo>
                        <a:pt x="0" y="56161"/>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4" name="Google Shape;3224;p51"/>
                <p:cNvSpPr/>
                <p:nvPr/>
              </p:nvSpPr>
              <p:spPr>
                <a:xfrm>
                  <a:off x="4571343" y="4183978"/>
                  <a:ext cx="58085" cy="58085"/>
                </a:xfrm>
                <a:custGeom>
                  <a:rect b="b" l="l" r="r" t="t"/>
                  <a:pathLst>
                    <a:path extrusionOk="0" h="58085" w="58085">
                      <a:moveTo>
                        <a:pt x="6847" y="10330"/>
                      </a:moveTo>
                      <a:cubicBezTo>
                        <a:pt x="-3481" y="22553"/>
                        <a:pt x="-1953" y="40886"/>
                        <a:pt x="10269" y="51214"/>
                      </a:cubicBezTo>
                      <a:cubicBezTo>
                        <a:pt x="22491" y="61603"/>
                        <a:pt x="40825" y="60014"/>
                        <a:pt x="51214" y="47792"/>
                      </a:cubicBezTo>
                      <a:cubicBezTo>
                        <a:pt x="61603" y="35569"/>
                        <a:pt x="60014" y="17236"/>
                        <a:pt x="47792" y="6847"/>
                      </a:cubicBezTo>
                      <a:cubicBezTo>
                        <a:pt x="35569" y="-3481"/>
                        <a:pt x="17236" y="-1953"/>
                        <a:pt x="6847" y="1026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5" name="Google Shape;3225;p51"/>
              <p:cNvSpPr/>
              <p:nvPr/>
            </p:nvSpPr>
            <p:spPr>
              <a:xfrm>
                <a:off x="4462139" y="4376971"/>
                <a:ext cx="276469" cy="6111"/>
              </a:xfrm>
              <a:custGeom>
                <a:rect b="b" l="l" r="r" t="t"/>
                <a:pathLst>
                  <a:path extrusionOk="0" h="6111" w="276469">
                    <a:moveTo>
                      <a:pt x="0" y="0"/>
                    </a:moveTo>
                    <a:lnTo>
                      <a:pt x="276469"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6" name="Google Shape;3226;p51"/>
              <p:cNvSpPr/>
              <p:nvPr/>
            </p:nvSpPr>
            <p:spPr>
              <a:xfrm>
                <a:off x="4600373" y="4404288"/>
                <a:ext cx="6111" cy="139273"/>
              </a:xfrm>
              <a:custGeom>
                <a:rect b="b" l="l" r="r" t="t"/>
                <a:pathLst>
                  <a:path extrusionOk="0" h="139273" w="6111">
                    <a:moveTo>
                      <a:pt x="0" y="0"/>
                    </a:moveTo>
                    <a:lnTo>
                      <a:pt x="0" y="139273"/>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27" name="Google Shape;3227;p51"/>
              <p:cNvGrpSpPr/>
              <p:nvPr/>
            </p:nvGrpSpPr>
            <p:grpSpPr>
              <a:xfrm>
                <a:off x="4407237" y="4183856"/>
                <a:ext cx="386212" cy="359765"/>
                <a:chOff x="4407237" y="4183856"/>
                <a:chExt cx="386212" cy="359765"/>
              </a:xfrm>
            </p:grpSpPr>
            <p:grpSp>
              <p:nvGrpSpPr>
                <p:cNvPr id="3228" name="Google Shape;3228;p51"/>
                <p:cNvGrpSpPr/>
                <p:nvPr/>
              </p:nvGrpSpPr>
              <p:grpSpPr>
                <a:xfrm>
                  <a:off x="4407237" y="4183856"/>
                  <a:ext cx="168264" cy="359765"/>
                  <a:chOff x="4407237" y="4183856"/>
                  <a:chExt cx="168264" cy="359765"/>
                </a:xfrm>
              </p:grpSpPr>
              <p:sp>
                <p:nvSpPr>
                  <p:cNvPr id="3229" name="Google Shape;3229;p51"/>
                  <p:cNvSpPr/>
                  <p:nvPr/>
                </p:nvSpPr>
                <p:spPr>
                  <a:xfrm>
                    <a:off x="4407237" y="4263235"/>
                    <a:ext cx="168264" cy="280325"/>
                  </a:xfrm>
                  <a:custGeom>
                    <a:rect b="b" l="l" r="r" t="t"/>
                    <a:pathLst>
                      <a:path extrusionOk="0" h="280325" w="168264">
                        <a:moveTo>
                          <a:pt x="129947" y="280326"/>
                        </a:moveTo>
                        <a:lnTo>
                          <a:pt x="105564" y="177353"/>
                        </a:lnTo>
                        <a:lnTo>
                          <a:pt x="26546" y="177353"/>
                        </a:lnTo>
                        <a:cubicBezTo>
                          <a:pt x="-5537" y="172953"/>
                          <a:pt x="-404" y="139586"/>
                          <a:pt x="1490" y="124247"/>
                        </a:cubicBezTo>
                        <a:cubicBezTo>
                          <a:pt x="5279" y="93324"/>
                          <a:pt x="10535" y="34046"/>
                          <a:pt x="18968" y="20724"/>
                        </a:cubicBezTo>
                        <a:cubicBezTo>
                          <a:pt x="33574" y="-2376"/>
                          <a:pt x="60647" y="-2010"/>
                          <a:pt x="65902" y="2268"/>
                        </a:cubicBezTo>
                        <a:cubicBezTo>
                          <a:pt x="78247" y="12229"/>
                          <a:pt x="79897" y="29280"/>
                          <a:pt x="92669" y="81347"/>
                        </a:cubicBezTo>
                        <a:lnTo>
                          <a:pt x="168264" y="99558"/>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0" name="Google Shape;3230;p51"/>
                  <p:cNvSpPr/>
                  <p:nvPr/>
                </p:nvSpPr>
                <p:spPr>
                  <a:xfrm>
                    <a:off x="4465986" y="4183856"/>
                    <a:ext cx="57999" cy="57999"/>
                  </a:xfrm>
                  <a:custGeom>
                    <a:rect b="b" l="l" r="r" t="t"/>
                    <a:pathLst>
                      <a:path extrusionOk="0" h="57999" w="57999">
                        <a:moveTo>
                          <a:pt x="51153" y="10269"/>
                        </a:moveTo>
                        <a:cubicBezTo>
                          <a:pt x="61481" y="22491"/>
                          <a:pt x="59953" y="40825"/>
                          <a:pt x="47731" y="51153"/>
                        </a:cubicBezTo>
                        <a:cubicBezTo>
                          <a:pt x="35508" y="61481"/>
                          <a:pt x="17236" y="59953"/>
                          <a:pt x="6847" y="47730"/>
                        </a:cubicBezTo>
                        <a:cubicBezTo>
                          <a:pt x="-3481" y="35508"/>
                          <a:pt x="-1953" y="17175"/>
                          <a:pt x="10269" y="6847"/>
                        </a:cubicBezTo>
                        <a:cubicBezTo>
                          <a:pt x="22491" y="-3481"/>
                          <a:pt x="40825" y="-1953"/>
                          <a:pt x="51153" y="1026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1" name="Google Shape;3231;p51"/>
                  <p:cNvSpPr/>
                  <p:nvPr/>
                </p:nvSpPr>
                <p:spPr>
                  <a:xfrm>
                    <a:off x="4461405" y="4350326"/>
                    <a:ext cx="107128" cy="193295"/>
                  </a:xfrm>
                  <a:custGeom>
                    <a:rect b="b" l="l" r="r" t="t"/>
                    <a:pathLst>
                      <a:path extrusionOk="0" h="193295" w="107128">
                        <a:moveTo>
                          <a:pt x="6600" y="0"/>
                        </a:moveTo>
                        <a:lnTo>
                          <a:pt x="0" y="42289"/>
                        </a:lnTo>
                        <a:lnTo>
                          <a:pt x="69728" y="54206"/>
                        </a:lnTo>
                        <a:cubicBezTo>
                          <a:pt x="69728" y="54206"/>
                          <a:pt x="82929" y="57200"/>
                          <a:pt x="86167" y="71562"/>
                        </a:cubicBezTo>
                        <a:lnTo>
                          <a:pt x="107129" y="193296"/>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2" name="Google Shape;3232;p51"/>
                  <p:cNvSpPr/>
                  <p:nvPr/>
                </p:nvSpPr>
                <p:spPr>
                  <a:xfrm>
                    <a:off x="4458411" y="4319282"/>
                    <a:ext cx="17233" cy="54144"/>
                  </a:xfrm>
                  <a:custGeom>
                    <a:rect b="b" l="l" r="r" t="t"/>
                    <a:pathLst>
                      <a:path extrusionOk="0" h="54144" w="17233">
                        <a:moveTo>
                          <a:pt x="0" y="0"/>
                        </a:moveTo>
                        <a:lnTo>
                          <a:pt x="17233" y="5414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33" name="Google Shape;3233;p51"/>
                <p:cNvGrpSpPr/>
                <p:nvPr/>
              </p:nvGrpSpPr>
              <p:grpSpPr>
                <a:xfrm>
                  <a:off x="4625246" y="4183856"/>
                  <a:ext cx="168203" cy="359765"/>
                  <a:chOff x="4625246" y="4183856"/>
                  <a:chExt cx="168203" cy="359765"/>
                </a:xfrm>
              </p:grpSpPr>
              <p:sp>
                <p:nvSpPr>
                  <p:cNvPr id="3234" name="Google Shape;3234;p51"/>
                  <p:cNvSpPr/>
                  <p:nvPr/>
                </p:nvSpPr>
                <p:spPr>
                  <a:xfrm>
                    <a:off x="4625246" y="4263235"/>
                    <a:ext cx="168203" cy="280325"/>
                  </a:xfrm>
                  <a:custGeom>
                    <a:rect b="b" l="l" r="r" t="t"/>
                    <a:pathLst>
                      <a:path extrusionOk="0" h="280325" w="168203">
                        <a:moveTo>
                          <a:pt x="38317" y="280326"/>
                        </a:moveTo>
                        <a:lnTo>
                          <a:pt x="62701" y="177353"/>
                        </a:lnTo>
                        <a:lnTo>
                          <a:pt x="141657" y="177353"/>
                        </a:lnTo>
                        <a:cubicBezTo>
                          <a:pt x="173740" y="172953"/>
                          <a:pt x="168607" y="139586"/>
                          <a:pt x="166713" y="124247"/>
                        </a:cubicBezTo>
                        <a:cubicBezTo>
                          <a:pt x="162924" y="93324"/>
                          <a:pt x="157607" y="34046"/>
                          <a:pt x="149235" y="20724"/>
                        </a:cubicBezTo>
                        <a:cubicBezTo>
                          <a:pt x="134568" y="-2376"/>
                          <a:pt x="107557" y="-2010"/>
                          <a:pt x="102301" y="2268"/>
                        </a:cubicBezTo>
                        <a:cubicBezTo>
                          <a:pt x="89956" y="12229"/>
                          <a:pt x="88306" y="29280"/>
                          <a:pt x="75534" y="81347"/>
                        </a:cubicBezTo>
                        <a:lnTo>
                          <a:pt x="0" y="99558"/>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5" name="Google Shape;3235;p51"/>
                  <p:cNvSpPr/>
                  <p:nvPr/>
                </p:nvSpPr>
                <p:spPr>
                  <a:xfrm>
                    <a:off x="4676699" y="4183856"/>
                    <a:ext cx="57999" cy="57999"/>
                  </a:xfrm>
                  <a:custGeom>
                    <a:rect b="b" l="l" r="r" t="t"/>
                    <a:pathLst>
                      <a:path extrusionOk="0" h="57999" w="57999">
                        <a:moveTo>
                          <a:pt x="6847" y="10269"/>
                        </a:moveTo>
                        <a:cubicBezTo>
                          <a:pt x="-3481" y="22491"/>
                          <a:pt x="-1953" y="40825"/>
                          <a:pt x="10269" y="51153"/>
                        </a:cubicBezTo>
                        <a:cubicBezTo>
                          <a:pt x="22491" y="61481"/>
                          <a:pt x="40825" y="59953"/>
                          <a:pt x="51153" y="47730"/>
                        </a:cubicBezTo>
                        <a:cubicBezTo>
                          <a:pt x="61481" y="35508"/>
                          <a:pt x="59953" y="17175"/>
                          <a:pt x="47731" y="6847"/>
                        </a:cubicBezTo>
                        <a:cubicBezTo>
                          <a:pt x="35508" y="-3481"/>
                          <a:pt x="17236" y="-1953"/>
                          <a:pt x="6847" y="1026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6" name="Google Shape;3236;p51"/>
                  <p:cNvSpPr/>
                  <p:nvPr/>
                </p:nvSpPr>
                <p:spPr>
                  <a:xfrm>
                    <a:off x="4632151" y="4350326"/>
                    <a:ext cx="107189" cy="193295"/>
                  </a:xfrm>
                  <a:custGeom>
                    <a:rect b="b" l="l" r="r" t="t"/>
                    <a:pathLst>
                      <a:path extrusionOk="0" h="193295" w="107189">
                        <a:moveTo>
                          <a:pt x="100590" y="0"/>
                        </a:moveTo>
                        <a:lnTo>
                          <a:pt x="107190" y="42289"/>
                        </a:lnTo>
                        <a:lnTo>
                          <a:pt x="37461" y="54206"/>
                        </a:lnTo>
                        <a:cubicBezTo>
                          <a:pt x="37461" y="54206"/>
                          <a:pt x="24261" y="57200"/>
                          <a:pt x="21022" y="71562"/>
                        </a:cubicBezTo>
                        <a:lnTo>
                          <a:pt x="0" y="193296"/>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7" name="Google Shape;3237;p51"/>
                  <p:cNvSpPr/>
                  <p:nvPr/>
                </p:nvSpPr>
                <p:spPr>
                  <a:xfrm>
                    <a:off x="4725041" y="4319282"/>
                    <a:ext cx="17233" cy="54144"/>
                  </a:xfrm>
                  <a:custGeom>
                    <a:rect b="b" l="l" r="r" t="t"/>
                    <a:pathLst>
                      <a:path extrusionOk="0" h="54144" w="17233">
                        <a:moveTo>
                          <a:pt x="17233" y="0"/>
                        </a:moveTo>
                        <a:lnTo>
                          <a:pt x="0" y="5414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nvGrpSpPr>
            <p:cNvPr id="3238" name="Google Shape;3238;p51"/>
            <p:cNvGrpSpPr/>
            <p:nvPr/>
          </p:nvGrpSpPr>
          <p:grpSpPr>
            <a:xfrm>
              <a:off x="4447227" y="4441321"/>
              <a:ext cx="312403" cy="102239"/>
              <a:chOff x="4447227" y="4441321"/>
              <a:chExt cx="312403" cy="102239"/>
            </a:xfrm>
          </p:grpSpPr>
          <p:sp>
            <p:nvSpPr>
              <p:cNvPr id="3239" name="Google Shape;3239;p51"/>
              <p:cNvSpPr/>
              <p:nvPr/>
            </p:nvSpPr>
            <p:spPr>
              <a:xfrm>
                <a:off x="4753519" y="4441321"/>
                <a:ext cx="6111" cy="102239"/>
              </a:xfrm>
              <a:custGeom>
                <a:rect b="b" l="l" r="r" t="t"/>
                <a:pathLst>
                  <a:path extrusionOk="0" h="102239" w="6111">
                    <a:moveTo>
                      <a:pt x="0" y="0"/>
                    </a:moveTo>
                    <a:lnTo>
                      <a:pt x="0" y="10224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0" name="Google Shape;3240;p51"/>
              <p:cNvSpPr/>
              <p:nvPr/>
            </p:nvSpPr>
            <p:spPr>
              <a:xfrm>
                <a:off x="4447227" y="4441321"/>
                <a:ext cx="6111" cy="102239"/>
              </a:xfrm>
              <a:custGeom>
                <a:rect b="b" l="l" r="r" t="t"/>
                <a:pathLst>
                  <a:path extrusionOk="0" h="102239" w="6111">
                    <a:moveTo>
                      <a:pt x="0" y="0"/>
                    </a:moveTo>
                    <a:lnTo>
                      <a:pt x="0" y="10224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3241" name="Google Shape;3241;p51"/>
          <p:cNvSpPr txBox="1"/>
          <p:nvPr/>
        </p:nvSpPr>
        <p:spPr>
          <a:xfrm>
            <a:off x="4065905" y="211892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242" name="Google Shape;3242;p51"/>
          <p:cNvSpPr/>
          <p:nvPr/>
        </p:nvSpPr>
        <p:spPr>
          <a:xfrm>
            <a:off x="6267545" y="2615318"/>
            <a:ext cx="751170" cy="751170"/>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43" name="Google Shape;3243;p51"/>
          <p:cNvSpPr/>
          <p:nvPr/>
        </p:nvSpPr>
        <p:spPr>
          <a:xfrm>
            <a:off x="6354487" y="2702260"/>
            <a:ext cx="577287" cy="57728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nvGrpSpPr>
          <p:cNvPr id="3244" name="Google Shape;3244;p51"/>
          <p:cNvGrpSpPr/>
          <p:nvPr/>
        </p:nvGrpSpPr>
        <p:grpSpPr>
          <a:xfrm>
            <a:off x="6498035" y="2822041"/>
            <a:ext cx="290435" cy="322799"/>
            <a:chOff x="6498035" y="2822041"/>
            <a:chExt cx="290435" cy="322799"/>
          </a:xfrm>
        </p:grpSpPr>
        <p:grpSp>
          <p:nvGrpSpPr>
            <p:cNvPr id="3245" name="Google Shape;3245;p51"/>
            <p:cNvGrpSpPr/>
            <p:nvPr/>
          </p:nvGrpSpPr>
          <p:grpSpPr>
            <a:xfrm>
              <a:off x="6587737" y="2822041"/>
              <a:ext cx="111031" cy="322799"/>
              <a:chOff x="8067508" y="2037982"/>
              <a:chExt cx="200179" cy="581977"/>
            </a:xfrm>
          </p:grpSpPr>
          <p:sp>
            <p:nvSpPr>
              <p:cNvPr id="3246" name="Google Shape;3246;p51"/>
              <p:cNvSpPr/>
              <p:nvPr/>
            </p:nvSpPr>
            <p:spPr>
              <a:xfrm>
                <a:off x="8116496" y="2037982"/>
                <a:ext cx="102107" cy="102108"/>
              </a:xfrm>
              <a:custGeom>
                <a:rect b="b" l="l" r="r" t="t"/>
                <a:pathLst>
                  <a:path extrusionOk="0" h="102108" w="102107">
                    <a:moveTo>
                      <a:pt x="102108" y="51054"/>
                    </a:moveTo>
                    <a:cubicBezTo>
                      <a:pt x="102108" y="79248"/>
                      <a:pt x="79248" y="102108"/>
                      <a:pt x="51054" y="102108"/>
                    </a:cubicBezTo>
                    <a:cubicBezTo>
                      <a:pt x="22860" y="102108"/>
                      <a:pt x="0" y="79248"/>
                      <a:pt x="0" y="51054"/>
                    </a:cubicBezTo>
                    <a:cubicBezTo>
                      <a:pt x="0" y="22860"/>
                      <a:pt x="22860" y="0"/>
                      <a:pt x="51054" y="0"/>
                    </a:cubicBezTo>
                    <a:cubicBezTo>
                      <a:pt x="79248" y="0"/>
                      <a:pt x="102108" y="22860"/>
                      <a:pt x="102108" y="51054"/>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7" name="Google Shape;3247;p51"/>
              <p:cNvSpPr/>
              <p:nvPr/>
            </p:nvSpPr>
            <p:spPr>
              <a:xfrm>
                <a:off x="8067508" y="2190001"/>
                <a:ext cx="200179" cy="429958"/>
              </a:xfrm>
              <a:custGeom>
                <a:rect b="b" l="l" r="r" t="t"/>
                <a:pathLst>
                  <a:path extrusionOk="0" h="429958" w="200179">
                    <a:moveTo>
                      <a:pt x="156049" y="429959"/>
                    </a:moveTo>
                    <a:lnTo>
                      <a:pt x="160907" y="230124"/>
                    </a:lnTo>
                    <a:cubicBezTo>
                      <a:pt x="179671" y="223361"/>
                      <a:pt x="202055" y="207645"/>
                      <a:pt x="200055" y="187928"/>
                    </a:cubicBezTo>
                    <a:lnTo>
                      <a:pt x="184720" y="35909"/>
                    </a:lnTo>
                    <a:cubicBezTo>
                      <a:pt x="182719" y="16193"/>
                      <a:pt x="164908" y="0"/>
                      <a:pt x="145096" y="0"/>
                    </a:cubicBezTo>
                    <a:lnTo>
                      <a:pt x="55084" y="0"/>
                    </a:lnTo>
                    <a:cubicBezTo>
                      <a:pt x="35272" y="0"/>
                      <a:pt x="17365" y="16097"/>
                      <a:pt x="15460" y="35909"/>
                    </a:cubicBezTo>
                    <a:lnTo>
                      <a:pt x="125" y="187928"/>
                    </a:lnTo>
                    <a:cubicBezTo>
                      <a:pt x="-1875" y="207645"/>
                      <a:pt x="20509" y="223361"/>
                      <a:pt x="39273" y="230124"/>
                    </a:cubicBezTo>
                    <a:lnTo>
                      <a:pt x="44131" y="42995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48" name="Google Shape;3248;p51"/>
            <p:cNvGrpSpPr/>
            <p:nvPr/>
          </p:nvGrpSpPr>
          <p:grpSpPr>
            <a:xfrm>
              <a:off x="6498035" y="2856646"/>
              <a:ext cx="290435" cy="288194"/>
              <a:chOff x="7905783" y="2100371"/>
              <a:chExt cx="523628" cy="519588"/>
            </a:xfrm>
          </p:grpSpPr>
          <p:grpSp>
            <p:nvGrpSpPr>
              <p:cNvPr id="3249" name="Google Shape;3249;p51"/>
              <p:cNvGrpSpPr/>
              <p:nvPr/>
            </p:nvGrpSpPr>
            <p:grpSpPr>
              <a:xfrm>
                <a:off x="8295185" y="2100371"/>
                <a:ext cx="134226" cy="519588"/>
                <a:chOff x="8295185" y="2100371"/>
                <a:chExt cx="134226" cy="519588"/>
              </a:xfrm>
            </p:grpSpPr>
            <p:sp>
              <p:nvSpPr>
                <p:cNvPr id="3250" name="Google Shape;3250;p51"/>
                <p:cNvSpPr/>
                <p:nvPr/>
              </p:nvSpPr>
              <p:spPr>
                <a:xfrm>
                  <a:off x="8295185" y="2100371"/>
                  <a:ext cx="90678" cy="90677"/>
                </a:xfrm>
                <a:custGeom>
                  <a:rect b="b" l="l" r="r" t="t"/>
                  <a:pathLst>
                    <a:path extrusionOk="0" h="90677" w="90678">
                      <a:moveTo>
                        <a:pt x="45339" y="0"/>
                      </a:moveTo>
                      <a:cubicBezTo>
                        <a:pt x="70390" y="0"/>
                        <a:pt x="90678" y="20288"/>
                        <a:pt x="90678" y="45339"/>
                      </a:cubicBezTo>
                      <a:cubicBezTo>
                        <a:pt x="90678" y="70390"/>
                        <a:pt x="70390" y="90678"/>
                        <a:pt x="45339" y="90678"/>
                      </a:cubicBezTo>
                      <a:cubicBezTo>
                        <a:pt x="20288" y="90678"/>
                        <a:pt x="0" y="70390"/>
                        <a:pt x="0" y="45339"/>
                      </a:cubicBezTo>
                      <a:cubicBezTo>
                        <a:pt x="0" y="20288"/>
                        <a:pt x="20288" y="0"/>
                        <a:pt x="45339" y="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1" name="Google Shape;3251;p51"/>
                <p:cNvSpPr/>
                <p:nvPr/>
              </p:nvSpPr>
              <p:spPr>
                <a:xfrm>
                  <a:off x="8304519" y="2238388"/>
                  <a:ext cx="124892" cy="381571"/>
                </a:xfrm>
                <a:custGeom>
                  <a:rect b="b" l="l" r="r" t="t"/>
                  <a:pathLst>
                    <a:path extrusionOk="0" h="381571" w="124892">
                      <a:moveTo>
                        <a:pt x="85725" y="381571"/>
                      </a:moveTo>
                      <a:lnTo>
                        <a:pt x="90011" y="204216"/>
                      </a:lnTo>
                      <a:cubicBezTo>
                        <a:pt x="106680" y="198215"/>
                        <a:pt x="126587" y="184309"/>
                        <a:pt x="124778" y="166783"/>
                      </a:cubicBezTo>
                      <a:lnTo>
                        <a:pt x="111157" y="31813"/>
                      </a:lnTo>
                      <a:cubicBezTo>
                        <a:pt x="109442" y="14288"/>
                        <a:pt x="93536" y="0"/>
                        <a:pt x="75914" y="0"/>
                      </a:cubicBez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52" name="Google Shape;3252;p51"/>
              <p:cNvGrpSpPr/>
              <p:nvPr/>
            </p:nvGrpSpPr>
            <p:grpSpPr>
              <a:xfrm>
                <a:off x="7905783" y="2100371"/>
                <a:ext cx="134131" cy="519588"/>
                <a:chOff x="7905783" y="2100371"/>
                <a:chExt cx="134131" cy="519588"/>
              </a:xfrm>
            </p:grpSpPr>
            <p:sp>
              <p:nvSpPr>
                <p:cNvPr id="3253" name="Google Shape;3253;p51"/>
                <p:cNvSpPr/>
                <p:nvPr/>
              </p:nvSpPr>
              <p:spPr>
                <a:xfrm>
                  <a:off x="7949237" y="2100371"/>
                  <a:ext cx="90677" cy="90677"/>
                </a:xfrm>
                <a:custGeom>
                  <a:rect b="b" l="l" r="r" t="t"/>
                  <a:pathLst>
                    <a:path extrusionOk="0" h="90677" w="90677">
                      <a:moveTo>
                        <a:pt x="45339" y="0"/>
                      </a:moveTo>
                      <a:cubicBezTo>
                        <a:pt x="20288" y="0"/>
                        <a:pt x="0" y="20288"/>
                        <a:pt x="0" y="45339"/>
                      </a:cubicBezTo>
                      <a:cubicBezTo>
                        <a:pt x="0" y="70390"/>
                        <a:pt x="20288" y="90678"/>
                        <a:pt x="45339" y="90678"/>
                      </a:cubicBezTo>
                      <a:cubicBezTo>
                        <a:pt x="70390" y="90678"/>
                        <a:pt x="90678" y="70390"/>
                        <a:pt x="90678" y="45339"/>
                      </a:cubicBezTo>
                      <a:cubicBezTo>
                        <a:pt x="90678" y="20288"/>
                        <a:pt x="70390" y="0"/>
                        <a:pt x="45339" y="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4" name="Google Shape;3254;p51"/>
                <p:cNvSpPr/>
                <p:nvPr/>
              </p:nvSpPr>
              <p:spPr>
                <a:xfrm>
                  <a:off x="7905783" y="2238388"/>
                  <a:ext cx="124797" cy="381571"/>
                </a:xfrm>
                <a:custGeom>
                  <a:rect b="b" l="l" r="r" t="t"/>
                  <a:pathLst>
                    <a:path extrusionOk="0" h="381571" w="124797">
                      <a:moveTo>
                        <a:pt x="39167" y="381571"/>
                      </a:moveTo>
                      <a:lnTo>
                        <a:pt x="34881" y="204216"/>
                      </a:lnTo>
                      <a:cubicBezTo>
                        <a:pt x="18212" y="198215"/>
                        <a:pt x="-1695" y="184309"/>
                        <a:pt x="115" y="166783"/>
                      </a:cubicBezTo>
                      <a:lnTo>
                        <a:pt x="13736" y="31813"/>
                      </a:lnTo>
                      <a:cubicBezTo>
                        <a:pt x="15450" y="14288"/>
                        <a:pt x="31357" y="0"/>
                        <a:pt x="48883" y="0"/>
                      </a:cubicBezTo>
                      <a:lnTo>
                        <a:pt x="124797"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nvGrpSpPr>
          <p:cNvPr id="3255" name="Google Shape;3255;p51"/>
          <p:cNvGrpSpPr/>
          <p:nvPr/>
        </p:nvGrpSpPr>
        <p:grpSpPr>
          <a:xfrm>
            <a:off x="2744503" y="131367"/>
            <a:ext cx="2212432" cy="3576109"/>
            <a:chOff x="2744503" y="131367"/>
            <a:chExt cx="2212432" cy="3576109"/>
          </a:xfrm>
        </p:grpSpPr>
        <p:sp>
          <p:nvSpPr>
            <p:cNvPr id="3256" name="Google Shape;3256;p51"/>
            <p:cNvSpPr/>
            <p:nvPr/>
          </p:nvSpPr>
          <p:spPr>
            <a:xfrm flipH="1" rot="10800000">
              <a:off x="2744503" y="131367"/>
              <a:ext cx="2212432" cy="3576109"/>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57" name="Google Shape;3257;p51"/>
            <p:cNvSpPr/>
            <p:nvPr/>
          </p:nvSpPr>
          <p:spPr>
            <a:xfrm flipH="1" rot="10800000">
              <a:off x="2744503" y="131367"/>
              <a:ext cx="2212432" cy="3576109"/>
            </a:xfrm>
            <a:custGeom>
              <a:rect b="b" l="l" r="r" t="t"/>
              <a:pathLst>
                <a:path extrusionOk="0" h="3576109" w="2212432">
                  <a:moveTo>
                    <a:pt x="0" y="0"/>
                  </a:moveTo>
                  <a:lnTo>
                    <a:pt x="2212432" y="3576109"/>
                  </a:lnTo>
                </a:path>
              </a:pathLst>
            </a:custGeom>
            <a:solidFill>
              <a:schemeClr val="lt1"/>
            </a:solidFill>
            <a:ln cap="flat" cmpd="sng" w="9525">
              <a:solidFill>
                <a:srgbClr val="3F3F3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258" name="Google Shape;3258;p51"/>
          <p:cNvSpPr txBox="1"/>
          <p:nvPr/>
        </p:nvSpPr>
        <p:spPr>
          <a:xfrm>
            <a:off x="180692" y="652208"/>
            <a:ext cx="4451817" cy="2924327"/>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1400">
                <a:solidFill>
                  <a:schemeClr val="lt1"/>
                </a:solidFill>
                <a:latin typeface="Calibri"/>
                <a:ea typeface="Calibri"/>
                <a:cs typeface="Calibri"/>
                <a:sym typeface="Calibri"/>
              </a:rPr>
              <a:t>Lorem ipsum dolor sit amet, consectetur adipiscing</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elit, sed do eiusmod tempor incididunt ut labore</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et dolore magna aliqua. Ut enim ad minim veniam,</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quis nostrud exercitation ullamco laboris nisi</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ut aliquip ex ea commodo consequat.</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Duis aute irure dolor in reprehenderit</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in voluptate velit esse cillum dolore</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eu fugiat nulla pariatur.</a:t>
            </a:r>
            <a:endParaRPr/>
          </a:p>
          <a:p>
            <a:pPr indent="0" lvl="0" marL="0" marR="0" rtl="0" algn="l">
              <a:lnSpc>
                <a:spcPct val="110000"/>
              </a:lnSpc>
              <a:spcBef>
                <a:spcPts val="0"/>
              </a:spcBef>
              <a:spcAft>
                <a:spcPts val="0"/>
              </a:spcAft>
              <a:buNone/>
            </a:pPr>
            <a:r>
              <a:rPr lang="en-US" sz="1400">
                <a:solidFill>
                  <a:schemeClr val="lt1"/>
                </a:solidFill>
                <a:latin typeface="Calibri"/>
                <a:ea typeface="Calibri"/>
                <a:cs typeface="Calibri"/>
                <a:sym typeface="Calibri"/>
              </a:rPr>
              <a:t>Excepteur sint occaecat cupidatat</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non proident, sunt in culpa</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qui officia deserunt mollit</a:t>
            </a:r>
            <a:br>
              <a:rPr lang="en-US" sz="1400">
                <a:solidFill>
                  <a:schemeClr val="lt1"/>
                </a:solidFill>
                <a:latin typeface="Calibri"/>
                <a:ea typeface="Calibri"/>
                <a:cs typeface="Calibri"/>
                <a:sym typeface="Calibri"/>
              </a:rPr>
            </a:br>
            <a:r>
              <a:rPr lang="en-US" sz="1400">
                <a:solidFill>
                  <a:schemeClr val="lt1"/>
                </a:solidFill>
                <a:latin typeface="Calibri"/>
                <a:ea typeface="Calibri"/>
                <a:cs typeface="Calibri"/>
                <a:sym typeface="Calibri"/>
              </a:rPr>
              <a:t>anim id est laborum.</a:t>
            </a:r>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3" name="Shape 3263"/>
        <p:cNvGrpSpPr/>
        <p:nvPr/>
      </p:nvGrpSpPr>
      <p:grpSpPr>
        <a:xfrm>
          <a:off x="0" y="0"/>
          <a:ext cx="0" cy="0"/>
          <a:chOff x="0" y="0"/>
          <a:chExt cx="0" cy="0"/>
        </a:xfrm>
      </p:grpSpPr>
      <p:sp>
        <p:nvSpPr>
          <p:cNvPr id="3264" name="Google Shape;3264;p52"/>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3265" name="Google Shape;3265;p52"/>
          <p:cNvSpPr/>
          <p:nvPr/>
        </p:nvSpPr>
        <p:spPr>
          <a:xfrm>
            <a:off x="2801212" y="518586"/>
            <a:ext cx="3857566" cy="3857563"/>
          </a:xfrm>
          <a:prstGeom prst="ellipse">
            <a:avLst/>
          </a:prstGeom>
          <a:solidFill>
            <a:srgbClr val="54B9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66" name="Google Shape;3266;p52"/>
          <p:cNvSpPr/>
          <p:nvPr/>
        </p:nvSpPr>
        <p:spPr>
          <a:xfrm>
            <a:off x="3199549" y="914400"/>
            <a:ext cx="3060896" cy="3060894"/>
          </a:xfrm>
          <a:prstGeom prst="ellipse">
            <a:avLst/>
          </a:prstGeom>
          <a:solidFill>
            <a:srgbClr val="FBB03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67" name="Google Shape;3267;p52"/>
          <p:cNvSpPr/>
          <p:nvPr/>
        </p:nvSpPr>
        <p:spPr>
          <a:xfrm>
            <a:off x="3850764" y="1565616"/>
            <a:ext cx="1758462" cy="1758460"/>
          </a:xfrm>
          <a:prstGeom prst="ellipse">
            <a:avLst/>
          </a:prstGeom>
          <a:solidFill>
            <a:srgbClr val="4E84C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68" name="Google Shape;3268;p52"/>
          <p:cNvSpPr/>
          <p:nvPr/>
        </p:nvSpPr>
        <p:spPr>
          <a:xfrm>
            <a:off x="3347854" y="1119145"/>
            <a:ext cx="993300" cy="1527863"/>
          </a:xfrm>
          <a:custGeom>
            <a:rect b="b" l="l" r="r" t="t"/>
            <a:pathLst>
              <a:path extrusionOk="0" h="1539205" w="1000674">
                <a:moveTo>
                  <a:pt x="1000674" y="0"/>
                </a:moveTo>
                <a:lnTo>
                  <a:pt x="737164" y="412137"/>
                </a:lnTo>
                <a:lnTo>
                  <a:pt x="671615" y="461153"/>
                </a:lnTo>
                <a:cubicBezTo>
                  <a:pt x="475741" y="622803"/>
                  <a:pt x="335107" y="848997"/>
                  <a:pt x="282277" y="1107175"/>
                </a:cubicBezTo>
                <a:lnTo>
                  <a:pt x="278986" y="1128739"/>
                </a:lnTo>
                <a:lnTo>
                  <a:pt x="16544" y="1539205"/>
                </a:lnTo>
                <a:lnTo>
                  <a:pt x="7189" y="1477909"/>
                </a:lnTo>
                <a:cubicBezTo>
                  <a:pt x="2435" y="1431101"/>
                  <a:pt x="0" y="1383607"/>
                  <a:pt x="0" y="1335544"/>
                </a:cubicBezTo>
                <a:cubicBezTo>
                  <a:pt x="0" y="710730"/>
                  <a:pt x="411541" y="182036"/>
                  <a:pt x="978344" y="5742"/>
                </a:cubicBezTo>
                <a:lnTo>
                  <a:pt x="100067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69" name="Google Shape;3269;p52"/>
          <p:cNvSpPr/>
          <p:nvPr/>
        </p:nvSpPr>
        <p:spPr>
          <a:xfrm>
            <a:off x="3624782" y="1528243"/>
            <a:ext cx="454803" cy="711322"/>
          </a:xfrm>
          <a:custGeom>
            <a:rect b="b" l="l" r="r" t="t"/>
            <a:pathLst>
              <a:path extrusionOk="0" h="716602" w="458178">
                <a:moveTo>
                  <a:pt x="458178" y="0"/>
                </a:moveTo>
                <a:lnTo>
                  <a:pt x="0" y="716602"/>
                </a:lnTo>
                <a:lnTo>
                  <a:pt x="3291" y="695038"/>
                </a:lnTo>
                <a:cubicBezTo>
                  <a:pt x="56121" y="436860"/>
                  <a:pt x="196755" y="210666"/>
                  <a:pt x="392629" y="49016"/>
                </a:cubicBezTo>
                <a:lnTo>
                  <a:pt x="458178"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70" name="Google Shape;3270;p52"/>
          <p:cNvSpPr/>
          <p:nvPr/>
        </p:nvSpPr>
        <p:spPr>
          <a:xfrm>
            <a:off x="3900239" y="1973121"/>
            <a:ext cx="1661501" cy="916834"/>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400">
              <a:solidFill>
                <a:schemeClr val="dk1"/>
              </a:solidFill>
              <a:latin typeface="Calibri"/>
              <a:ea typeface="Calibri"/>
              <a:cs typeface="Calibri"/>
              <a:sym typeface="Calibri"/>
            </a:endParaRPr>
          </a:p>
        </p:txBody>
      </p:sp>
      <p:sp>
        <p:nvSpPr>
          <p:cNvPr id="3271" name="Google Shape;3271;p52"/>
          <p:cNvSpPr/>
          <p:nvPr/>
        </p:nvSpPr>
        <p:spPr>
          <a:xfrm>
            <a:off x="6386115" y="627240"/>
            <a:ext cx="1391346" cy="38358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4E84C4"/>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a:t>
            </a:r>
            <a:endParaRPr/>
          </a:p>
        </p:txBody>
      </p:sp>
      <p:sp>
        <p:nvSpPr>
          <p:cNvPr id="3272" name="Google Shape;3272;p52"/>
          <p:cNvSpPr/>
          <p:nvPr/>
        </p:nvSpPr>
        <p:spPr>
          <a:xfrm>
            <a:off x="6218666" y="3663010"/>
            <a:ext cx="1330160" cy="70195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4E84C4"/>
                </a:solidFill>
                <a:latin typeface="Calibri"/>
                <a:ea typeface="Calibri"/>
                <a:cs typeface="Calibri"/>
                <a:sym typeface="Calibri"/>
              </a:rPr>
              <a:t>#</a:t>
            </a:r>
            <a:r>
              <a:rPr lang="en-US" sz="1050">
                <a:solidFill>
                  <a:srgbClr val="002060"/>
                </a:solidFill>
                <a:latin typeface="Calibri"/>
                <a:ea typeface="Calibri"/>
                <a:cs typeface="Calibri"/>
                <a:sym typeface="Calibri"/>
              </a:rPr>
              <a:t> </a:t>
            </a:r>
            <a:r>
              <a:rPr lang="en-US" sz="900">
                <a:solidFill>
                  <a:schemeClr val="dk1"/>
                </a:solidFill>
                <a:latin typeface="Calibri"/>
                <a:ea typeface="Calibri"/>
                <a:cs typeface="Calibri"/>
                <a:sym typeface="Calibri"/>
              </a:rPr>
              <a:t>Lorem ipsum</a:t>
            </a:r>
            <a:endParaRPr/>
          </a:p>
          <a:p>
            <a:pPr indent="0" lvl="0" marL="0" marR="0" rtl="0" algn="l">
              <a:spcBef>
                <a:spcPts val="0"/>
              </a:spcBef>
              <a:spcAft>
                <a:spcPts val="0"/>
              </a:spcAft>
              <a:buNone/>
            </a:pPr>
            <a:r>
              <a:rPr b="1" lang="en-US" sz="1500">
                <a:solidFill>
                  <a:srgbClr val="4E84C4"/>
                </a:solidFill>
                <a:latin typeface="Calibri"/>
                <a:ea typeface="Calibri"/>
                <a:cs typeface="Calibri"/>
                <a:sym typeface="Calibri"/>
              </a:rPr>
              <a:t>#</a:t>
            </a:r>
            <a:r>
              <a:rPr b="1" lang="en-US" sz="1500">
                <a:solidFill>
                  <a:srgbClr val="002060"/>
                </a:solidFill>
                <a:latin typeface="Calibri"/>
                <a:ea typeface="Calibri"/>
                <a:cs typeface="Calibri"/>
                <a:sym typeface="Calibri"/>
              </a:rPr>
              <a:t> </a:t>
            </a:r>
            <a:r>
              <a:rPr lang="en-US" sz="900">
                <a:solidFill>
                  <a:schemeClr val="dk1"/>
                </a:solidFill>
                <a:latin typeface="Calibri"/>
                <a:ea typeface="Calibri"/>
                <a:cs typeface="Calibri"/>
                <a:sym typeface="Calibri"/>
              </a:rPr>
              <a:t>Lorem ipsum</a:t>
            </a:r>
            <a:endParaRPr/>
          </a:p>
        </p:txBody>
      </p:sp>
      <p:sp>
        <p:nvSpPr>
          <p:cNvPr id="3273" name="Google Shape;3273;p52"/>
          <p:cNvSpPr/>
          <p:nvPr/>
        </p:nvSpPr>
        <p:spPr>
          <a:xfrm>
            <a:off x="2260931" y="4194979"/>
            <a:ext cx="1885336" cy="59709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1" lang="en-US" sz="1500">
                <a:solidFill>
                  <a:srgbClr val="4E84C4"/>
                </a:solidFill>
                <a:latin typeface="Calibri"/>
                <a:ea typeface="Calibri"/>
                <a:cs typeface="Calibri"/>
                <a:sym typeface="Calibri"/>
              </a:rPr>
              <a:t>##</a:t>
            </a:r>
            <a:endParaRPr/>
          </a:p>
          <a:p>
            <a:pPr indent="0" lvl="0" marL="0" marR="0" rtl="0" algn="r">
              <a:spcBef>
                <a:spcPts val="0"/>
              </a:spcBef>
              <a:spcAft>
                <a:spcPts val="0"/>
              </a:spcAft>
              <a:buNone/>
            </a:pPr>
            <a:r>
              <a:rPr lang="en-US" sz="900">
                <a:solidFill>
                  <a:schemeClr val="dk1"/>
                </a:solidFill>
                <a:latin typeface="Calibri"/>
                <a:ea typeface="Calibri"/>
                <a:cs typeface="Calibri"/>
                <a:sym typeface="Calibri"/>
              </a:rPr>
              <a:t>Lorem ipsum</a:t>
            </a:r>
            <a:endParaRPr/>
          </a:p>
        </p:txBody>
      </p:sp>
      <p:sp>
        <p:nvSpPr>
          <p:cNvPr id="3274" name="Google Shape;3274;p52"/>
          <p:cNvSpPr/>
          <p:nvPr/>
        </p:nvSpPr>
        <p:spPr>
          <a:xfrm>
            <a:off x="7061763" y="2705288"/>
            <a:ext cx="612347"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4E84C4"/>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a:t>
            </a:r>
            <a:endParaRPr/>
          </a:p>
        </p:txBody>
      </p:sp>
      <p:grpSp>
        <p:nvGrpSpPr>
          <p:cNvPr id="3275" name="Google Shape;3275;p52"/>
          <p:cNvGrpSpPr/>
          <p:nvPr/>
        </p:nvGrpSpPr>
        <p:grpSpPr>
          <a:xfrm>
            <a:off x="5553710" y="539745"/>
            <a:ext cx="751170" cy="751170"/>
            <a:chOff x="5553710" y="539745"/>
            <a:chExt cx="751170" cy="751170"/>
          </a:xfrm>
        </p:grpSpPr>
        <p:grpSp>
          <p:nvGrpSpPr>
            <p:cNvPr id="3276" name="Google Shape;3276;p52"/>
            <p:cNvGrpSpPr/>
            <p:nvPr/>
          </p:nvGrpSpPr>
          <p:grpSpPr>
            <a:xfrm>
              <a:off x="5553710" y="539745"/>
              <a:ext cx="751170" cy="751170"/>
              <a:chOff x="2918980" y="233406"/>
              <a:chExt cx="756746" cy="756746"/>
            </a:xfrm>
          </p:grpSpPr>
          <p:sp>
            <p:nvSpPr>
              <p:cNvPr id="3277" name="Google Shape;3277;p52"/>
              <p:cNvSpPr/>
              <p:nvPr/>
            </p:nvSpPr>
            <p:spPr>
              <a:xfrm>
                <a:off x="2918980" y="233406"/>
                <a:ext cx="756746" cy="756746"/>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78" name="Google Shape;3278;p52"/>
              <p:cNvSpPr/>
              <p:nvPr/>
            </p:nvSpPr>
            <p:spPr>
              <a:xfrm>
                <a:off x="3006567" y="320993"/>
                <a:ext cx="581572" cy="58157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279" name="Google Shape;3279;p52"/>
            <p:cNvSpPr/>
            <p:nvPr/>
          </p:nvSpPr>
          <p:spPr>
            <a:xfrm>
              <a:off x="5756376" y="760146"/>
              <a:ext cx="345839" cy="310366"/>
            </a:xfrm>
            <a:prstGeom prst="rect">
              <a:avLst/>
            </a:prstGeom>
            <a:noFill/>
            <a:ln>
              <a:noFill/>
            </a:ln>
          </p:spPr>
        </p:sp>
      </p:grpSp>
      <p:grpSp>
        <p:nvGrpSpPr>
          <p:cNvPr id="3280" name="Google Shape;3280;p52"/>
          <p:cNvGrpSpPr/>
          <p:nvPr/>
        </p:nvGrpSpPr>
        <p:grpSpPr>
          <a:xfrm>
            <a:off x="6197042" y="1476498"/>
            <a:ext cx="751170" cy="751170"/>
            <a:chOff x="6197042" y="1476498"/>
            <a:chExt cx="751170" cy="751170"/>
          </a:xfrm>
        </p:grpSpPr>
        <p:grpSp>
          <p:nvGrpSpPr>
            <p:cNvPr id="3281" name="Google Shape;3281;p52"/>
            <p:cNvGrpSpPr/>
            <p:nvPr/>
          </p:nvGrpSpPr>
          <p:grpSpPr>
            <a:xfrm>
              <a:off x="6197042" y="1476498"/>
              <a:ext cx="751170" cy="751170"/>
              <a:chOff x="2918980" y="233406"/>
              <a:chExt cx="756746" cy="756746"/>
            </a:xfrm>
          </p:grpSpPr>
          <p:sp>
            <p:nvSpPr>
              <p:cNvPr id="3282" name="Google Shape;3282;p52"/>
              <p:cNvSpPr/>
              <p:nvPr/>
            </p:nvSpPr>
            <p:spPr>
              <a:xfrm>
                <a:off x="2918980" y="233406"/>
                <a:ext cx="756746" cy="756746"/>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83" name="Google Shape;3283;p52"/>
              <p:cNvSpPr/>
              <p:nvPr/>
            </p:nvSpPr>
            <p:spPr>
              <a:xfrm>
                <a:off x="3006567" y="320993"/>
                <a:ext cx="581572" cy="58157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284" name="Google Shape;3284;p52"/>
            <p:cNvSpPr/>
            <p:nvPr/>
          </p:nvSpPr>
          <p:spPr>
            <a:xfrm>
              <a:off x="6442571" y="1646519"/>
              <a:ext cx="268347" cy="366396"/>
            </a:xfrm>
            <a:prstGeom prst="rect">
              <a:avLst/>
            </a:prstGeom>
            <a:noFill/>
            <a:ln>
              <a:noFill/>
            </a:ln>
          </p:spPr>
        </p:sp>
      </p:grpSp>
      <p:grpSp>
        <p:nvGrpSpPr>
          <p:cNvPr id="3285" name="Google Shape;3285;p52"/>
          <p:cNvGrpSpPr/>
          <p:nvPr/>
        </p:nvGrpSpPr>
        <p:grpSpPr>
          <a:xfrm>
            <a:off x="5536610" y="3585685"/>
            <a:ext cx="751170" cy="751170"/>
            <a:chOff x="5536610" y="3585685"/>
            <a:chExt cx="751170" cy="751170"/>
          </a:xfrm>
        </p:grpSpPr>
        <p:grpSp>
          <p:nvGrpSpPr>
            <p:cNvPr id="3286" name="Google Shape;3286;p52"/>
            <p:cNvGrpSpPr/>
            <p:nvPr/>
          </p:nvGrpSpPr>
          <p:grpSpPr>
            <a:xfrm>
              <a:off x="5536610" y="3585685"/>
              <a:ext cx="751170" cy="751170"/>
              <a:chOff x="2918980" y="233406"/>
              <a:chExt cx="756746" cy="756746"/>
            </a:xfrm>
          </p:grpSpPr>
          <p:sp>
            <p:nvSpPr>
              <p:cNvPr id="3287" name="Google Shape;3287;p52"/>
              <p:cNvSpPr/>
              <p:nvPr/>
            </p:nvSpPr>
            <p:spPr>
              <a:xfrm>
                <a:off x="2918980" y="233406"/>
                <a:ext cx="756746" cy="756746"/>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88" name="Google Shape;3288;p52"/>
              <p:cNvSpPr/>
              <p:nvPr/>
            </p:nvSpPr>
            <p:spPr>
              <a:xfrm>
                <a:off x="3006567" y="320993"/>
                <a:ext cx="581572" cy="58157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289" name="Google Shape;3289;p52"/>
            <p:cNvSpPr/>
            <p:nvPr/>
          </p:nvSpPr>
          <p:spPr>
            <a:xfrm>
              <a:off x="5730157" y="3779233"/>
              <a:ext cx="364077" cy="364074"/>
            </a:xfrm>
            <a:prstGeom prst="rect">
              <a:avLst/>
            </a:prstGeom>
            <a:noFill/>
            <a:ln>
              <a:noFill/>
            </a:ln>
          </p:spPr>
        </p:sp>
      </p:grpSp>
      <p:grpSp>
        <p:nvGrpSpPr>
          <p:cNvPr id="3290" name="Google Shape;3290;p52"/>
          <p:cNvGrpSpPr/>
          <p:nvPr/>
        </p:nvGrpSpPr>
        <p:grpSpPr>
          <a:xfrm>
            <a:off x="4225706" y="3983970"/>
            <a:ext cx="751170" cy="751170"/>
            <a:chOff x="4225706" y="3983970"/>
            <a:chExt cx="751170" cy="751170"/>
          </a:xfrm>
        </p:grpSpPr>
        <p:grpSp>
          <p:nvGrpSpPr>
            <p:cNvPr id="3291" name="Google Shape;3291;p52"/>
            <p:cNvGrpSpPr/>
            <p:nvPr/>
          </p:nvGrpSpPr>
          <p:grpSpPr>
            <a:xfrm>
              <a:off x="4225706" y="3983970"/>
              <a:ext cx="751170" cy="751170"/>
              <a:chOff x="2918980" y="233406"/>
              <a:chExt cx="756746" cy="756746"/>
            </a:xfrm>
          </p:grpSpPr>
          <p:sp>
            <p:nvSpPr>
              <p:cNvPr id="3292" name="Google Shape;3292;p52"/>
              <p:cNvSpPr/>
              <p:nvPr/>
            </p:nvSpPr>
            <p:spPr>
              <a:xfrm>
                <a:off x="2918980" y="233406"/>
                <a:ext cx="756746" cy="756746"/>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93" name="Google Shape;3293;p52"/>
              <p:cNvSpPr/>
              <p:nvPr/>
            </p:nvSpPr>
            <p:spPr>
              <a:xfrm>
                <a:off x="3006567" y="320993"/>
                <a:ext cx="581572" cy="58157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294" name="Google Shape;3294;p52"/>
            <p:cNvSpPr/>
            <p:nvPr/>
          </p:nvSpPr>
          <p:spPr>
            <a:xfrm>
              <a:off x="4399622" y="4176220"/>
              <a:ext cx="403337" cy="366669"/>
            </a:xfrm>
            <a:prstGeom prst="rect">
              <a:avLst/>
            </a:prstGeom>
            <a:noFill/>
            <a:ln>
              <a:noFill/>
            </a:ln>
          </p:spPr>
        </p:sp>
      </p:grpSp>
      <p:sp>
        <p:nvSpPr>
          <p:cNvPr id="3295" name="Google Shape;3295;p52"/>
          <p:cNvSpPr txBox="1"/>
          <p:nvPr/>
        </p:nvSpPr>
        <p:spPr>
          <a:xfrm>
            <a:off x="4097677" y="2108223"/>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grpSp>
        <p:nvGrpSpPr>
          <p:cNvPr id="3296" name="Google Shape;3296;p52"/>
          <p:cNvGrpSpPr/>
          <p:nvPr/>
        </p:nvGrpSpPr>
        <p:grpSpPr>
          <a:xfrm>
            <a:off x="6267545" y="2615318"/>
            <a:ext cx="751170" cy="751170"/>
            <a:chOff x="6267545" y="2615318"/>
            <a:chExt cx="751170" cy="751170"/>
          </a:xfrm>
        </p:grpSpPr>
        <p:sp>
          <p:nvSpPr>
            <p:cNvPr id="3297" name="Google Shape;3297;p52"/>
            <p:cNvSpPr/>
            <p:nvPr/>
          </p:nvSpPr>
          <p:spPr>
            <a:xfrm>
              <a:off x="6267545" y="2615318"/>
              <a:ext cx="751170" cy="751170"/>
            </a:xfrm>
            <a:prstGeom prst="ellipse">
              <a:avLst/>
            </a:prstGeom>
            <a:gradFill>
              <a:gsLst>
                <a:gs pos="0">
                  <a:srgbClr val="FFFFFF">
                    <a:alpha val="20000"/>
                  </a:srgbClr>
                </a:gs>
                <a:gs pos="100000">
                  <a:srgbClr val="D8D8D8">
                    <a:alpha val="4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298" name="Google Shape;3298;p52"/>
            <p:cNvSpPr/>
            <p:nvPr/>
          </p:nvSpPr>
          <p:spPr>
            <a:xfrm>
              <a:off x="6354487" y="2702260"/>
              <a:ext cx="577287" cy="57728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nvGrpSpPr>
            <p:cNvPr id="3299" name="Google Shape;3299;p52"/>
            <p:cNvGrpSpPr/>
            <p:nvPr/>
          </p:nvGrpSpPr>
          <p:grpSpPr>
            <a:xfrm>
              <a:off x="6498035" y="2822041"/>
              <a:ext cx="290435" cy="322799"/>
              <a:chOff x="6498035" y="2822041"/>
              <a:chExt cx="290435" cy="322799"/>
            </a:xfrm>
          </p:grpSpPr>
          <p:grpSp>
            <p:nvGrpSpPr>
              <p:cNvPr id="3300" name="Google Shape;3300;p52"/>
              <p:cNvGrpSpPr/>
              <p:nvPr/>
            </p:nvGrpSpPr>
            <p:grpSpPr>
              <a:xfrm>
                <a:off x="6587737" y="2822041"/>
                <a:ext cx="111031" cy="322799"/>
                <a:chOff x="8067508" y="2037982"/>
                <a:chExt cx="200179" cy="581977"/>
              </a:xfrm>
            </p:grpSpPr>
            <p:sp>
              <p:nvSpPr>
                <p:cNvPr id="3301" name="Google Shape;3301;p52"/>
                <p:cNvSpPr/>
                <p:nvPr/>
              </p:nvSpPr>
              <p:spPr>
                <a:xfrm>
                  <a:off x="8116496" y="2037982"/>
                  <a:ext cx="102107" cy="102108"/>
                </a:xfrm>
                <a:custGeom>
                  <a:rect b="b" l="l" r="r" t="t"/>
                  <a:pathLst>
                    <a:path extrusionOk="0" h="102108" w="102107">
                      <a:moveTo>
                        <a:pt x="102108" y="51054"/>
                      </a:moveTo>
                      <a:cubicBezTo>
                        <a:pt x="102108" y="79248"/>
                        <a:pt x="79248" y="102108"/>
                        <a:pt x="51054" y="102108"/>
                      </a:cubicBezTo>
                      <a:cubicBezTo>
                        <a:pt x="22860" y="102108"/>
                        <a:pt x="0" y="79248"/>
                        <a:pt x="0" y="51054"/>
                      </a:cubicBezTo>
                      <a:cubicBezTo>
                        <a:pt x="0" y="22860"/>
                        <a:pt x="22860" y="0"/>
                        <a:pt x="51054" y="0"/>
                      </a:cubicBezTo>
                      <a:cubicBezTo>
                        <a:pt x="79248" y="0"/>
                        <a:pt x="102108" y="22860"/>
                        <a:pt x="102108" y="51054"/>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2" name="Google Shape;3302;p52"/>
                <p:cNvSpPr/>
                <p:nvPr/>
              </p:nvSpPr>
              <p:spPr>
                <a:xfrm>
                  <a:off x="8067508" y="2190001"/>
                  <a:ext cx="200179" cy="429958"/>
                </a:xfrm>
                <a:custGeom>
                  <a:rect b="b" l="l" r="r" t="t"/>
                  <a:pathLst>
                    <a:path extrusionOk="0" h="429958" w="200179">
                      <a:moveTo>
                        <a:pt x="156049" y="429959"/>
                      </a:moveTo>
                      <a:lnTo>
                        <a:pt x="160907" y="230124"/>
                      </a:lnTo>
                      <a:cubicBezTo>
                        <a:pt x="179671" y="223361"/>
                        <a:pt x="202055" y="207645"/>
                        <a:pt x="200055" y="187928"/>
                      </a:cubicBezTo>
                      <a:lnTo>
                        <a:pt x="184720" y="35909"/>
                      </a:lnTo>
                      <a:cubicBezTo>
                        <a:pt x="182719" y="16193"/>
                        <a:pt x="164908" y="0"/>
                        <a:pt x="145096" y="0"/>
                      </a:cubicBezTo>
                      <a:lnTo>
                        <a:pt x="55084" y="0"/>
                      </a:lnTo>
                      <a:cubicBezTo>
                        <a:pt x="35272" y="0"/>
                        <a:pt x="17365" y="16097"/>
                        <a:pt x="15460" y="35909"/>
                      </a:cubicBezTo>
                      <a:lnTo>
                        <a:pt x="125" y="187928"/>
                      </a:lnTo>
                      <a:cubicBezTo>
                        <a:pt x="-1875" y="207645"/>
                        <a:pt x="20509" y="223361"/>
                        <a:pt x="39273" y="230124"/>
                      </a:cubicBezTo>
                      <a:lnTo>
                        <a:pt x="44131" y="42995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03" name="Google Shape;3303;p52"/>
              <p:cNvGrpSpPr/>
              <p:nvPr/>
            </p:nvGrpSpPr>
            <p:grpSpPr>
              <a:xfrm>
                <a:off x="6498035" y="2856646"/>
                <a:ext cx="290435" cy="288194"/>
                <a:chOff x="7905783" y="2100371"/>
                <a:chExt cx="523628" cy="519588"/>
              </a:xfrm>
            </p:grpSpPr>
            <p:grpSp>
              <p:nvGrpSpPr>
                <p:cNvPr id="3304" name="Google Shape;3304;p52"/>
                <p:cNvGrpSpPr/>
                <p:nvPr/>
              </p:nvGrpSpPr>
              <p:grpSpPr>
                <a:xfrm>
                  <a:off x="8295185" y="2100371"/>
                  <a:ext cx="134226" cy="519588"/>
                  <a:chOff x="8295185" y="2100371"/>
                  <a:chExt cx="134226" cy="519588"/>
                </a:xfrm>
              </p:grpSpPr>
              <p:sp>
                <p:nvSpPr>
                  <p:cNvPr id="3305" name="Google Shape;3305;p52"/>
                  <p:cNvSpPr/>
                  <p:nvPr/>
                </p:nvSpPr>
                <p:spPr>
                  <a:xfrm>
                    <a:off x="8295185" y="2100371"/>
                    <a:ext cx="90678" cy="90677"/>
                  </a:xfrm>
                  <a:custGeom>
                    <a:rect b="b" l="l" r="r" t="t"/>
                    <a:pathLst>
                      <a:path extrusionOk="0" h="90677" w="90678">
                        <a:moveTo>
                          <a:pt x="45339" y="0"/>
                        </a:moveTo>
                        <a:cubicBezTo>
                          <a:pt x="70390" y="0"/>
                          <a:pt x="90678" y="20288"/>
                          <a:pt x="90678" y="45339"/>
                        </a:cubicBezTo>
                        <a:cubicBezTo>
                          <a:pt x="90678" y="70390"/>
                          <a:pt x="70390" y="90678"/>
                          <a:pt x="45339" y="90678"/>
                        </a:cubicBezTo>
                        <a:cubicBezTo>
                          <a:pt x="20288" y="90678"/>
                          <a:pt x="0" y="70390"/>
                          <a:pt x="0" y="45339"/>
                        </a:cubicBezTo>
                        <a:cubicBezTo>
                          <a:pt x="0" y="20288"/>
                          <a:pt x="20288" y="0"/>
                          <a:pt x="45339" y="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6" name="Google Shape;3306;p52"/>
                  <p:cNvSpPr/>
                  <p:nvPr/>
                </p:nvSpPr>
                <p:spPr>
                  <a:xfrm>
                    <a:off x="8304519" y="2238388"/>
                    <a:ext cx="124892" cy="381571"/>
                  </a:xfrm>
                  <a:custGeom>
                    <a:rect b="b" l="l" r="r" t="t"/>
                    <a:pathLst>
                      <a:path extrusionOk="0" h="381571" w="124892">
                        <a:moveTo>
                          <a:pt x="85725" y="381571"/>
                        </a:moveTo>
                        <a:lnTo>
                          <a:pt x="90011" y="204216"/>
                        </a:lnTo>
                        <a:cubicBezTo>
                          <a:pt x="106680" y="198215"/>
                          <a:pt x="126587" y="184309"/>
                          <a:pt x="124778" y="166783"/>
                        </a:cubicBezTo>
                        <a:lnTo>
                          <a:pt x="111157" y="31813"/>
                        </a:lnTo>
                        <a:cubicBezTo>
                          <a:pt x="109442" y="14288"/>
                          <a:pt x="93536" y="0"/>
                          <a:pt x="75914" y="0"/>
                        </a:cubicBez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07" name="Google Shape;3307;p52"/>
                <p:cNvGrpSpPr/>
                <p:nvPr/>
              </p:nvGrpSpPr>
              <p:grpSpPr>
                <a:xfrm>
                  <a:off x="7905783" y="2100371"/>
                  <a:ext cx="134131" cy="519588"/>
                  <a:chOff x="7905783" y="2100371"/>
                  <a:chExt cx="134131" cy="519588"/>
                </a:xfrm>
              </p:grpSpPr>
              <p:sp>
                <p:nvSpPr>
                  <p:cNvPr id="3308" name="Google Shape;3308;p52"/>
                  <p:cNvSpPr/>
                  <p:nvPr/>
                </p:nvSpPr>
                <p:spPr>
                  <a:xfrm>
                    <a:off x="7949237" y="2100371"/>
                    <a:ext cx="90677" cy="90677"/>
                  </a:xfrm>
                  <a:custGeom>
                    <a:rect b="b" l="l" r="r" t="t"/>
                    <a:pathLst>
                      <a:path extrusionOk="0" h="90677" w="90677">
                        <a:moveTo>
                          <a:pt x="45339" y="0"/>
                        </a:moveTo>
                        <a:cubicBezTo>
                          <a:pt x="20288" y="0"/>
                          <a:pt x="0" y="20288"/>
                          <a:pt x="0" y="45339"/>
                        </a:cubicBezTo>
                        <a:cubicBezTo>
                          <a:pt x="0" y="70390"/>
                          <a:pt x="20288" y="90678"/>
                          <a:pt x="45339" y="90678"/>
                        </a:cubicBezTo>
                        <a:cubicBezTo>
                          <a:pt x="70390" y="90678"/>
                          <a:pt x="90678" y="70390"/>
                          <a:pt x="90678" y="45339"/>
                        </a:cubicBezTo>
                        <a:cubicBezTo>
                          <a:pt x="90678" y="20288"/>
                          <a:pt x="70390" y="0"/>
                          <a:pt x="45339" y="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9" name="Google Shape;3309;p52"/>
                  <p:cNvSpPr/>
                  <p:nvPr/>
                </p:nvSpPr>
                <p:spPr>
                  <a:xfrm>
                    <a:off x="7905783" y="2238388"/>
                    <a:ext cx="124797" cy="381571"/>
                  </a:xfrm>
                  <a:custGeom>
                    <a:rect b="b" l="l" r="r" t="t"/>
                    <a:pathLst>
                      <a:path extrusionOk="0" h="381571" w="124797">
                        <a:moveTo>
                          <a:pt x="39167" y="381571"/>
                        </a:moveTo>
                        <a:lnTo>
                          <a:pt x="34881" y="204216"/>
                        </a:lnTo>
                        <a:cubicBezTo>
                          <a:pt x="18212" y="198215"/>
                          <a:pt x="-1695" y="184309"/>
                          <a:pt x="115" y="166783"/>
                        </a:cubicBezTo>
                        <a:lnTo>
                          <a:pt x="13736" y="31813"/>
                        </a:lnTo>
                        <a:cubicBezTo>
                          <a:pt x="15450" y="14288"/>
                          <a:pt x="31357" y="0"/>
                          <a:pt x="48883" y="0"/>
                        </a:cubicBezTo>
                        <a:lnTo>
                          <a:pt x="12479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sp>
        <p:nvSpPr>
          <p:cNvPr id="3310" name="Google Shape;3310;p52"/>
          <p:cNvSpPr/>
          <p:nvPr/>
        </p:nvSpPr>
        <p:spPr>
          <a:xfrm>
            <a:off x="7035154" y="1669879"/>
            <a:ext cx="681794" cy="37401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4E84C4"/>
                </a:solidFill>
                <a:latin typeface="Calibri"/>
                <a:ea typeface="Calibri"/>
                <a:cs typeface="Calibri"/>
                <a:sym typeface="Calibri"/>
              </a:rPr>
              <a:t>#######</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Lorem ipsum.</a:t>
            </a:r>
            <a:endParaRPr/>
          </a:p>
        </p:txBody>
      </p:sp>
      <p:grpSp>
        <p:nvGrpSpPr>
          <p:cNvPr id="3311" name="Google Shape;3311;p52"/>
          <p:cNvGrpSpPr/>
          <p:nvPr/>
        </p:nvGrpSpPr>
        <p:grpSpPr>
          <a:xfrm>
            <a:off x="2744503" y="131367"/>
            <a:ext cx="2212432" cy="3576109"/>
            <a:chOff x="2744503" y="131367"/>
            <a:chExt cx="2212432" cy="3576109"/>
          </a:xfrm>
        </p:grpSpPr>
        <p:sp>
          <p:nvSpPr>
            <p:cNvPr id="3312" name="Google Shape;3312;p52"/>
            <p:cNvSpPr/>
            <p:nvPr/>
          </p:nvSpPr>
          <p:spPr>
            <a:xfrm flipH="1" rot="10800000">
              <a:off x="2744503" y="131367"/>
              <a:ext cx="2212432" cy="3576109"/>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3313" name="Google Shape;3313;p52"/>
            <p:cNvSpPr/>
            <p:nvPr/>
          </p:nvSpPr>
          <p:spPr>
            <a:xfrm flipH="1" rot="10800000">
              <a:off x="2744503" y="131367"/>
              <a:ext cx="2212432" cy="3576109"/>
            </a:xfrm>
            <a:custGeom>
              <a:rect b="b" l="l" r="r" t="t"/>
              <a:pathLst>
                <a:path extrusionOk="0" h="3576109" w="2212432">
                  <a:moveTo>
                    <a:pt x="0" y="0"/>
                  </a:moveTo>
                  <a:lnTo>
                    <a:pt x="2212432" y="3576109"/>
                  </a:lnTo>
                </a:path>
              </a:pathLst>
            </a:custGeom>
            <a:solidFill>
              <a:schemeClr val="lt1"/>
            </a:solidFill>
            <a:ln cap="flat" cmpd="sng" w="9525">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grpSp>
      <p:sp>
        <p:nvSpPr>
          <p:cNvPr id="3314" name="Google Shape;3314;p52"/>
          <p:cNvSpPr txBox="1"/>
          <p:nvPr/>
        </p:nvSpPr>
        <p:spPr>
          <a:xfrm>
            <a:off x="180692" y="652208"/>
            <a:ext cx="4451817" cy="2924327"/>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1400">
                <a:solidFill>
                  <a:schemeClr val="dk1"/>
                </a:solidFill>
                <a:latin typeface="Calibri"/>
                <a:ea typeface="Calibri"/>
                <a:cs typeface="Calibri"/>
                <a:sym typeface="Calibri"/>
              </a:rPr>
              <a:t>Lorem ipsum dolor sit amet, consectetur adipiscing</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elit, sed do eiusmod tempor incididunt ut labore</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et dolore magna aliqua. Ut enim ad minim veniam,</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quis nostrud exercitation ullamco laboris nisi</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ut aliquip ex ea commodo consequat.</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Duis aute irure dolor in reprehenderit</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in voluptate velit esse cillum dolore</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eu fugiat nulla pariatur.</a:t>
            </a:r>
            <a:endParaRPr/>
          </a:p>
          <a:p>
            <a:pPr indent="0" lvl="0" marL="0" marR="0" rtl="0" algn="l">
              <a:lnSpc>
                <a:spcPct val="110000"/>
              </a:lnSpc>
              <a:spcBef>
                <a:spcPts val="0"/>
              </a:spcBef>
              <a:spcAft>
                <a:spcPts val="0"/>
              </a:spcAft>
              <a:buNone/>
            </a:pPr>
            <a:r>
              <a:rPr lang="en-US" sz="1400">
                <a:solidFill>
                  <a:schemeClr val="dk1"/>
                </a:solidFill>
                <a:latin typeface="Calibri"/>
                <a:ea typeface="Calibri"/>
                <a:cs typeface="Calibri"/>
                <a:sym typeface="Calibri"/>
              </a:rPr>
              <a:t>Excepteur sint occaecat cupidatat</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non proident, sunt in culpa</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qui officia deserunt mollit</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anim id est laborum.</a:t>
            </a:r>
            <a:endParaRPr/>
          </a:p>
        </p:txBody>
      </p:sp>
      <p:sp>
        <p:nvSpPr>
          <p:cNvPr id="3315" name="Google Shape;3315;p5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316" name="Google Shape;3316;p5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1" name="Shape 3321"/>
        <p:cNvGrpSpPr/>
        <p:nvPr/>
      </p:nvGrpSpPr>
      <p:grpSpPr>
        <a:xfrm>
          <a:off x="0" y="0"/>
          <a:ext cx="0" cy="0"/>
          <a:chOff x="0" y="0"/>
          <a:chExt cx="0" cy="0"/>
        </a:xfrm>
      </p:grpSpPr>
      <p:sp>
        <p:nvSpPr>
          <p:cNvPr id="3322" name="Google Shape;3322;p5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3323" name="Google Shape;3323;p53"/>
          <p:cNvGrpSpPr/>
          <p:nvPr/>
        </p:nvGrpSpPr>
        <p:grpSpPr>
          <a:xfrm>
            <a:off x="972913" y="1330099"/>
            <a:ext cx="7199538" cy="2484610"/>
            <a:chOff x="788670" y="1266515"/>
            <a:chExt cx="7568023" cy="2611778"/>
          </a:xfrm>
        </p:grpSpPr>
        <p:sp>
          <p:nvSpPr>
            <p:cNvPr id="3324" name="Google Shape;3324;p53"/>
            <p:cNvSpPr/>
            <p:nvPr/>
          </p:nvSpPr>
          <p:spPr>
            <a:xfrm>
              <a:off x="1980069" y="2267046"/>
              <a:ext cx="1411356" cy="610716"/>
            </a:xfrm>
            <a:custGeom>
              <a:rect b="b" l="l" r="r" t="t"/>
              <a:pathLst>
                <a:path extrusionOk="0" h="610716" w="1411356">
                  <a:moveTo>
                    <a:pt x="909513" y="0"/>
                  </a:moveTo>
                  <a:lnTo>
                    <a:pt x="296526" y="0"/>
                  </a:lnTo>
                  <a:lnTo>
                    <a:pt x="296526" y="108902"/>
                  </a:lnTo>
                  <a:cubicBezTo>
                    <a:pt x="296526" y="324697"/>
                    <a:pt x="176623" y="512932"/>
                    <a:pt x="0" y="610717"/>
                  </a:cubicBezTo>
                  <a:lnTo>
                    <a:pt x="1411357" y="610717"/>
                  </a:lnTo>
                  <a:lnTo>
                    <a:pt x="1411357" y="501815"/>
                  </a:lnTo>
                  <a:cubicBezTo>
                    <a:pt x="1411357" y="224672"/>
                    <a:pt x="1186685" y="0"/>
                    <a:pt x="909542" y="0"/>
                  </a:cubicBezTo>
                  <a:close/>
                </a:path>
              </a:pathLst>
            </a:custGeom>
            <a:solidFill>
              <a:srgbClr val="D8922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5" name="Google Shape;3325;p53"/>
            <p:cNvSpPr/>
            <p:nvPr/>
          </p:nvSpPr>
          <p:spPr>
            <a:xfrm>
              <a:off x="2278923" y="2267075"/>
              <a:ext cx="1257574" cy="1611218"/>
            </a:xfrm>
            <a:custGeom>
              <a:rect b="b" l="l" r="r" t="t"/>
              <a:pathLst>
                <a:path extrusionOk="0" h="1611218" w="1257574">
                  <a:moveTo>
                    <a:pt x="852763" y="1592666"/>
                  </a:moveTo>
                  <a:lnTo>
                    <a:pt x="1236625" y="1213896"/>
                  </a:lnTo>
                  <a:cubicBezTo>
                    <a:pt x="1261450" y="1189392"/>
                    <a:pt x="1265349" y="1148852"/>
                    <a:pt x="1242184" y="1122805"/>
                  </a:cubicBezTo>
                  <a:cubicBezTo>
                    <a:pt x="1217476" y="1095012"/>
                    <a:pt x="1174870" y="1093877"/>
                    <a:pt x="1148765" y="1119662"/>
                  </a:cubicBezTo>
                  <a:lnTo>
                    <a:pt x="1112241" y="1155720"/>
                  </a:lnTo>
                  <a:lnTo>
                    <a:pt x="1112241" y="1153916"/>
                  </a:lnTo>
                  <a:lnTo>
                    <a:pt x="1112503" y="1153916"/>
                  </a:lnTo>
                  <a:lnTo>
                    <a:pt x="1112503" y="501815"/>
                  </a:lnTo>
                  <a:cubicBezTo>
                    <a:pt x="1112503" y="224672"/>
                    <a:pt x="887831" y="0"/>
                    <a:pt x="610659" y="0"/>
                  </a:cubicBezTo>
                  <a:lnTo>
                    <a:pt x="0" y="0"/>
                  </a:lnTo>
                  <a:cubicBezTo>
                    <a:pt x="277114" y="0"/>
                    <a:pt x="501757" y="224643"/>
                    <a:pt x="501757" y="501757"/>
                  </a:cubicBezTo>
                  <a:lnTo>
                    <a:pt x="501757" y="1153916"/>
                  </a:lnTo>
                  <a:lnTo>
                    <a:pt x="502834" y="1153916"/>
                  </a:lnTo>
                  <a:lnTo>
                    <a:pt x="502834" y="1155720"/>
                  </a:lnTo>
                  <a:lnTo>
                    <a:pt x="468755" y="1122107"/>
                  </a:lnTo>
                  <a:cubicBezTo>
                    <a:pt x="442388" y="1096089"/>
                    <a:pt x="397977" y="1094925"/>
                    <a:pt x="373182" y="1122427"/>
                  </a:cubicBezTo>
                  <a:cubicBezTo>
                    <a:pt x="362152" y="1134650"/>
                    <a:pt x="356652" y="1150074"/>
                    <a:pt x="356652" y="1165499"/>
                  </a:cubicBezTo>
                  <a:cubicBezTo>
                    <a:pt x="356652" y="1182116"/>
                    <a:pt x="363054" y="1198734"/>
                    <a:pt x="375801" y="1211335"/>
                  </a:cubicBezTo>
                  <a:lnTo>
                    <a:pt x="762254" y="1592666"/>
                  </a:lnTo>
                  <a:cubicBezTo>
                    <a:pt x="787340" y="1617403"/>
                    <a:pt x="827647" y="1617403"/>
                    <a:pt x="852704" y="1592666"/>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6" name="Google Shape;3326;p53"/>
            <p:cNvSpPr/>
            <p:nvPr/>
          </p:nvSpPr>
          <p:spPr>
            <a:xfrm>
              <a:off x="3189367" y="2267046"/>
              <a:ext cx="1411356" cy="610716"/>
            </a:xfrm>
            <a:custGeom>
              <a:rect b="b" l="l" r="r" t="t"/>
              <a:pathLst>
                <a:path extrusionOk="0" h="610716" w="1411356">
                  <a:moveTo>
                    <a:pt x="909513" y="610717"/>
                  </a:moveTo>
                  <a:lnTo>
                    <a:pt x="296526" y="610717"/>
                  </a:lnTo>
                  <a:lnTo>
                    <a:pt x="296526" y="501815"/>
                  </a:lnTo>
                  <a:cubicBezTo>
                    <a:pt x="296526" y="286020"/>
                    <a:pt x="176623" y="97785"/>
                    <a:pt x="0" y="0"/>
                  </a:cubicBezTo>
                  <a:lnTo>
                    <a:pt x="1411357" y="0"/>
                  </a:lnTo>
                  <a:lnTo>
                    <a:pt x="1411357" y="108902"/>
                  </a:lnTo>
                  <a:cubicBezTo>
                    <a:pt x="1411357" y="386045"/>
                    <a:pt x="1186685" y="610717"/>
                    <a:pt x="909542" y="610717"/>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7" name="Google Shape;3327;p53"/>
            <p:cNvSpPr/>
            <p:nvPr/>
          </p:nvSpPr>
          <p:spPr>
            <a:xfrm>
              <a:off x="3488221" y="1266515"/>
              <a:ext cx="1257574" cy="1611218"/>
            </a:xfrm>
            <a:custGeom>
              <a:rect b="b" l="l" r="r" t="t"/>
              <a:pathLst>
                <a:path extrusionOk="0" h="1611218" w="1257574">
                  <a:moveTo>
                    <a:pt x="852763" y="18553"/>
                  </a:moveTo>
                  <a:lnTo>
                    <a:pt x="1236625" y="397322"/>
                  </a:lnTo>
                  <a:cubicBezTo>
                    <a:pt x="1261450" y="421827"/>
                    <a:pt x="1265349" y="462367"/>
                    <a:pt x="1242184" y="488413"/>
                  </a:cubicBezTo>
                  <a:cubicBezTo>
                    <a:pt x="1217476" y="516206"/>
                    <a:pt x="1174870" y="517341"/>
                    <a:pt x="1148765" y="491557"/>
                  </a:cubicBezTo>
                  <a:lnTo>
                    <a:pt x="1112241" y="455498"/>
                  </a:lnTo>
                  <a:lnTo>
                    <a:pt x="1112241" y="457303"/>
                  </a:lnTo>
                  <a:lnTo>
                    <a:pt x="1112503" y="457303"/>
                  </a:lnTo>
                  <a:lnTo>
                    <a:pt x="1112503" y="1109403"/>
                  </a:lnTo>
                  <a:cubicBezTo>
                    <a:pt x="1112503" y="1386547"/>
                    <a:pt x="887831" y="1611219"/>
                    <a:pt x="610659"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30" y="399884"/>
                  </a:cubicBezTo>
                  <a:lnTo>
                    <a:pt x="762283" y="18553"/>
                  </a:lnTo>
                  <a:cubicBezTo>
                    <a:pt x="787369" y="-6184"/>
                    <a:pt x="827676" y="-6184"/>
                    <a:pt x="852734" y="18553"/>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8" name="Google Shape;3328;p53"/>
            <p:cNvSpPr/>
            <p:nvPr/>
          </p:nvSpPr>
          <p:spPr>
            <a:xfrm>
              <a:off x="4390167" y="2267046"/>
              <a:ext cx="1411356" cy="610716"/>
            </a:xfrm>
            <a:custGeom>
              <a:rect b="b" l="l" r="r" t="t"/>
              <a:pathLst>
                <a:path extrusionOk="0" h="610716" w="1411356">
                  <a:moveTo>
                    <a:pt x="909513" y="0"/>
                  </a:moveTo>
                  <a:lnTo>
                    <a:pt x="296526" y="0"/>
                  </a:lnTo>
                  <a:lnTo>
                    <a:pt x="296526" y="108902"/>
                  </a:lnTo>
                  <a:cubicBezTo>
                    <a:pt x="296526" y="324697"/>
                    <a:pt x="176623" y="512932"/>
                    <a:pt x="0" y="610717"/>
                  </a:cubicBezTo>
                  <a:lnTo>
                    <a:pt x="1411357" y="610717"/>
                  </a:lnTo>
                  <a:lnTo>
                    <a:pt x="1411357" y="501815"/>
                  </a:lnTo>
                  <a:cubicBezTo>
                    <a:pt x="1411357" y="224672"/>
                    <a:pt x="1186685" y="0"/>
                    <a:pt x="909542" y="0"/>
                  </a:cubicBezTo>
                  <a:close/>
                </a:path>
              </a:pathLst>
            </a:custGeom>
            <a:solidFill>
              <a:srgbClr val="D8922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9" name="Google Shape;3329;p53"/>
            <p:cNvSpPr/>
            <p:nvPr/>
          </p:nvSpPr>
          <p:spPr>
            <a:xfrm>
              <a:off x="4689021" y="2267075"/>
              <a:ext cx="1257574" cy="1611218"/>
            </a:xfrm>
            <a:custGeom>
              <a:rect b="b" l="l" r="r" t="t"/>
              <a:pathLst>
                <a:path extrusionOk="0" h="1611218" w="1257574">
                  <a:moveTo>
                    <a:pt x="852763" y="1592666"/>
                  </a:moveTo>
                  <a:lnTo>
                    <a:pt x="1236625" y="1213896"/>
                  </a:lnTo>
                  <a:cubicBezTo>
                    <a:pt x="1261450" y="1189392"/>
                    <a:pt x="1265349" y="1148852"/>
                    <a:pt x="1242184" y="1122805"/>
                  </a:cubicBezTo>
                  <a:cubicBezTo>
                    <a:pt x="1217476" y="1095012"/>
                    <a:pt x="1174870" y="1093877"/>
                    <a:pt x="1148765" y="1119662"/>
                  </a:cubicBezTo>
                  <a:lnTo>
                    <a:pt x="1112241" y="1155720"/>
                  </a:lnTo>
                  <a:lnTo>
                    <a:pt x="1112241" y="1153916"/>
                  </a:lnTo>
                  <a:lnTo>
                    <a:pt x="1112503" y="1153916"/>
                  </a:lnTo>
                  <a:lnTo>
                    <a:pt x="1112503" y="501815"/>
                  </a:lnTo>
                  <a:cubicBezTo>
                    <a:pt x="1112503" y="224672"/>
                    <a:pt x="887831" y="0"/>
                    <a:pt x="610659" y="0"/>
                  </a:cubicBezTo>
                  <a:lnTo>
                    <a:pt x="0" y="0"/>
                  </a:lnTo>
                  <a:cubicBezTo>
                    <a:pt x="277115" y="0"/>
                    <a:pt x="501757" y="224643"/>
                    <a:pt x="501757" y="501757"/>
                  </a:cubicBezTo>
                  <a:lnTo>
                    <a:pt x="501757" y="1153916"/>
                  </a:lnTo>
                  <a:lnTo>
                    <a:pt x="502834" y="1153916"/>
                  </a:lnTo>
                  <a:lnTo>
                    <a:pt x="502834" y="1155720"/>
                  </a:lnTo>
                  <a:lnTo>
                    <a:pt x="468755" y="1122107"/>
                  </a:lnTo>
                  <a:cubicBezTo>
                    <a:pt x="442388" y="1096089"/>
                    <a:pt x="397977" y="1094925"/>
                    <a:pt x="373182" y="1122427"/>
                  </a:cubicBezTo>
                  <a:cubicBezTo>
                    <a:pt x="362152" y="1134650"/>
                    <a:pt x="356652" y="1150074"/>
                    <a:pt x="356652" y="1165499"/>
                  </a:cubicBezTo>
                  <a:cubicBezTo>
                    <a:pt x="356652" y="1182116"/>
                    <a:pt x="363054" y="1198734"/>
                    <a:pt x="375830" y="1211335"/>
                  </a:cubicBezTo>
                  <a:lnTo>
                    <a:pt x="762283" y="1592666"/>
                  </a:lnTo>
                  <a:cubicBezTo>
                    <a:pt x="787369" y="1617403"/>
                    <a:pt x="827676" y="1617403"/>
                    <a:pt x="852734" y="1592666"/>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0" name="Google Shape;3330;p53"/>
            <p:cNvSpPr/>
            <p:nvPr/>
          </p:nvSpPr>
          <p:spPr>
            <a:xfrm>
              <a:off x="5599465" y="2267046"/>
              <a:ext cx="1411356" cy="610716"/>
            </a:xfrm>
            <a:custGeom>
              <a:rect b="b" l="l" r="r" t="t"/>
              <a:pathLst>
                <a:path extrusionOk="0" h="610716" w="1411356">
                  <a:moveTo>
                    <a:pt x="909512" y="610717"/>
                  </a:moveTo>
                  <a:lnTo>
                    <a:pt x="296525" y="610717"/>
                  </a:lnTo>
                  <a:lnTo>
                    <a:pt x="296525" y="501815"/>
                  </a:lnTo>
                  <a:cubicBezTo>
                    <a:pt x="296525" y="286020"/>
                    <a:pt x="176623" y="97785"/>
                    <a:pt x="0" y="0"/>
                  </a:cubicBezTo>
                  <a:lnTo>
                    <a:pt x="1411357" y="0"/>
                  </a:lnTo>
                  <a:lnTo>
                    <a:pt x="1411357" y="108902"/>
                  </a:lnTo>
                  <a:cubicBezTo>
                    <a:pt x="1411357" y="386045"/>
                    <a:pt x="1186685" y="610717"/>
                    <a:pt x="909541" y="610717"/>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1" name="Google Shape;3331;p53"/>
            <p:cNvSpPr/>
            <p:nvPr/>
          </p:nvSpPr>
          <p:spPr>
            <a:xfrm>
              <a:off x="5898319" y="1266515"/>
              <a:ext cx="1257574" cy="1611218"/>
            </a:xfrm>
            <a:custGeom>
              <a:rect b="b" l="l" r="r" t="t"/>
              <a:pathLst>
                <a:path extrusionOk="0" h="1611218" w="1257574">
                  <a:moveTo>
                    <a:pt x="852763" y="18553"/>
                  </a:moveTo>
                  <a:lnTo>
                    <a:pt x="1236625" y="397322"/>
                  </a:lnTo>
                  <a:cubicBezTo>
                    <a:pt x="1261449" y="421827"/>
                    <a:pt x="1265349" y="462367"/>
                    <a:pt x="1242184" y="488413"/>
                  </a:cubicBezTo>
                  <a:cubicBezTo>
                    <a:pt x="1217476" y="516206"/>
                    <a:pt x="1174869" y="517341"/>
                    <a:pt x="1148765" y="491557"/>
                  </a:cubicBezTo>
                  <a:lnTo>
                    <a:pt x="1112241" y="455498"/>
                  </a:lnTo>
                  <a:lnTo>
                    <a:pt x="1112241" y="457303"/>
                  </a:lnTo>
                  <a:lnTo>
                    <a:pt x="1112503" y="457303"/>
                  </a:lnTo>
                  <a:lnTo>
                    <a:pt x="1112503" y="1109403"/>
                  </a:lnTo>
                  <a:cubicBezTo>
                    <a:pt x="1112503" y="1386547"/>
                    <a:pt x="887831" y="1611219"/>
                    <a:pt x="610658"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30" y="399884"/>
                  </a:cubicBezTo>
                  <a:lnTo>
                    <a:pt x="762283" y="18553"/>
                  </a:lnTo>
                  <a:cubicBezTo>
                    <a:pt x="787369" y="-6184"/>
                    <a:pt x="827676" y="-6184"/>
                    <a:pt x="852734" y="18553"/>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2" name="Google Shape;3332;p53"/>
            <p:cNvSpPr/>
            <p:nvPr/>
          </p:nvSpPr>
          <p:spPr>
            <a:xfrm>
              <a:off x="6800264" y="2267046"/>
              <a:ext cx="1411357" cy="610716"/>
            </a:xfrm>
            <a:custGeom>
              <a:rect b="b" l="l" r="r" t="t"/>
              <a:pathLst>
                <a:path extrusionOk="0" h="610716" w="1411357">
                  <a:moveTo>
                    <a:pt x="909513" y="0"/>
                  </a:moveTo>
                  <a:lnTo>
                    <a:pt x="296526" y="0"/>
                  </a:lnTo>
                  <a:lnTo>
                    <a:pt x="296526" y="108902"/>
                  </a:lnTo>
                  <a:cubicBezTo>
                    <a:pt x="296526" y="324697"/>
                    <a:pt x="176624" y="512932"/>
                    <a:pt x="0" y="610717"/>
                  </a:cubicBezTo>
                  <a:lnTo>
                    <a:pt x="1411357" y="610717"/>
                  </a:lnTo>
                  <a:lnTo>
                    <a:pt x="1411357" y="501815"/>
                  </a:lnTo>
                  <a:cubicBezTo>
                    <a:pt x="1411357" y="224672"/>
                    <a:pt x="1186685" y="0"/>
                    <a:pt x="909542" y="0"/>
                  </a:cubicBezTo>
                  <a:close/>
                </a:path>
              </a:pathLst>
            </a:custGeom>
            <a:solidFill>
              <a:srgbClr val="D8922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3" name="Google Shape;3333;p53"/>
            <p:cNvSpPr/>
            <p:nvPr/>
          </p:nvSpPr>
          <p:spPr>
            <a:xfrm>
              <a:off x="7099119" y="2267075"/>
              <a:ext cx="1257574" cy="1611218"/>
            </a:xfrm>
            <a:custGeom>
              <a:rect b="b" l="l" r="r" t="t"/>
              <a:pathLst>
                <a:path extrusionOk="0" h="1611218" w="1257574">
                  <a:moveTo>
                    <a:pt x="852763" y="1592666"/>
                  </a:moveTo>
                  <a:lnTo>
                    <a:pt x="1236625" y="1213896"/>
                  </a:lnTo>
                  <a:cubicBezTo>
                    <a:pt x="1261449" y="1189392"/>
                    <a:pt x="1265349" y="1148852"/>
                    <a:pt x="1242183" y="1122805"/>
                  </a:cubicBezTo>
                  <a:cubicBezTo>
                    <a:pt x="1217475" y="1095012"/>
                    <a:pt x="1174869" y="1093877"/>
                    <a:pt x="1148765" y="1119662"/>
                  </a:cubicBezTo>
                  <a:lnTo>
                    <a:pt x="1112241" y="1155720"/>
                  </a:lnTo>
                  <a:lnTo>
                    <a:pt x="1112241" y="1153916"/>
                  </a:lnTo>
                  <a:lnTo>
                    <a:pt x="1112503" y="1153916"/>
                  </a:lnTo>
                  <a:lnTo>
                    <a:pt x="1112503" y="501815"/>
                  </a:lnTo>
                  <a:cubicBezTo>
                    <a:pt x="1112503" y="224672"/>
                    <a:pt x="887831" y="0"/>
                    <a:pt x="610658" y="0"/>
                  </a:cubicBezTo>
                  <a:lnTo>
                    <a:pt x="0" y="0"/>
                  </a:lnTo>
                  <a:cubicBezTo>
                    <a:pt x="277114" y="0"/>
                    <a:pt x="501757" y="224643"/>
                    <a:pt x="501757" y="501757"/>
                  </a:cubicBezTo>
                  <a:lnTo>
                    <a:pt x="501757" y="1153916"/>
                  </a:lnTo>
                  <a:lnTo>
                    <a:pt x="502833" y="1153916"/>
                  </a:lnTo>
                  <a:lnTo>
                    <a:pt x="502833" y="1155720"/>
                  </a:lnTo>
                  <a:lnTo>
                    <a:pt x="468754" y="1122107"/>
                  </a:lnTo>
                  <a:cubicBezTo>
                    <a:pt x="442388" y="1096089"/>
                    <a:pt x="397977" y="1094925"/>
                    <a:pt x="373182" y="1122427"/>
                  </a:cubicBezTo>
                  <a:cubicBezTo>
                    <a:pt x="362152" y="1134650"/>
                    <a:pt x="356651" y="1150074"/>
                    <a:pt x="356651" y="1165499"/>
                  </a:cubicBezTo>
                  <a:cubicBezTo>
                    <a:pt x="356651" y="1182116"/>
                    <a:pt x="363054" y="1198734"/>
                    <a:pt x="375830" y="1211335"/>
                  </a:cubicBezTo>
                  <a:lnTo>
                    <a:pt x="762283" y="1592666"/>
                  </a:lnTo>
                  <a:cubicBezTo>
                    <a:pt x="787369" y="1617403"/>
                    <a:pt x="827676" y="1617403"/>
                    <a:pt x="852734" y="1592666"/>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4" name="Google Shape;3334;p53"/>
            <p:cNvSpPr/>
            <p:nvPr/>
          </p:nvSpPr>
          <p:spPr>
            <a:xfrm>
              <a:off x="788670" y="2267017"/>
              <a:ext cx="1416536" cy="610716"/>
            </a:xfrm>
            <a:custGeom>
              <a:rect b="b" l="l" r="r" t="t"/>
              <a:pathLst>
                <a:path extrusionOk="0" h="610716" w="1416536">
                  <a:moveTo>
                    <a:pt x="1416537" y="108902"/>
                  </a:moveTo>
                  <a:lnTo>
                    <a:pt x="1416537" y="0"/>
                  </a:lnTo>
                  <a:lnTo>
                    <a:pt x="0" y="0"/>
                  </a:lnTo>
                  <a:lnTo>
                    <a:pt x="0" y="610717"/>
                  </a:lnTo>
                  <a:lnTo>
                    <a:pt x="914693" y="610717"/>
                  </a:lnTo>
                  <a:cubicBezTo>
                    <a:pt x="1191836" y="610717"/>
                    <a:pt x="1416508" y="386045"/>
                    <a:pt x="1416508" y="108902"/>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5" name="Google Shape;3335;p53"/>
            <p:cNvSpPr/>
            <p:nvPr/>
          </p:nvSpPr>
          <p:spPr>
            <a:xfrm>
              <a:off x="1092704" y="1266515"/>
              <a:ext cx="1257574" cy="1611218"/>
            </a:xfrm>
            <a:custGeom>
              <a:rect b="b" l="l" r="r" t="t"/>
              <a:pathLst>
                <a:path extrusionOk="0" h="1611218" w="1257574">
                  <a:moveTo>
                    <a:pt x="852763" y="18553"/>
                  </a:moveTo>
                  <a:lnTo>
                    <a:pt x="1236625" y="397322"/>
                  </a:lnTo>
                  <a:cubicBezTo>
                    <a:pt x="1261450" y="421827"/>
                    <a:pt x="1265349" y="462367"/>
                    <a:pt x="1242184" y="488413"/>
                  </a:cubicBezTo>
                  <a:cubicBezTo>
                    <a:pt x="1217476" y="516206"/>
                    <a:pt x="1174870" y="517341"/>
                    <a:pt x="1148765" y="491557"/>
                  </a:cubicBezTo>
                  <a:lnTo>
                    <a:pt x="1112241" y="455498"/>
                  </a:lnTo>
                  <a:lnTo>
                    <a:pt x="1112241" y="457303"/>
                  </a:lnTo>
                  <a:lnTo>
                    <a:pt x="1112532" y="457303"/>
                  </a:lnTo>
                  <a:lnTo>
                    <a:pt x="1112532" y="1109403"/>
                  </a:lnTo>
                  <a:cubicBezTo>
                    <a:pt x="1112532" y="1386547"/>
                    <a:pt x="887860" y="1611219"/>
                    <a:pt x="610688"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01" y="399884"/>
                  </a:cubicBezTo>
                  <a:lnTo>
                    <a:pt x="762283" y="18553"/>
                  </a:lnTo>
                  <a:cubicBezTo>
                    <a:pt x="787369" y="-6184"/>
                    <a:pt x="827676" y="-6184"/>
                    <a:pt x="852734" y="18553"/>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36" name="Google Shape;3336;p53"/>
          <p:cNvSpPr txBox="1"/>
          <p:nvPr/>
        </p:nvSpPr>
        <p:spPr>
          <a:xfrm>
            <a:off x="137604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337" name="Google Shape;3337;p53"/>
          <p:cNvSpPr txBox="1"/>
          <p:nvPr/>
        </p:nvSpPr>
        <p:spPr>
          <a:xfrm>
            <a:off x="368109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338" name="Google Shape;3338;p53"/>
          <p:cNvSpPr txBox="1"/>
          <p:nvPr/>
        </p:nvSpPr>
        <p:spPr>
          <a:xfrm>
            <a:off x="596328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339" name="Google Shape;3339;p53"/>
          <p:cNvSpPr txBox="1"/>
          <p:nvPr/>
        </p:nvSpPr>
        <p:spPr>
          <a:xfrm>
            <a:off x="256476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340" name="Google Shape;3340;p53"/>
          <p:cNvSpPr txBox="1"/>
          <p:nvPr/>
        </p:nvSpPr>
        <p:spPr>
          <a:xfrm>
            <a:off x="482790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sp>
        <p:nvSpPr>
          <p:cNvPr id="3341" name="Google Shape;3341;p53"/>
          <p:cNvSpPr txBox="1"/>
          <p:nvPr/>
        </p:nvSpPr>
        <p:spPr>
          <a:xfrm>
            <a:off x="711009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Lorem ipsum dolor</a:t>
            </a:r>
            <a:endParaRPr/>
          </a:p>
        </p:txBody>
      </p:sp>
      <p:grpSp>
        <p:nvGrpSpPr>
          <p:cNvPr id="3342" name="Google Shape;3342;p53"/>
          <p:cNvGrpSpPr/>
          <p:nvPr/>
        </p:nvGrpSpPr>
        <p:grpSpPr>
          <a:xfrm>
            <a:off x="1868853" y="1626865"/>
            <a:ext cx="336962" cy="467293"/>
            <a:chOff x="1868853" y="1626865"/>
            <a:chExt cx="336962" cy="467293"/>
          </a:xfrm>
        </p:grpSpPr>
        <p:sp>
          <p:nvSpPr>
            <p:cNvPr id="3343" name="Google Shape;3343;p53"/>
            <p:cNvSpPr/>
            <p:nvPr/>
          </p:nvSpPr>
          <p:spPr>
            <a:xfrm>
              <a:off x="1983337" y="2044499"/>
              <a:ext cx="107994" cy="6830"/>
            </a:xfrm>
            <a:custGeom>
              <a:rect b="b" l="l" r="r" t="t"/>
              <a:pathLst>
                <a:path extrusionOk="0" h="6830" w="107994">
                  <a:moveTo>
                    <a:pt x="0" y="0"/>
                  </a:moveTo>
                  <a:lnTo>
                    <a:pt x="107995"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4" name="Google Shape;3344;p53"/>
            <p:cNvSpPr/>
            <p:nvPr/>
          </p:nvSpPr>
          <p:spPr>
            <a:xfrm>
              <a:off x="2009431" y="2087328"/>
              <a:ext cx="55875" cy="6830"/>
            </a:xfrm>
            <a:custGeom>
              <a:rect b="b" l="l" r="r" t="t"/>
              <a:pathLst>
                <a:path extrusionOk="0" h="6830" w="55875">
                  <a:moveTo>
                    <a:pt x="0" y="0"/>
                  </a:moveTo>
                  <a:lnTo>
                    <a:pt x="5587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5" name="Google Shape;3345;p53"/>
            <p:cNvSpPr/>
            <p:nvPr/>
          </p:nvSpPr>
          <p:spPr>
            <a:xfrm>
              <a:off x="2037369" y="1626865"/>
              <a:ext cx="6830" cy="30670"/>
            </a:xfrm>
            <a:custGeom>
              <a:rect b="b" l="l" r="r" t="t"/>
              <a:pathLst>
                <a:path extrusionOk="0" h="30670" w="6830">
                  <a:moveTo>
                    <a:pt x="0" y="3067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46" name="Google Shape;3346;p53"/>
            <p:cNvGrpSpPr/>
            <p:nvPr/>
          </p:nvGrpSpPr>
          <p:grpSpPr>
            <a:xfrm>
              <a:off x="1868853" y="1699066"/>
              <a:ext cx="336962" cy="24932"/>
              <a:chOff x="1868853" y="1699066"/>
              <a:chExt cx="336962" cy="24932"/>
            </a:xfrm>
          </p:grpSpPr>
          <p:sp>
            <p:nvSpPr>
              <p:cNvPr id="3347" name="Google Shape;3347;p53"/>
              <p:cNvSpPr/>
              <p:nvPr/>
            </p:nvSpPr>
            <p:spPr>
              <a:xfrm>
                <a:off x="2181020" y="1699066"/>
                <a:ext cx="24795" cy="24932"/>
              </a:xfrm>
              <a:custGeom>
                <a:rect b="b" l="l" r="r" t="t"/>
                <a:pathLst>
                  <a:path extrusionOk="0" h="24932" w="24795">
                    <a:moveTo>
                      <a:pt x="0" y="24932"/>
                    </a:moveTo>
                    <a:lnTo>
                      <a:pt x="2479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8" name="Google Shape;3348;p53"/>
              <p:cNvSpPr/>
              <p:nvPr/>
            </p:nvSpPr>
            <p:spPr>
              <a:xfrm>
                <a:off x="1868853" y="1699066"/>
                <a:ext cx="24795" cy="24932"/>
              </a:xfrm>
              <a:custGeom>
                <a:rect b="b" l="l" r="r" t="t"/>
                <a:pathLst>
                  <a:path extrusionOk="0" h="24932" w="24795">
                    <a:moveTo>
                      <a:pt x="0" y="0"/>
                    </a:moveTo>
                    <a:lnTo>
                      <a:pt x="24796" y="2493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49" name="Google Shape;3349;p53"/>
            <p:cNvSpPr/>
            <p:nvPr/>
          </p:nvSpPr>
          <p:spPr>
            <a:xfrm>
              <a:off x="2037369" y="1882200"/>
              <a:ext cx="6830" cy="116464"/>
            </a:xfrm>
            <a:custGeom>
              <a:rect b="b" l="l" r="r" t="t"/>
              <a:pathLst>
                <a:path extrusionOk="0" h="116464" w="6830">
                  <a:moveTo>
                    <a:pt x="0" y="116465"/>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50" name="Google Shape;3350;p53"/>
            <p:cNvGrpSpPr/>
            <p:nvPr/>
          </p:nvGrpSpPr>
          <p:grpSpPr>
            <a:xfrm>
              <a:off x="1995906" y="1840942"/>
              <a:ext cx="82857" cy="41257"/>
              <a:chOff x="1995906" y="1840942"/>
              <a:chExt cx="82857" cy="41257"/>
            </a:xfrm>
          </p:grpSpPr>
          <p:sp>
            <p:nvSpPr>
              <p:cNvPr id="3351" name="Google Shape;3351;p53"/>
              <p:cNvSpPr/>
              <p:nvPr/>
            </p:nvSpPr>
            <p:spPr>
              <a:xfrm>
                <a:off x="2037642" y="1840942"/>
                <a:ext cx="41121" cy="41257"/>
              </a:xfrm>
              <a:custGeom>
                <a:rect b="b" l="l" r="r" t="t"/>
                <a:pathLst>
                  <a:path extrusionOk="0" h="41257" w="41121">
                    <a:moveTo>
                      <a:pt x="0" y="41258"/>
                    </a:moveTo>
                    <a:lnTo>
                      <a:pt x="4112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2" name="Google Shape;3352;p53"/>
              <p:cNvSpPr/>
              <p:nvPr/>
            </p:nvSpPr>
            <p:spPr>
              <a:xfrm>
                <a:off x="1995906" y="1840942"/>
                <a:ext cx="41121" cy="41257"/>
              </a:xfrm>
              <a:custGeom>
                <a:rect b="b" l="l" r="r" t="t"/>
                <a:pathLst>
                  <a:path extrusionOk="0" h="41257" w="41121">
                    <a:moveTo>
                      <a:pt x="41121" y="4125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53" name="Google Shape;3353;p53"/>
            <p:cNvSpPr/>
            <p:nvPr/>
          </p:nvSpPr>
          <p:spPr>
            <a:xfrm>
              <a:off x="1901572" y="1702892"/>
              <a:ext cx="271523" cy="295704"/>
            </a:xfrm>
            <a:custGeom>
              <a:rect b="b" l="l" r="r" t="t"/>
              <a:pathLst>
                <a:path extrusionOk="0" h="295704" w="271523">
                  <a:moveTo>
                    <a:pt x="135728" y="0"/>
                  </a:moveTo>
                  <a:cubicBezTo>
                    <a:pt x="60794" y="0"/>
                    <a:pt x="0" y="59633"/>
                    <a:pt x="0" y="133269"/>
                  </a:cubicBezTo>
                  <a:cubicBezTo>
                    <a:pt x="0" y="168174"/>
                    <a:pt x="10724" y="192833"/>
                    <a:pt x="25206" y="210661"/>
                  </a:cubicBezTo>
                  <a:cubicBezTo>
                    <a:pt x="50138" y="237643"/>
                    <a:pt x="75480" y="249460"/>
                    <a:pt x="79784" y="295705"/>
                  </a:cubicBezTo>
                  <a:lnTo>
                    <a:pt x="191604" y="295705"/>
                  </a:lnTo>
                  <a:cubicBezTo>
                    <a:pt x="195907" y="249460"/>
                    <a:pt x="221249" y="237643"/>
                    <a:pt x="246318" y="210661"/>
                  </a:cubicBezTo>
                  <a:cubicBezTo>
                    <a:pt x="263190" y="190716"/>
                    <a:pt x="271524" y="168174"/>
                    <a:pt x="271524" y="133269"/>
                  </a:cubicBezTo>
                  <a:cubicBezTo>
                    <a:pt x="271524" y="59701"/>
                    <a:pt x="210662" y="0"/>
                    <a:pt x="135728" y="0"/>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54" name="Google Shape;3354;p53"/>
          <p:cNvGrpSpPr/>
          <p:nvPr/>
        </p:nvGrpSpPr>
        <p:grpSpPr>
          <a:xfrm>
            <a:off x="1870399" y="1626865"/>
            <a:ext cx="336962" cy="467293"/>
            <a:chOff x="1868853" y="1626865"/>
            <a:chExt cx="336962" cy="467293"/>
          </a:xfrm>
        </p:grpSpPr>
        <p:sp>
          <p:nvSpPr>
            <p:cNvPr id="3355" name="Google Shape;3355;p53"/>
            <p:cNvSpPr/>
            <p:nvPr/>
          </p:nvSpPr>
          <p:spPr>
            <a:xfrm>
              <a:off x="1983337" y="2044499"/>
              <a:ext cx="107994" cy="6830"/>
            </a:xfrm>
            <a:custGeom>
              <a:rect b="b" l="l" r="r" t="t"/>
              <a:pathLst>
                <a:path extrusionOk="0" h="6830" w="107994">
                  <a:moveTo>
                    <a:pt x="0" y="0"/>
                  </a:moveTo>
                  <a:lnTo>
                    <a:pt x="107995"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6" name="Google Shape;3356;p53"/>
            <p:cNvSpPr/>
            <p:nvPr/>
          </p:nvSpPr>
          <p:spPr>
            <a:xfrm>
              <a:off x="2009431" y="2087328"/>
              <a:ext cx="55875" cy="6830"/>
            </a:xfrm>
            <a:custGeom>
              <a:rect b="b" l="l" r="r" t="t"/>
              <a:pathLst>
                <a:path extrusionOk="0" h="6830" w="55875">
                  <a:moveTo>
                    <a:pt x="0" y="0"/>
                  </a:moveTo>
                  <a:lnTo>
                    <a:pt x="5587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7" name="Google Shape;3357;p53"/>
            <p:cNvSpPr/>
            <p:nvPr/>
          </p:nvSpPr>
          <p:spPr>
            <a:xfrm>
              <a:off x="2037369" y="1626865"/>
              <a:ext cx="6830" cy="30670"/>
            </a:xfrm>
            <a:custGeom>
              <a:rect b="b" l="l" r="r" t="t"/>
              <a:pathLst>
                <a:path extrusionOk="0" h="30670" w="6830">
                  <a:moveTo>
                    <a:pt x="0" y="3067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58" name="Google Shape;3358;p53"/>
            <p:cNvGrpSpPr/>
            <p:nvPr/>
          </p:nvGrpSpPr>
          <p:grpSpPr>
            <a:xfrm>
              <a:off x="1868853" y="1699066"/>
              <a:ext cx="336962" cy="24932"/>
              <a:chOff x="1868853" y="1699066"/>
              <a:chExt cx="336962" cy="24932"/>
            </a:xfrm>
          </p:grpSpPr>
          <p:sp>
            <p:nvSpPr>
              <p:cNvPr id="3359" name="Google Shape;3359;p53"/>
              <p:cNvSpPr/>
              <p:nvPr/>
            </p:nvSpPr>
            <p:spPr>
              <a:xfrm>
                <a:off x="2181020" y="1699066"/>
                <a:ext cx="24795" cy="24932"/>
              </a:xfrm>
              <a:custGeom>
                <a:rect b="b" l="l" r="r" t="t"/>
                <a:pathLst>
                  <a:path extrusionOk="0" h="24932" w="24795">
                    <a:moveTo>
                      <a:pt x="0" y="24932"/>
                    </a:moveTo>
                    <a:lnTo>
                      <a:pt x="2479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0" name="Google Shape;3360;p53"/>
              <p:cNvSpPr/>
              <p:nvPr/>
            </p:nvSpPr>
            <p:spPr>
              <a:xfrm>
                <a:off x="1868853" y="1699066"/>
                <a:ext cx="24795" cy="24932"/>
              </a:xfrm>
              <a:custGeom>
                <a:rect b="b" l="l" r="r" t="t"/>
                <a:pathLst>
                  <a:path extrusionOk="0" h="24932" w="24795">
                    <a:moveTo>
                      <a:pt x="0" y="0"/>
                    </a:moveTo>
                    <a:lnTo>
                      <a:pt x="24796" y="2493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1" name="Google Shape;3361;p53"/>
            <p:cNvSpPr/>
            <p:nvPr/>
          </p:nvSpPr>
          <p:spPr>
            <a:xfrm>
              <a:off x="2037369" y="1882200"/>
              <a:ext cx="6830" cy="116464"/>
            </a:xfrm>
            <a:custGeom>
              <a:rect b="b" l="l" r="r" t="t"/>
              <a:pathLst>
                <a:path extrusionOk="0" h="116464" w="6830">
                  <a:moveTo>
                    <a:pt x="0" y="116465"/>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62" name="Google Shape;3362;p53"/>
            <p:cNvGrpSpPr/>
            <p:nvPr/>
          </p:nvGrpSpPr>
          <p:grpSpPr>
            <a:xfrm>
              <a:off x="1995906" y="1840942"/>
              <a:ext cx="82857" cy="41257"/>
              <a:chOff x="1995906" y="1840942"/>
              <a:chExt cx="82857" cy="41257"/>
            </a:xfrm>
          </p:grpSpPr>
          <p:sp>
            <p:nvSpPr>
              <p:cNvPr id="3363" name="Google Shape;3363;p53"/>
              <p:cNvSpPr/>
              <p:nvPr/>
            </p:nvSpPr>
            <p:spPr>
              <a:xfrm>
                <a:off x="2037642" y="1840942"/>
                <a:ext cx="41121" cy="41257"/>
              </a:xfrm>
              <a:custGeom>
                <a:rect b="b" l="l" r="r" t="t"/>
                <a:pathLst>
                  <a:path extrusionOk="0" h="41257" w="41121">
                    <a:moveTo>
                      <a:pt x="0" y="41258"/>
                    </a:moveTo>
                    <a:lnTo>
                      <a:pt x="4112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4" name="Google Shape;3364;p53"/>
              <p:cNvSpPr/>
              <p:nvPr/>
            </p:nvSpPr>
            <p:spPr>
              <a:xfrm>
                <a:off x="1995906" y="1840942"/>
                <a:ext cx="41121" cy="41257"/>
              </a:xfrm>
              <a:custGeom>
                <a:rect b="b" l="l" r="r" t="t"/>
                <a:pathLst>
                  <a:path extrusionOk="0" h="41257" w="41121">
                    <a:moveTo>
                      <a:pt x="41121" y="4125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5" name="Google Shape;3365;p53"/>
            <p:cNvSpPr/>
            <p:nvPr/>
          </p:nvSpPr>
          <p:spPr>
            <a:xfrm>
              <a:off x="1901572" y="1702892"/>
              <a:ext cx="271523" cy="295704"/>
            </a:xfrm>
            <a:custGeom>
              <a:rect b="b" l="l" r="r" t="t"/>
              <a:pathLst>
                <a:path extrusionOk="0" h="295704" w="271523">
                  <a:moveTo>
                    <a:pt x="135728" y="0"/>
                  </a:moveTo>
                  <a:cubicBezTo>
                    <a:pt x="60794" y="0"/>
                    <a:pt x="0" y="59633"/>
                    <a:pt x="0" y="133269"/>
                  </a:cubicBezTo>
                  <a:cubicBezTo>
                    <a:pt x="0" y="168174"/>
                    <a:pt x="10724" y="192833"/>
                    <a:pt x="25206" y="210661"/>
                  </a:cubicBezTo>
                  <a:cubicBezTo>
                    <a:pt x="50138" y="237643"/>
                    <a:pt x="75480" y="249460"/>
                    <a:pt x="79784" y="295705"/>
                  </a:cubicBezTo>
                  <a:lnTo>
                    <a:pt x="191604" y="295705"/>
                  </a:lnTo>
                  <a:cubicBezTo>
                    <a:pt x="195907" y="249460"/>
                    <a:pt x="221249" y="237643"/>
                    <a:pt x="246318" y="210661"/>
                  </a:cubicBezTo>
                  <a:cubicBezTo>
                    <a:pt x="263190" y="190716"/>
                    <a:pt x="271524" y="168174"/>
                    <a:pt x="271524" y="133269"/>
                  </a:cubicBezTo>
                  <a:cubicBezTo>
                    <a:pt x="271524" y="59701"/>
                    <a:pt x="210662" y="0"/>
                    <a:pt x="135728" y="0"/>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66" name="Google Shape;3366;p53"/>
          <p:cNvGrpSpPr/>
          <p:nvPr/>
        </p:nvGrpSpPr>
        <p:grpSpPr>
          <a:xfrm>
            <a:off x="4098915" y="1573642"/>
            <a:ext cx="419366" cy="454461"/>
            <a:chOff x="4098915" y="1573642"/>
            <a:chExt cx="419366" cy="454461"/>
          </a:xfrm>
        </p:grpSpPr>
        <p:grpSp>
          <p:nvGrpSpPr>
            <p:cNvPr id="3367" name="Google Shape;3367;p53"/>
            <p:cNvGrpSpPr/>
            <p:nvPr/>
          </p:nvGrpSpPr>
          <p:grpSpPr>
            <a:xfrm>
              <a:off x="4156387" y="1573642"/>
              <a:ext cx="335248" cy="274248"/>
              <a:chOff x="4156387" y="1573642"/>
              <a:chExt cx="335248" cy="274248"/>
            </a:xfrm>
          </p:grpSpPr>
          <p:sp>
            <p:nvSpPr>
              <p:cNvPr id="3368" name="Google Shape;3368;p53"/>
              <p:cNvSpPr/>
              <p:nvPr/>
            </p:nvSpPr>
            <p:spPr>
              <a:xfrm>
                <a:off x="4279808" y="1711663"/>
                <a:ext cx="85250" cy="66071"/>
              </a:xfrm>
              <a:custGeom>
                <a:rect b="b" l="l" r="r" t="t"/>
                <a:pathLst>
                  <a:path extrusionOk="0" h="66071" w="85250">
                    <a:moveTo>
                      <a:pt x="0" y="24560"/>
                    </a:moveTo>
                    <a:lnTo>
                      <a:pt x="29943" y="66072"/>
                    </a:lnTo>
                    <a:lnTo>
                      <a:pt x="8525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69" name="Google Shape;3369;p53"/>
              <p:cNvGrpSpPr/>
              <p:nvPr/>
            </p:nvGrpSpPr>
            <p:grpSpPr>
              <a:xfrm>
                <a:off x="4156387" y="1573642"/>
                <a:ext cx="335248" cy="274248"/>
                <a:chOff x="4156387" y="1573642"/>
                <a:chExt cx="335248" cy="274248"/>
              </a:xfrm>
            </p:grpSpPr>
            <p:sp>
              <p:nvSpPr>
                <p:cNvPr id="3370" name="Google Shape;3370;p53"/>
                <p:cNvSpPr/>
                <p:nvPr/>
              </p:nvSpPr>
              <p:spPr>
                <a:xfrm>
                  <a:off x="4297131" y="1573642"/>
                  <a:ext cx="194504" cy="263731"/>
                </a:xfrm>
                <a:custGeom>
                  <a:rect b="b" l="l" r="r" t="t"/>
                  <a:pathLst>
                    <a:path extrusionOk="0" h="263731" w="194504">
                      <a:moveTo>
                        <a:pt x="0" y="20044"/>
                      </a:moveTo>
                      <a:lnTo>
                        <a:pt x="2970" y="0"/>
                      </a:lnTo>
                      <a:lnTo>
                        <a:pt x="50791" y="0"/>
                      </a:lnTo>
                      <a:lnTo>
                        <a:pt x="58215" y="44914"/>
                      </a:lnTo>
                      <a:cubicBezTo>
                        <a:pt x="69969" y="47945"/>
                        <a:pt x="81105" y="52523"/>
                        <a:pt x="91313" y="58586"/>
                      </a:cubicBezTo>
                      <a:lnTo>
                        <a:pt x="128494" y="32232"/>
                      </a:lnTo>
                      <a:lnTo>
                        <a:pt x="162334" y="66010"/>
                      </a:lnTo>
                      <a:lnTo>
                        <a:pt x="135980" y="103253"/>
                      </a:lnTo>
                      <a:cubicBezTo>
                        <a:pt x="141981" y="113461"/>
                        <a:pt x="146620" y="124535"/>
                        <a:pt x="149590" y="136351"/>
                      </a:cubicBezTo>
                      <a:lnTo>
                        <a:pt x="194504" y="143713"/>
                      </a:lnTo>
                      <a:lnTo>
                        <a:pt x="194504" y="191534"/>
                      </a:lnTo>
                      <a:lnTo>
                        <a:pt x="149590" y="198958"/>
                      </a:lnTo>
                      <a:cubicBezTo>
                        <a:pt x="146559" y="210836"/>
                        <a:pt x="141919" y="222034"/>
                        <a:pt x="135794" y="232304"/>
                      </a:cubicBezTo>
                      <a:lnTo>
                        <a:pt x="158375" y="26373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1" name="Google Shape;3371;p53"/>
                <p:cNvSpPr/>
                <p:nvPr/>
              </p:nvSpPr>
              <p:spPr>
                <a:xfrm>
                  <a:off x="4156387" y="1676895"/>
                  <a:ext cx="58771" cy="170995"/>
                </a:xfrm>
                <a:custGeom>
                  <a:rect b="b" l="l" r="r" t="t"/>
                  <a:pathLst>
                    <a:path extrusionOk="0" h="170995" w="58771">
                      <a:moveTo>
                        <a:pt x="37181" y="170995"/>
                      </a:moveTo>
                      <a:lnTo>
                        <a:pt x="32170" y="165984"/>
                      </a:lnTo>
                      <a:lnTo>
                        <a:pt x="58772" y="128989"/>
                      </a:lnTo>
                      <a:cubicBezTo>
                        <a:pt x="52647" y="118843"/>
                        <a:pt x="48007" y="107769"/>
                        <a:pt x="44976" y="95953"/>
                      </a:cubicBezTo>
                      <a:lnTo>
                        <a:pt x="0" y="88282"/>
                      </a:lnTo>
                      <a:lnTo>
                        <a:pt x="0" y="40460"/>
                      </a:lnTo>
                      <a:lnTo>
                        <a:pt x="44976" y="32789"/>
                      </a:lnTo>
                      <a:cubicBezTo>
                        <a:pt x="48007" y="21096"/>
                        <a:pt x="52585" y="10084"/>
                        <a:pt x="58586"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2" name="Google Shape;3372;p53"/>
                <p:cNvSpPr/>
                <p:nvPr/>
              </p:nvSpPr>
              <p:spPr>
                <a:xfrm>
                  <a:off x="4188557" y="1605812"/>
                  <a:ext cx="104180" cy="49677"/>
                </a:xfrm>
                <a:custGeom>
                  <a:rect b="b" l="l" r="r" t="t"/>
                  <a:pathLst>
                    <a:path extrusionOk="0" h="49677" w="104180">
                      <a:moveTo>
                        <a:pt x="104181" y="12744"/>
                      </a:moveTo>
                      <a:cubicBezTo>
                        <a:pt x="92427" y="15714"/>
                        <a:pt x="81291" y="20354"/>
                        <a:pt x="71083" y="26416"/>
                      </a:cubicBezTo>
                      <a:lnTo>
                        <a:pt x="33840" y="0"/>
                      </a:lnTo>
                      <a:lnTo>
                        <a:pt x="0" y="33778"/>
                      </a:lnTo>
                      <a:lnTo>
                        <a:pt x="11383" y="4967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3" name="Google Shape;3373;p53"/>
                <p:cNvSpPr/>
                <p:nvPr/>
              </p:nvSpPr>
              <p:spPr>
                <a:xfrm>
                  <a:off x="4240153" y="1657345"/>
                  <a:ext cx="167778" cy="167778"/>
                </a:xfrm>
                <a:custGeom>
                  <a:rect b="b" l="l" r="r" t="t"/>
                  <a:pathLst>
                    <a:path extrusionOk="0" h="167778" w="167778">
                      <a:moveTo>
                        <a:pt x="43986" y="10084"/>
                      </a:moveTo>
                      <a:cubicBezTo>
                        <a:pt x="55864" y="3650"/>
                        <a:pt x="69413" y="0"/>
                        <a:pt x="83889" y="0"/>
                      </a:cubicBezTo>
                      <a:cubicBezTo>
                        <a:pt x="130226" y="0"/>
                        <a:pt x="167778" y="37552"/>
                        <a:pt x="167778" y="83889"/>
                      </a:cubicBezTo>
                      <a:cubicBezTo>
                        <a:pt x="167778" y="130226"/>
                        <a:pt x="130226" y="167778"/>
                        <a:pt x="83889" y="167778"/>
                      </a:cubicBezTo>
                      <a:cubicBezTo>
                        <a:pt x="37552" y="167778"/>
                        <a:pt x="0" y="130226"/>
                        <a:pt x="0" y="83889"/>
                      </a:cubicBezTo>
                      <a:cubicBezTo>
                        <a:pt x="0" y="64649"/>
                        <a:pt x="6496" y="46894"/>
                        <a:pt x="17384" y="32789"/>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374" name="Google Shape;3374;p53"/>
            <p:cNvGrpSpPr/>
            <p:nvPr/>
          </p:nvGrpSpPr>
          <p:grpSpPr>
            <a:xfrm>
              <a:off x="4098915" y="1857089"/>
              <a:ext cx="419366" cy="171014"/>
              <a:chOff x="4098915" y="1857089"/>
              <a:chExt cx="419366" cy="171014"/>
            </a:xfrm>
          </p:grpSpPr>
          <p:sp>
            <p:nvSpPr>
              <p:cNvPr id="3375" name="Google Shape;3375;p53"/>
              <p:cNvSpPr/>
              <p:nvPr/>
            </p:nvSpPr>
            <p:spPr>
              <a:xfrm>
                <a:off x="4150696" y="1857089"/>
                <a:ext cx="367585" cy="171014"/>
              </a:xfrm>
              <a:custGeom>
                <a:rect b="b" l="l" r="r" t="t"/>
                <a:pathLst>
                  <a:path extrusionOk="0" h="171014" w="367585">
                    <a:moveTo>
                      <a:pt x="250863" y="42644"/>
                    </a:moveTo>
                    <a:lnTo>
                      <a:pt x="326091" y="4226"/>
                    </a:lnTo>
                    <a:cubicBezTo>
                      <a:pt x="340629" y="-3569"/>
                      <a:pt x="357642" y="-476"/>
                      <a:pt x="364695" y="12640"/>
                    </a:cubicBezTo>
                    <a:cubicBezTo>
                      <a:pt x="371686" y="25755"/>
                      <a:pt x="365561" y="42830"/>
                      <a:pt x="351023" y="50625"/>
                    </a:cubicBezTo>
                    <a:lnTo>
                      <a:pt x="194999" y="134266"/>
                    </a:lnTo>
                    <a:lnTo>
                      <a:pt x="186771" y="136308"/>
                    </a:lnTo>
                    <a:lnTo>
                      <a:pt x="41264" y="140267"/>
                    </a:lnTo>
                    <a:cubicBezTo>
                      <a:pt x="41264" y="140267"/>
                      <a:pt x="22519" y="145526"/>
                      <a:pt x="0" y="171014"/>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6" name="Google Shape;3376;p53"/>
              <p:cNvSpPr/>
              <p:nvPr/>
            </p:nvSpPr>
            <p:spPr>
              <a:xfrm>
                <a:off x="4098915" y="1877750"/>
                <a:ext cx="277527" cy="73825"/>
              </a:xfrm>
              <a:custGeom>
                <a:rect b="b" l="l" r="r" t="t"/>
                <a:pathLst>
                  <a:path extrusionOk="0" h="73825" w="277527">
                    <a:moveTo>
                      <a:pt x="0" y="73826"/>
                    </a:moveTo>
                    <a:lnTo>
                      <a:pt x="66010" y="13074"/>
                    </a:lnTo>
                    <a:cubicBezTo>
                      <a:pt x="98242" y="-8702"/>
                      <a:pt x="136536" y="3299"/>
                      <a:pt x="136536" y="3299"/>
                    </a:cubicBezTo>
                    <a:cubicBezTo>
                      <a:pt x="155034" y="8187"/>
                      <a:pt x="189493" y="9300"/>
                      <a:pt x="189493" y="9300"/>
                    </a:cubicBezTo>
                    <a:lnTo>
                      <a:pt x="246594" y="9300"/>
                    </a:lnTo>
                    <a:cubicBezTo>
                      <a:pt x="263607" y="9300"/>
                      <a:pt x="277527" y="21426"/>
                      <a:pt x="277527" y="36274"/>
                    </a:cubicBezTo>
                    <a:cubicBezTo>
                      <a:pt x="277527" y="51121"/>
                      <a:pt x="263607" y="63309"/>
                      <a:pt x="246594" y="63309"/>
                    </a:cubicBezTo>
                    <a:lnTo>
                      <a:pt x="167593" y="63309"/>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377" name="Google Shape;3377;p53"/>
          <p:cNvGrpSpPr/>
          <p:nvPr/>
        </p:nvGrpSpPr>
        <p:grpSpPr>
          <a:xfrm>
            <a:off x="6431639" y="1583415"/>
            <a:ext cx="389785" cy="361126"/>
            <a:chOff x="6389335" y="1583415"/>
            <a:chExt cx="389785" cy="361126"/>
          </a:xfrm>
        </p:grpSpPr>
        <p:grpSp>
          <p:nvGrpSpPr>
            <p:cNvPr id="3378" name="Google Shape;3378;p53"/>
            <p:cNvGrpSpPr/>
            <p:nvPr/>
          </p:nvGrpSpPr>
          <p:grpSpPr>
            <a:xfrm>
              <a:off x="6615018" y="1780554"/>
              <a:ext cx="164102" cy="163987"/>
              <a:chOff x="6615018" y="1780554"/>
              <a:chExt cx="164102" cy="163987"/>
            </a:xfrm>
          </p:grpSpPr>
          <p:grpSp>
            <p:nvGrpSpPr>
              <p:cNvPr id="3379" name="Google Shape;3379;p53"/>
              <p:cNvGrpSpPr/>
              <p:nvPr/>
            </p:nvGrpSpPr>
            <p:grpSpPr>
              <a:xfrm>
                <a:off x="6615018" y="1780554"/>
                <a:ext cx="164102" cy="163987"/>
                <a:chOff x="6615018" y="1780554"/>
                <a:chExt cx="164102" cy="163987"/>
              </a:xfrm>
            </p:grpSpPr>
            <p:sp>
              <p:nvSpPr>
                <p:cNvPr id="3380" name="Google Shape;3380;p53"/>
                <p:cNvSpPr/>
                <p:nvPr/>
              </p:nvSpPr>
              <p:spPr>
                <a:xfrm>
                  <a:off x="6615018" y="1781691"/>
                  <a:ext cx="164102" cy="162850"/>
                </a:xfrm>
                <a:custGeom>
                  <a:rect b="b" l="l" r="r" t="t"/>
                  <a:pathLst>
                    <a:path extrusionOk="0" h="162850" w="164102">
                      <a:moveTo>
                        <a:pt x="45489" y="29625"/>
                      </a:moveTo>
                      <a:cubicBezTo>
                        <a:pt x="40713" y="33036"/>
                        <a:pt x="36391" y="37074"/>
                        <a:pt x="32695" y="41793"/>
                      </a:cubicBezTo>
                      <a:lnTo>
                        <a:pt x="10747" y="36164"/>
                      </a:lnTo>
                      <a:lnTo>
                        <a:pt x="1080" y="57885"/>
                      </a:lnTo>
                      <a:lnTo>
                        <a:pt x="19958" y="70451"/>
                      </a:lnTo>
                      <a:cubicBezTo>
                        <a:pt x="18935" y="76422"/>
                        <a:pt x="18821" y="82392"/>
                        <a:pt x="19503" y="88249"/>
                      </a:cubicBezTo>
                      <a:lnTo>
                        <a:pt x="0" y="99678"/>
                      </a:lnTo>
                      <a:lnTo>
                        <a:pt x="8529" y="121854"/>
                      </a:lnTo>
                      <a:lnTo>
                        <a:pt x="30705" y="117248"/>
                      </a:lnTo>
                      <a:cubicBezTo>
                        <a:pt x="34117" y="122081"/>
                        <a:pt x="38211" y="126403"/>
                        <a:pt x="42930" y="130156"/>
                      </a:cubicBezTo>
                      <a:lnTo>
                        <a:pt x="37301" y="152104"/>
                      </a:lnTo>
                      <a:lnTo>
                        <a:pt x="59022" y="161771"/>
                      </a:lnTo>
                      <a:lnTo>
                        <a:pt x="71589" y="142893"/>
                      </a:lnTo>
                      <a:cubicBezTo>
                        <a:pt x="77559" y="143916"/>
                        <a:pt x="83529" y="144030"/>
                        <a:pt x="89386" y="143348"/>
                      </a:cubicBezTo>
                      <a:lnTo>
                        <a:pt x="100815" y="162851"/>
                      </a:lnTo>
                      <a:lnTo>
                        <a:pt x="122991" y="154322"/>
                      </a:lnTo>
                      <a:lnTo>
                        <a:pt x="118385" y="132203"/>
                      </a:lnTo>
                      <a:cubicBezTo>
                        <a:pt x="123219" y="128791"/>
                        <a:pt x="127597" y="124640"/>
                        <a:pt x="131407" y="119864"/>
                      </a:cubicBezTo>
                      <a:lnTo>
                        <a:pt x="153298" y="125607"/>
                      </a:lnTo>
                      <a:lnTo>
                        <a:pt x="162965" y="103886"/>
                      </a:lnTo>
                      <a:lnTo>
                        <a:pt x="144087" y="91490"/>
                      </a:lnTo>
                      <a:cubicBezTo>
                        <a:pt x="145110" y="85520"/>
                        <a:pt x="145281" y="79549"/>
                        <a:pt x="144599" y="73692"/>
                      </a:cubicBezTo>
                      <a:lnTo>
                        <a:pt x="164102" y="62149"/>
                      </a:lnTo>
                      <a:lnTo>
                        <a:pt x="155573" y="39974"/>
                      </a:lnTo>
                      <a:lnTo>
                        <a:pt x="133340" y="44466"/>
                      </a:lnTo>
                      <a:cubicBezTo>
                        <a:pt x="129928" y="39689"/>
                        <a:pt x="125834" y="35311"/>
                        <a:pt x="121058" y="31558"/>
                      </a:cubicBezTo>
                      <a:lnTo>
                        <a:pt x="126801" y="9666"/>
                      </a:lnTo>
                      <a:lnTo>
                        <a:pt x="105080" y="0"/>
                      </a:lnTo>
                      <a:lnTo>
                        <a:pt x="99678" y="847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1" name="Google Shape;3381;p53"/>
                <p:cNvSpPr/>
                <p:nvPr/>
              </p:nvSpPr>
              <p:spPr>
                <a:xfrm>
                  <a:off x="6656071" y="1780554"/>
                  <a:ext cx="51516" cy="20015"/>
                </a:xfrm>
                <a:custGeom>
                  <a:rect b="b" l="l" r="r" t="t"/>
                  <a:pathLst>
                    <a:path extrusionOk="0" h="20015" w="51516">
                      <a:moveTo>
                        <a:pt x="51516" y="20015"/>
                      </a:moveTo>
                      <a:cubicBezTo>
                        <a:pt x="45546" y="18992"/>
                        <a:pt x="39576" y="18821"/>
                        <a:pt x="33719" y="19503"/>
                      </a:cubicBezTo>
                      <a:lnTo>
                        <a:pt x="22176" y="0"/>
                      </a:lnTo>
                      <a:lnTo>
                        <a:pt x="0" y="8529"/>
                      </a:lnTo>
                      <a:lnTo>
                        <a:pt x="1933" y="1802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82" name="Google Shape;3382;p53"/>
              <p:cNvSpPr/>
              <p:nvPr/>
            </p:nvSpPr>
            <p:spPr>
              <a:xfrm>
                <a:off x="6662508" y="1828034"/>
                <a:ext cx="69129" cy="69131"/>
              </a:xfrm>
              <a:custGeom>
                <a:rect b="b" l="l" r="r" t="t"/>
                <a:pathLst>
                  <a:path extrusionOk="0" h="69131" w="69129">
                    <a:moveTo>
                      <a:pt x="31888" y="113"/>
                    </a:moveTo>
                    <a:cubicBezTo>
                      <a:pt x="37404" y="-342"/>
                      <a:pt x="43147" y="568"/>
                      <a:pt x="48605" y="3013"/>
                    </a:cubicBezTo>
                    <a:cubicBezTo>
                      <a:pt x="66062" y="10746"/>
                      <a:pt x="73909" y="31216"/>
                      <a:pt x="66119" y="48616"/>
                    </a:cubicBezTo>
                    <a:cubicBezTo>
                      <a:pt x="58329" y="66015"/>
                      <a:pt x="37915" y="73919"/>
                      <a:pt x="20516" y="66129"/>
                    </a:cubicBezTo>
                    <a:cubicBezTo>
                      <a:pt x="3116" y="58339"/>
                      <a:pt x="-4787" y="37926"/>
                      <a:pt x="3003" y="20526"/>
                    </a:cubicBezTo>
                    <a:cubicBezTo>
                      <a:pt x="6244" y="13305"/>
                      <a:pt x="11646" y="7675"/>
                      <a:pt x="18071" y="4207"/>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83" name="Google Shape;3383;p53"/>
            <p:cNvGrpSpPr/>
            <p:nvPr/>
          </p:nvGrpSpPr>
          <p:grpSpPr>
            <a:xfrm>
              <a:off x="6389335" y="1583415"/>
              <a:ext cx="307676" cy="315922"/>
              <a:chOff x="6389335" y="1583415"/>
              <a:chExt cx="307676" cy="315922"/>
            </a:xfrm>
          </p:grpSpPr>
          <p:grpSp>
            <p:nvGrpSpPr>
              <p:cNvPr id="3384" name="Google Shape;3384;p53"/>
              <p:cNvGrpSpPr/>
              <p:nvPr/>
            </p:nvGrpSpPr>
            <p:grpSpPr>
              <a:xfrm>
                <a:off x="6429536" y="1611732"/>
                <a:ext cx="267475" cy="255023"/>
                <a:chOff x="6429536" y="1611732"/>
                <a:chExt cx="267475" cy="255023"/>
              </a:xfrm>
            </p:grpSpPr>
            <p:sp>
              <p:nvSpPr>
                <p:cNvPr id="3385" name="Google Shape;3385;p53"/>
                <p:cNvSpPr/>
                <p:nvPr/>
              </p:nvSpPr>
              <p:spPr>
                <a:xfrm>
                  <a:off x="6429536" y="1771911"/>
                  <a:ext cx="57202" cy="94844"/>
                </a:xfrm>
                <a:custGeom>
                  <a:rect b="b" l="l" r="r" t="t"/>
                  <a:pathLst>
                    <a:path extrusionOk="0" h="94844" w="57202">
                      <a:moveTo>
                        <a:pt x="0" y="94845"/>
                      </a:moveTo>
                      <a:lnTo>
                        <a:pt x="0" y="0"/>
                      </a:lnTo>
                      <a:lnTo>
                        <a:pt x="57203" y="0"/>
                      </a:lnTo>
                      <a:lnTo>
                        <a:pt x="57203" y="94845"/>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6" name="Google Shape;3386;p53"/>
                <p:cNvSpPr/>
                <p:nvPr/>
              </p:nvSpPr>
              <p:spPr>
                <a:xfrm>
                  <a:off x="6534729" y="1705155"/>
                  <a:ext cx="57145" cy="161600"/>
                </a:xfrm>
                <a:custGeom>
                  <a:rect b="b" l="l" r="r" t="t"/>
                  <a:pathLst>
                    <a:path extrusionOk="0" h="161600" w="57145">
                      <a:moveTo>
                        <a:pt x="0" y="161600"/>
                      </a:moveTo>
                      <a:lnTo>
                        <a:pt x="0" y="0"/>
                      </a:lnTo>
                      <a:lnTo>
                        <a:pt x="57146" y="0"/>
                      </a:lnTo>
                      <a:lnTo>
                        <a:pt x="57146" y="16160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7" name="Google Shape;3387;p53"/>
                <p:cNvSpPr/>
                <p:nvPr/>
              </p:nvSpPr>
              <p:spPr>
                <a:xfrm>
                  <a:off x="6639866" y="1611732"/>
                  <a:ext cx="57145" cy="161600"/>
                </a:xfrm>
                <a:custGeom>
                  <a:rect b="b" l="l" r="r" t="t"/>
                  <a:pathLst>
                    <a:path extrusionOk="0" h="161600" w="57145">
                      <a:moveTo>
                        <a:pt x="0" y="161600"/>
                      </a:moveTo>
                      <a:lnTo>
                        <a:pt x="0" y="0"/>
                      </a:lnTo>
                      <a:lnTo>
                        <a:pt x="57146" y="0"/>
                      </a:lnTo>
                      <a:lnTo>
                        <a:pt x="57146" y="140902"/>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88" name="Google Shape;3388;p53"/>
              <p:cNvSpPr/>
              <p:nvPr/>
            </p:nvSpPr>
            <p:spPr>
              <a:xfrm>
                <a:off x="6389335" y="1893651"/>
                <a:ext cx="206805" cy="5686"/>
              </a:xfrm>
              <a:custGeom>
                <a:rect b="b" l="l" r="r" t="t"/>
                <a:pathLst>
                  <a:path extrusionOk="0" h="5686" w="206805">
                    <a:moveTo>
                      <a:pt x="206805" y="0"/>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89" name="Google Shape;3389;p53"/>
              <p:cNvGrpSpPr/>
              <p:nvPr/>
            </p:nvGrpSpPr>
            <p:grpSpPr>
              <a:xfrm>
                <a:off x="6436984" y="1583415"/>
                <a:ext cx="159155" cy="160122"/>
                <a:chOff x="6436984" y="1583415"/>
                <a:chExt cx="159155" cy="160122"/>
              </a:xfrm>
            </p:grpSpPr>
            <p:sp>
              <p:nvSpPr>
                <p:cNvPr id="3390" name="Google Shape;3390;p53"/>
                <p:cNvSpPr/>
                <p:nvPr/>
              </p:nvSpPr>
              <p:spPr>
                <a:xfrm>
                  <a:off x="6436984" y="1584098"/>
                  <a:ext cx="158643" cy="159439"/>
                </a:xfrm>
                <a:custGeom>
                  <a:rect b="b" l="l" r="r" t="t"/>
                  <a:pathLst>
                    <a:path extrusionOk="0" h="159439" w="158643">
                      <a:moveTo>
                        <a:pt x="158643" y="0"/>
                      </a:moveTo>
                      <a:lnTo>
                        <a:pt x="0" y="15943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1" name="Google Shape;3391;p53"/>
                <p:cNvSpPr/>
                <p:nvPr/>
              </p:nvSpPr>
              <p:spPr>
                <a:xfrm>
                  <a:off x="6548205" y="1583415"/>
                  <a:ext cx="47934" cy="47649"/>
                </a:xfrm>
                <a:custGeom>
                  <a:rect b="b" l="l" r="r" t="t"/>
                  <a:pathLst>
                    <a:path extrusionOk="0" h="47649" w="47934">
                      <a:moveTo>
                        <a:pt x="0" y="0"/>
                      </a:moveTo>
                      <a:lnTo>
                        <a:pt x="47934" y="0"/>
                      </a:lnTo>
                      <a:lnTo>
                        <a:pt x="47934" y="4765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nvGrpSpPr>
          <p:cNvPr id="3392" name="Google Shape;3392;p53"/>
          <p:cNvGrpSpPr/>
          <p:nvPr/>
        </p:nvGrpSpPr>
        <p:grpSpPr>
          <a:xfrm>
            <a:off x="2944635" y="3086557"/>
            <a:ext cx="427676" cy="402539"/>
            <a:chOff x="2944635" y="3086557"/>
            <a:chExt cx="427676" cy="402539"/>
          </a:xfrm>
        </p:grpSpPr>
        <p:sp>
          <p:nvSpPr>
            <p:cNvPr id="3393" name="Google Shape;3393;p53"/>
            <p:cNvSpPr/>
            <p:nvPr/>
          </p:nvSpPr>
          <p:spPr>
            <a:xfrm>
              <a:off x="3066966" y="3226209"/>
              <a:ext cx="10081" cy="10081"/>
            </a:xfrm>
            <a:custGeom>
              <a:rect b="b" l="l" r="r" t="t"/>
              <a:pathLst>
                <a:path extrusionOk="0" h="10081" w="10081">
                  <a:moveTo>
                    <a:pt x="10081" y="5041"/>
                  </a:moveTo>
                  <a:cubicBezTo>
                    <a:pt x="10081" y="7819"/>
                    <a:pt x="7819" y="10081"/>
                    <a:pt x="5041" y="10081"/>
                  </a:cubicBezTo>
                  <a:cubicBezTo>
                    <a:pt x="2262" y="10081"/>
                    <a:pt x="0" y="7819"/>
                    <a:pt x="0" y="5041"/>
                  </a:cubicBezTo>
                  <a:cubicBezTo>
                    <a:pt x="0" y="2262"/>
                    <a:pt x="2262" y="0"/>
                    <a:pt x="5041" y="0"/>
                  </a:cubicBezTo>
                  <a:cubicBezTo>
                    <a:pt x="7819" y="0"/>
                    <a:pt x="10081" y="2262"/>
                    <a:pt x="10081" y="5041"/>
                  </a:cubicBezTo>
                  <a:close/>
                </a:path>
              </a:pathLst>
            </a:custGeom>
            <a:solidFill>
              <a:srgbClr val="394553"/>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94" name="Google Shape;3394;p53"/>
            <p:cNvGrpSpPr/>
            <p:nvPr/>
          </p:nvGrpSpPr>
          <p:grpSpPr>
            <a:xfrm>
              <a:off x="2944635" y="3086557"/>
              <a:ext cx="427676" cy="402539"/>
              <a:chOff x="2944635" y="3086557"/>
              <a:chExt cx="427676" cy="402539"/>
            </a:xfrm>
          </p:grpSpPr>
          <p:grpSp>
            <p:nvGrpSpPr>
              <p:cNvPr id="3395" name="Google Shape;3395;p53"/>
              <p:cNvGrpSpPr/>
              <p:nvPr/>
            </p:nvGrpSpPr>
            <p:grpSpPr>
              <a:xfrm>
                <a:off x="2944635" y="3086557"/>
                <a:ext cx="427676" cy="402539"/>
                <a:chOff x="2944635" y="3086557"/>
                <a:chExt cx="427676" cy="402539"/>
              </a:xfrm>
            </p:grpSpPr>
            <p:grpSp>
              <p:nvGrpSpPr>
                <p:cNvPr id="3396" name="Google Shape;3396;p53"/>
                <p:cNvGrpSpPr/>
                <p:nvPr/>
              </p:nvGrpSpPr>
              <p:grpSpPr>
                <a:xfrm>
                  <a:off x="2944635" y="3116026"/>
                  <a:ext cx="427676" cy="373070"/>
                  <a:chOff x="2944635" y="3116026"/>
                  <a:chExt cx="427676" cy="373070"/>
                </a:xfrm>
              </p:grpSpPr>
              <p:sp>
                <p:nvSpPr>
                  <p:cNvPr id="3397" name="Google Shape;3397;p53"/>
                  <p:cNvSpPr/>
                  <p:nvPr/>
                </p:nvSpPr>
                <p:spPr>
                  <a:xfrm>
                    <a:off x="3327592" y="3225110"/>
                    <a:ext cx="44719" cy="21713"/>
                  </a:xfrm>
                  <a:custGeom>
                    <a:rect b="b" l="l" r="r" t="t"/>
                    <a:pathLst>
                      <a:path extrusionOk="0" h="21713" w="44719">
                        <a:moveTo>
                          <a:pt x="0" y="21713"/>
                        </a:moveTo>
                        <a:lnTo>
                          <a:pt x="4471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8" name="Google Shape;3398;p53"/>
                  <p:cNvSpPr/>
                  <p:nvPr/>
                </p:nvSpPr>
                <p:spPr>
                  <a:xfrm>
                    <a:off x="2944635" y="3116026"/>
                    <a:ext cx="391616" cy="373070"/>
                  </a:xfrm>
                  <a:custGeom>
                    <a:rect b="b" l="l" r="r" t="t"/>
                    <a:pathLst>
                      <a:path extrusionOk="0" h="373070" w="391616">
                        <a:moveTo>
                          <a:pt x="329966" y="68178"/>
                        </a:moveTo>
                        <a:cubicBezTo>
                          <a:pt x="367448" y="94932"/>
                          <a:pt x="391617" y="136355"/>
                          <a:pt x="391617" y="182626"/>
                        </a:cubicBezTo>
                        <a:cubicBezTo>
                          <a:pt x="391617" y="239947"/>
                          <a:pt x="354200" y="289771"/>
                          <a:pt x="300692" y="313617"/>
                        </a:cubicBezTo>
                        <a:lnTo>
                          <a:pt x="300692" y="360146"/>
                        </a:lnTo>
                        <a:cubicBezTo>
                          <a:pt x="300692" y="367255"/>
                          <a:pt x="294876" y="373071"/>
                          <a:pt x="287767" y="373071"/>
                        </a:cubicBezTo>
                        <a:lnTo>
                          <a:pt x="259462" y="373071"/>
                        </a:lnTo>
                        <a:cubicBezTo>
                          <a:pt x="252354" y="373071"/>
                          <a:pt x="246537" y="367255"/>
                          <a:pt x="246537" y="360146"/>
                        </a:cubicBezTo>
                        <a:lnTo>
                          <a:pt x="246537" y="327770"/>
                        </a:lnTo>
                        <a:cubicBezTo>
                          <a:pt x="241238" y="328222"/>
                          <a:pt x="235487" y="328481"/>
                          <a:pt x="230059" y="328481"/>
                        </a:cubicBezTo>
                        <a:lnTo>
                          <a:pt x="205114" y="328481"/>
                        </a:lnTo>
                        <a:cubicBezTo>
                          <a:pt x="199686" y="328481"/>
                          <a:pt x="194128" y="328222"/>
                          <a:pt x="188829" y="327770"/>
                        </a:cubicBezTo>
                        <a:lnTo>
                          <a:pt x="188829" y="360146"/>
                        </a:lnTo>
                        <a:cubicBezTo>
                          <a:pt x="188829" y="367255"/>
                          <a:pt x="183013" y="373071"/>
                          <a:pt x="175904" y="373071"/>
                        </a:cubicBezTo>
                        <a:lnTo>
                          <a:pt x="147599" y="373071"/>
                        </a:lnTo>
                        <a:cubicBezTo>
                          <a:pt x="140491" y="373071"/>
                          <a:pt x="134674" y="367255"/>
                          <a:pt x="134674" y="360146"/>
                        </a:cubicBezTo>
                        <a:lnTo>
                          <a:pt x="134674" y="313876"/>
                        </a:lnTo>
                        <a:cubicBezTo>
                          <a:pt x="134674" y="313876"/>
                          <a:pt x="133964" y="313488"/>
                          <a:pt x="133770" y="313423"/>
                        </a:cubicBezTo>
                        <a:cubicBezTo>
                          <a:pt x="99584" y="298108"/>
                          <a:pt x="72119" y="271612"/>
                          <a:pt x="56803" y="239882"/>
                        </a:cubicBezTo>
                        <a:lnTo>
                          <a:pt x="22682" y="239882"/>
                        </a:lnTo>
                        <a:cubicBezTo>
                          <a:pt x="22682" y="239882"/>
                          <a:pt x="-15381" y="109407"/>
                          <a:pt x="7108" y="117162"/>
                        </a:cubicBezTo>
                        <a:cubicBezTo>
                          <a:pt x="34573" y="126597"/>
                          <a:pt x="58871" y="117550"/>
                          <a:pt x="60293" y="116645"/>
                        </a:cubicBezTo>
                        <a:cubicBezTo>
                          <a:pt x="62102" y="115611"/>
                          <a:pt x="63007" y="114383"/>
                          <a:pt x="63007" y="114383"/>
                        </a:cubicBezTo>
                        <a:cubicBezTo>
                          <a:pt x="76707" y="90990"/>
                          <a:pt x="96999" y="71473"/>
                          <a:pt x="121685" y="57773"/>
                        </a:cubicBezTo>
                        <a:lnTo>
                          <a:pt x="122008" y="57386"/>
                        </a:lnTo>
                        <a:lnTo>
                          <a:pt x="121233" y="0"/>
                        </a:lnTo>
                        <a:cubicBezTo>
                          <a:pt x="151994" y="0"/>
                          <a:pt x="177649" y="38839"/>
                          <a:pt x="177649" y="38839"/>
                        </a:cubicBezTo>
                        <a:lnTo>
                          <a:pt x="178424" y="38839"/>
                        </a:lnTo>
                        <a:cubicBezTo>
                          <a:pt x="187149" y="37546"/>
                          <a:pt x="195937" y="36641"/>
                          <a:pt x="205114" y="36641"/>
                        </a:cubicBezTo>
                        <a:lnTo>
                          <a:pt x="222756" y="36641"/>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99" name="Google Shape;3399;p53"/>
                <p:cNvSpPr/>
                <p:nvPr/>
              </p:nvSpPr>
              <p:spPr>
                <a:xfrm>
                  <a:off x="3192788" y="3086557"/>
                  <a:ext cx="81813" cy="81813"/>
                </a:xfrm>
                <a:custGeom>
                  <a:rect b="b" l="l" r="r" t="t"/>
                  <a:pathLst>
                    <a:path extrusionOk="0" h="81813" w="81813">
                      <a:moveTo>
                        <a:pt x="40907" y="0"/>
                      </a:moveTo>
                      <a:cubicBezTo>
                        <a:pt x="63525" y="0"/>
                        <a:pt x="81813" y="18353"/>
                        <a:pt x="81813" y="40907"/>
                      </a:cubicBezTo>
                      <a:cubicBezTo>
                        <a:pt x="81813" y="63460"/>
                        <a:pt x="63525" y="81813"/>
                        <a:pt x="40907" y="81813"/>
                      </a:cubicBezTo>
                      <a:cubicBezTo>
                        <a:pt x="18288" y="81813"/>
                        <a:pt x="0" y="63460"/>
                        <a:pt x="0" y="40907"/>
                      </a:cubicBezTo>
                      <a:cubicBezTo>
                        <a:pt x="0" y="18353"/>
                        <a:pt x="18353" y="0"/>
                        <a:pt x="40907" y="0"/>
                      </a:cubicBezTo>
                      <a:close/>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00" name="Google Shape;3400;p53"/>
              <p:cNvSpPr/>
              <p:nvPr/>
            </p:nvSpPr>
            <p:spPr>
              <a:xfrm>
                <a:off x="3150783" y="3200239"/>
                <a:ext cx="68629" cy="7163"/>
              </a:xfrm>
              <a:custGeom>
                <a:rect b="b" l="l" r="r" t="t"/>
                <a:pathLst>
                  <a:path extrusionOk="0" h="7163" w="68629">
                    <a:moveTo>
                      <a:pt x="0" y="3028"/>
                    </a:moveTo>
                    <a:cubicBezTo>
                      <a:pt x="0" y="3028"/>
                      <a:pt x="37611" y="-6019"/>
                      <a:pt x="68630" y="716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401" name="Google Shape;3401;p53"/>
          <p:cNvGrpSpPr/>
          <p:nvPr/>
        </p:nvGrpSpPr>
        <p:grpSpPr>
          <a:xfrm>
            <a:off x="5262402" y="3116867"/>
            <a:ext cx="381133" cy="307122"/>
            <a:chOff x="5262402" y="3116867"/>
            <a:chExt cx="381133" cy="307122"/>
          </a:xfrm>
        </p:grpSpPr>
        <p:sp>
          <p:nvSpPr>
            <p:cNvPr id="3402" name="Google Shape;3402;p53"/>
            <p:cNvSpPr/>
            <p:nvPr/>
          </p:nvSpPr>
          <p:spPr>
            <a:xfrm>
              <a:off x="5309116" y="3116867"/>
              <a:ext cx="334419" cy="301844"/>
            </a:xfrm>
            <a:custGeom>
              <a:rect b="b" l="l" r="r" t="t"/>
              <a:pathLst>
                <a:path extrusionOk="0" h="301844" w="334419">
                  <a:moveTo>
                    <a:pt x="334420" y="87954"/>
                  </a:moveTo>
                  <a:lnTo>
                    <a:pt x="334420" y="213891"/>
                  </a:lnTo>
                  <a:cubicBezTo>
                    <a:pt x="334420" y="262493"/>
                    <a:pt x="259562" y="301845"/>
                    <a:pt x="167177" y="301845"/>
                  </a:cubicBezTo>
                  <a:cubicBezTo>
                    <a:pt x="157144" y="301845"/>
                    <a:pt x="147306" y="301389"/>
                    <a:pt x="137794" y="300476"/>
                  </a:cubicBezTo>
                  <a:lnTo>
                    <a:pt x="137534" y="174800"/>
                  </a:lnTo>
                  <a:cubicBezTo>
                    <a:pt x="146069" y="175517"/>
                    <a:pt x="158252" y="175843"/>
                    <a:pt x="167177" y="175843"/>
                  </a:cubicBezTo>
                  <a:cubicBezTo>
                    <a:pt x="259562" y="175843"/>
                    <a:pt x="334420" y="136491"/>
                    <a:pt x="334420" y="87889"/>
                  </a:cubicBezTo>
                  <a:cubicBezTo>
                    <a:pt x="334420" y="39286"/>
                    <a:pt x="259562" y="0"/>
                    <a:pt x="167177" y="0"/>
                  </a:cubicBezTo>
                  <a:cubicBezTo>
                    <a:pt x="74793" y="0"/>
                    <a:pt x="0" y="39351"/>
                    <a:pt x="0" y="87954"/>
                  </a:cubicBezTo>
                  <a:cubicBezTo>
                    <a:pt x="0" y="96163"/>
                    <a:pt x="2150" y="104176"/>
                    <a:pt x="6189" y="11173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3" name="Google Shape;3403;p53"/>
            <p:cNvSpPr/>
            <p:nvPr/>
          </p:nvSpPr>
          <p:spPr>
            <a:xfrm>
              <a:off x="5262402" y="3239547"/>
              <a:ext cx="92318" cy="184442"/>
            </a:xfrm>
            <a:custGeom>
              <a:rect b="b" l="l" r="r" t="t"/>
              <a:pathLst>
                <a:path extrusionOk="0" h="184442" w="92318">
                  <a:moveTo>
                    <a:pt x="0" y="0"/>
                  </a:moveTo>
                  <a:cubicBezTo>
                    <a:pt x="0" y="0"/>
                    <a:pt x="21695" y="53228"/>
                    <a:pt x="92319" y="77074"/>
                  </a:cubicBezTo>
                  <a:lnTo>
                    <a:pt x="92319" y="184442"/>
                  </a:lnTo>
                  <a:cubicBezTo>
                    <a:pt x="21760" y="160532"/>
                    <a:pt x="0" y="106457"/>
                    <a:pt x="0" y="106457"/>
                  </a:cubicBezTo>
                  <a:lnTo>
                    <a:pt x="0" y="65"/>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4" name="Google Shape;3404;p53"/>
            <p:cNvSpPr/>
            <p:nvPr/>
          </p:nvSpPr>
          <p:spPr>
            <a:xfrm>
              <a:off x="5262402" y="3202671"/>
              <a:ext cx="209590" cy="36875"/>
            </a:xfrm>
            <a:custGeom>
              <a:rect b="b" l="l" r="r" t="t"/>
              <a:pathLst>
                <a:path extrusionOk="0" h="36875" w="209590">
                  <a:moveTo>
                    <a:pt x="0" y="36875"/>
                  </a:moveTo>
                  <a:lnTo>
                    <a:pt x="20959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5" name="Google Shape;3405;p53"/>
            <p:cNvSpPr/>
            <p:nvPr/>
          </p:nvSpPr>
          <p:spPr>
            <a:xfrm>
              <a:off x="5354721" y="3202671"/>
              <a:ext cx="117271" cy="114014"/>
            </a:xfrm>
            <a:custGeom>
              <a:rect b="b" l="l" r="r" t="t"/>
              <a:pathLst>
                <a:path extrusionOk="0" h="114014" w="117271">
                  <a:moveTo>
                    <a:pt x="117272" y="0"/>
                  </a:moveTo>
                  <a:lnTo>
                    <a:pt x="0" y="114014"/>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6" name="Google Shape;3406;p53"/>
            <p:cNvSpPr/>
            <p:nvPr/>
          </p:nvSpPr>
          <p:spPr>
            <a:xfrm>
              <a:off x="5354721" y="3364962"/>
              <a:ext cx="60851" cy="59026"/>
            </a:xfrm>
            <a:custGeom>
              <a:rect b="b" l="l" r="r" t="t"/>
              <a:pathLst>
                <a:path extrusionOk="0" h="59026" w="60851">
                  <a:moveTo>
                    <a:pt x="60851" y="0"/>
                  </a:moveTo>
                  <a:lnTo>
                    <a:pt x="0" y="59027"/>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7" name="Google Shape;3407;p53"/>
            <p:cNvSpPr/>
            <p:nvPr/>
          </p:nvSpPr>
          <p:spPr>
            <a:xfrm>
              <a:off x="5446975" y="3202671"/>
              <a:ext cx="25017" cy="86846"/>
            </a:xfrm>
            <a:custGeom>
              <a:rect b="b" l="l" r="r" t="t"/>
              <a:pathLst>
                <a:path extrusionOk="0" h="86846" w="25017">
                  <a:moveTo>
                    <a:pt x="25018" y="0"/>
                  </a:moveTo>
                  <a:lnTo>
                    <a:pt x="0" y="8684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08" name="Google Shape;3408;p53"/>
          <p:cNvGrpSpPr/>
          <p:nvPr/>
        </p:nvGrpSpPr>
        <p:grpSpPr>
          <a:xfrm>
            <a:off x="7581639" y="3115995"/>
            <a:ext cx="358099" cy="366099"/>
            <a:chOff x="7581639" y="3115995"/>
            <a:chExt cx="358099" cy="366099"/>
          </a:xfrm>
        </p:grpSpPr>
        <p:grpSp>
          <p:nvGrpSpPr>
            <p:cNvPr id="3409" name="Google Shape;3409;p53"/>
            <p:cNvGrpSpPr/>
            <p:nvPr/>
          </p:nvGrpSpPr>
          <p:grpSpPr>
            <a:xfrm>
              <a:off x="7581639" y="3159685"/>
              <a:ext cx="271183" cy="322409"/>
              <a:chOff x="7581639" y="3159685"/>
              <a:chExt cx="271183" cy="322409"/>
            </a:xfrm>
          </p:grpSpPr>
          <p:sp>
            <p:nvSpPr>
              <p:cNvPr id="3410" name="Google Shape;3410;p53"/>
              <p:cNvSpPr/>
              <p:nvPr/>
            </p:nvSpPr>
            <p:spPr>
              <a:xfrm>
                <a:off x="7581639" y="3159685"/>
                <a:ext cx="132610" cy="322002"/>
              </a:xfrm>
              <a:custGeom>
                <a:rect b="b" l="l" r="r" t="t"/>
                <a:pathLst>
                  <a:path extrusionOk="0" h="322002" w="132610">
                    <a:moveTo>
                      <a:pt x="132610" y="0"/>
                    </a:moveTo>
                    <a:cubicBezTo>
                      <a:pt x="115797" y="3083"/>
                      <a:pt x="97879" y="9192"/>
                      <a:pt x="79321" y="19722"/>
                    </a:cubicBezTo>
                    <a:cubicBezTo>
                      <a:pt x="79321" y="19722"/>
                      <a:pt x="27952" y="41945"/>
                      <a:pt x="38831" y="113094"/>
                    </a:cubicBezTo>
                    <a:cubicBezTo>
                      <a:pt x="38831" y="113094"/>
                      <a:pt x="41042" y="132990"/>
                      <a:pt x="34759" y="142298"/>
                    </a:cubicBezTo>
                    <a:lnTo>
                      <a:pt x="726" y="182323"/>
                    </a:lnTo>
                    <a:cubicBezTo>
                      <a:pt x="726" y="182323"/>
                      <a:pt x="-3812" y="194190"/>
                      <a:pt x="9801" y="195354"/>
                    </a:cubicBezTo>
                    <a:lnTo>
                      <a:pt x="30570" y="199659"/>
                    </a:lnTo>
                    <a:cubicBezTo>
                      <a:pt x="30570" y="199659"/>
                      <a:pt x="39238" y="216588"/>
                      <a:pt x="40111" y="229561"/>
                    </a:cubicBezTo>
                    <a:cubicBezTo>
                      <a:pt x="40984" y="242593"/>
                      <a:pt x="37958" y="258649"/>
                      <a:pt x="37958" y="258649"/>
                    </a:cubicBezTo>
                    <a:cubicBezTo>
                      <a:pt x="37958" y="258649"/>
                      <a:pt x="30570" y="278196"/>
                      <a:pt x="42147" y="286748"/>
                    </a:cubicBezTo>
                    <a:cubicBezTo>
                      <a:pt x="44416" y="287330"/>
                      <a:pt x="52910" y="296987"/>
                      <a:pt x="113529" y="283956"/>
                    </a:cubicBezTo>
                    <a:cubicBezTo>
                      <a:pt x="113529" y="283956"/>
                      <a:pt x="120451" y="290297"/>
                      <a:pt x="124175" y="32200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1" name="Google Shape;3411;p53"/>
              <p:cNvSpPr/>
              <p:nvPr/>
            </p:nvSpPr>
            <p:spPr>
              <a:xfrm>
                <a:off x="7830088" y="3353061"/>
                <a:ext cx="22734" cy="129033"/>
              </a:xfrm>
              <a:custGeom>
                <a:rect b="b" l="l" r="r" t="t"/>
                <a:pathLst>
                  <a:path extrusionOk="0" h="129033" w="22734">
                    <a:moveTo>
                      <a:pt x="6446" y="129034"/>
                    </a:moveTo>
                    <a:cubicBezTo>
                      <a:pt x="3770" y="113326"/>
                      <a:pt x="-1233" y="84238"/>
                      <a:pt x="279" y="59339"/>
                    </a:cubicBezTo>
                    <a:cubicBezTo>
                      <a:pt x="279" y="59339"/>
                      <a:pt x="7726" y="25655"/>
                      <a:pt x="22735"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2" name="Google Shape;3412;p53"/>
              <p:cNvSpPr/>
              <p:nvPr/>
            </p:nvSpPr>
            <p:spPr>
              <a:xfrm>
                <a:off x="7624251" y="3390119"/>
                <a:ext cx="26004" cy="407"/>
              </a:xfrm>
              <a:custGeom>
                <a:rect b="b" l="l" r="r" t="t"/>
                <a:pathLst>
                  <a:path extrusionOk="0" h="407" w="26004">
                    <a:moveTo>
                      <a:pt x="0" y="0"/>
                    </a:moveTo>
                    <a:lnTo>
                      <a:pt x="26005" y="40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13" name="Google Shape;3413;p53"/>
            <p:cNvGrpSpPr/>
            <p:nvPr/>
          </p:nvGrpSpPr>
          <p:grpSpPr>
            <a:xfrm>
              <a:off x="7806748" y="3147701"/>
              <a:ext cx="57535" cy="145498"/>
              <a:chOff x="7806748" y="3147701"/>
              <a:chExt cx="57535" cy="145498"/>
            </a:xfrm>
          </p:grpSpPr>
          <p:sp>
            <p:nvSpPr>
              <p:cNvPr id="3414" name="Google Shape;3414;p53"/>
              <p:cNvSpPr/>
              <p:nvPr/>
            </p:nvSpPr>
            <p:spPr>
              <a:xfrm>
                <a:off x="7806748" y="3165736"/>
                <a:ext cx="57535" cy="109428"/>
              </a:xfrm>
              <a:custGeom>
                <a:rect b="b" l="l" r="r" t="t"/>
                <a:pathLst>
                  <a:path extrusionOk="0" h="109428" w="57535">
                    <a:moveTo>
                      <a:pt x="116" y="82726"/>
                    </a:moveTo>
                    <a:cubicBezTo>
                      <a:pt x="116" y="97502"/>
                      <a:pt x="12973" y="109428"/>
                      <a:pt x="28797" y="109428"/>
                    </a:cubicBezTo>
                    <a:cubicBezTo>
                      <a:pt x="44621" y="109428"/>
                      <a:pt x="57536" y="97502"/>
                      <a:pt x="57536" y="82726"/>
                    </a:cubicBezTo>
                    <a:cubicBezTo>
                      <a:pt x="57536" y="67949"/>
                      <a:pt x="42236" y="61550"/>
                      <a:pt x="28739" y="54685"/>
                    </a:cubicBezTo>
                    <a:cubicBezTo>
                      <a:pt x="15300" y="47879"/>
                      <a:pt x="0" y="41421"/>
                      <a:pt x="0" y="26703"/>
                    </a:cubicBezTo>
                    <a:cubicBezTo>
                      <a:pt x="0" y="11984"/>
                      <a:pt x="12857" y="0"/>
                      <a:pt x="28681" y="0"/>
                    </a:cubicBezTo>
                    <a:cubicBezTo>
                      <a:pt x="44504" y="0"/>
                      <a:pt x="57361" y="11926"/>
                      <a:pt x="57361" y="26703"/>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5" name="Google Shape;3415;p53"/>
              <p:cNvSpPr/>
              <p:nvPr/>
            </p:nvSpPr>
            <p:spPr>
              <a:xfrm>
                <a:off x="7835429" y="3147701"/>
                <a:ext cx="5817" cy="17918"/>
              </a:xfrm>
              <a:custGeom>
                <a:rect b="b" l="l" r="r" t="t"/>
                <a:pathLst>
                  <a:path extrusionOk="0" h="17918" w="5817">
                    <a:moveTo>
                      <a:pt x="0" y="17918"/>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6" name="Google Shape;3416;p53"/>
              <p:cNvSpPr/>
              <p:nvPr/>
            </p:nvSpPr>
            <p:spPr>
              <a:xfrm>
                <a:off x="7835429" y="3275281"/>
                <a:ext cx="5817" cy="17918"/>
              </a:xfrm>
              <a:custGeom>
                <a:rect b="b" l="l" r="r" t="t"/>
                <a:pathLst>
                  <a:path extrusionOk="0" h="17918" w="5817">
                    <a:moveTo>
                      <a:pt x="0" y="17918"/>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17" name="Google Shape;3417;p53"/>
            <p:cNvSpPr/>
            <p:nvPr/>
          </p:nvSpPr>
          <p:spPr>
            <a:xfrm>
              <a:off x="7731004" y="3115995"/>
              <a:ext cx="208734" cy="208734"/>
            </a:xfrm>
            <a:custGeom>
              <a:rect b="b" l="l" r="r" t="t"/>
              <a:pathLst>
                <a:path extrusionOk="0" h="208734" w="208734">
                  <a:moveTo>
                    <a:pt x="61026" y="9366"/>
                  </a:moveTo>
                  <a:cubicBezTo>
                    <a:pt x="74232" y="3316"/>
                    <a:pt x="88892" y="0"/>
                    <a:pt x="104367" y="0"/>
                  </a:cubicBezTo>
                  <a:cubicBezTo>
                    <a:pt x="162019" y="0"/>
                    <a:pt x="208734" y="46715"/>
                    <a:pt x="208734" y="104367"/>
                  </a:cubicBezTo>
                  <a:cubicBezTo>
                    <a:pt x="208734" y="162019"/>
                    <a:pt x="162019" y="208734"/>
                    <a:pt x="104367" y="208734"/>
                  </a:cubicBezTo>
                  <a:cubicBezTo>
                    <a:pt x="46715" y="208734"/>
                    <a:pt x="0" y="162019"/>
                    <a:pt x="0" y="104367"/>
                  </a:cubicBezTo>
                  <a:cubicBezTo>
                    <a:pt x="0" y="74988"/>
                    <a:pt x="12159" y="48402"/>
                    <a:pt x="31764" y="29437"/>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18" name="Google Shape;3418;p53"/>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419" name="Google Shape;3419;p53"/>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54"/>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426" name="Google Shape;3426;p54"/>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427" name="Google Shape;3427;p54"/>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3428" name="Google Shape;3428;p54"/>
          <p:cNvGrpSpPr/>
          <p:nvPr/>
        </p:nvGrpSpPr>
        <p:grpSpPr>
          <a:xfrm>
            <a:off x="972913" y="1330099"/>
            <a:ext cx="7199538" cy="2484610"/>
            <a:chOff x="788670" y="1266515"/>
            <a:chExt cx="7568023" cy="2611778"/>
          </a:xfrm>
        </p:grpSpPr>
        <p:sp>
          <p:nvSpPr>
            <p:cNvPr id="3429" name="Google Shape;3429;p54"/>
            <p:cNvSpPr/>
            <p:nvPr/>
          </p:nvSpPr>
          <p:spPr>
            <a:xfrm>
              <a:off x="1980069" y="2267046"/>
              <a:ext cx="1411356" cy="610716"/>
            </a:xfrm>
            <a:custGeom>
              <a:rect b="b" l="l" r="r" t="t"/>
              <a:pathLst>
                <a:path extrusionOk="0" h="610716" w="1411356">
                  <a:moveTo>
                    <a:pt x="909513" y="0"/>
                  </a:moveTo>
                  <a:lnTo>
                    <a:pt x="296526" y="0"/>
                  </a:lnTo>
                  <a:lnTo>
                    <a:pt x="296526" y="108902"/>
                  </a:lnTo>
                  <a:cubicBezTo>
                    <a:pt x="296526" y="324697"/>
                    <a:pt x="176623" y="512932"/>
                    <a:pt x="0" y="610717"/>
                  </a:cubicBezTo>
                  <a:lnTo>
                    <a:pt x="1411357" y="610717"/>
                  </a:lnTo>
                  <a:lnTo>
                    <a:pt x="1411357" y="501815"/>
                  </a:lnTo>
                  <a:cubicBezTo>
                    <a:pt x="1411357" y="224672"/>
                    <a:pt x="1186685" y="0"/>
                    <a:pt x="909542" y="0"/>
                  </a:cubicBezTo>
                  <a:close/>
                </a:path>
              </a:pathLst>
            </a:custGeom>
            <a:solidFill>
              <a:srgbClr val="DE8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0" name="Google Shape;3430;p54"/>
            <p:cNvSpPr/>
            <p:nvPr/>
          </p:nvSpPr>
          <p:spPr>
            <a:xfrm>
              <a:off x="2278923" y="2267075"/>
              <a:ext cx="1257574" cy="1611218"/>
            </a:xfrm>
            <a:custGeom>
              <a:rect b="b" l="l" r="r" t="t"/>
              <a:pathLst>
                <a:path extrusionOk="0" h="1611218" w="1257574">
                  <a:moveTo>
                    <a:pt x="852763" y="1592666"/>
                  </a:moveTo>
                  <a:lnTo>
                    <a:pt x="1236625" y="1213896"/>
                  </a:lnTo>
                  <a:cubicBezTo>
                    <a:pt x="1261450" y="1189392"/>
                    <a:pt x="1265349" y="1148852"/>
                    <a:pt x="1242184" y="1122805"/>
                  </a:cubicBezTo>
                  <a:cubicBezTo>
                    <a:pt x="1217476" y="1095012"/>
                    <a:pt x="1174870" y="1093877"/>
                    <a:pt x="1148765" y="1119662"/>
                  </a:cubicBezTo>
                  <a:lnTo>
                    <a:pt x="1112241" y="1155720"/>
                  </a:lnTo>
                  <a:lnTo>
                    <a:pt x="1112241" y="1153916"/>
                  </a:lnTo>
                  <a:lnTo>
                    <a:pt x="1112503" y="1153916"/>
                  </a:lnTo>
                  <a:lnTo>
                    <a:pt x="1112503" y="501815"/>
                  </a:lnTo>
                  <a:cubicBezTo>
                    <a:pt x="1112503" y="224672"/>
                    <a:pt x="887831" y="0"/>
                    <a:pt x="610659" y="0"/>
                  </a:cubicBezTo>
                  <a:lnTo>
                    <a:pt x="0" y="0"/>
                  </a:lnTo>
                  <a:cubicBezTo>
                    <a:pt x="277114" y="0"/>
                    <a:pt x="501757" y="224643"/>
                    <a:pt x="501757" y="501757"/>
                  </a:cubicBezTo>
                  <a:lnTo>
                    <a:pt x="501757" y="1153916"/>
                  </a:lnTo>
                  <a:lnTo>
                    <a:pt x="502834" y="1153916"/>
                  </a:lnTo>
                  <a:lnTo>
                    <a:pt x="502834" y="1155720"/>
                  </a:lnTo>
                  <a:lnTo>
                    <a:pt x="468755" y="1122107"/>
                  </a:lnTo>
                  <a:cubicBezTo>
                    <a:pt x="442388" y="1096089"/>
                    <a:pt x="397977" y="1094925"/>
                    <a:pt x="373182" y="1122427"/>
                  </a:cubicBezTo>
                  <a:cubicBezTo>
                    <a:pt x="362152" y="1134650"/>
                    <a:pt x="356652" y="1150074"/>
                    <a:pt x="356652" y="1165499"/>
                  </a:cubicBezTo>
                  <a:cubicBezTo>
                    <a:pt x="356652" y="1182116"/>
                    <a:pt x="363054" y="1198734"/>
                    <a:pt x="375801" y="1211335"/>
                  </a:cubicBezTo>
                  <a:lnTo>
                    <a:pt x="762254" y="1592666"/>
                  </a:lnTo>
                  <a:cubicBezTo>
                    <a:pt x="787340" y="1617403"/>
                    <a:pt x="827647" y="1617403"/>
                    <a:pt x="852704" y="1592666"/>
                  </a:cubicBezTo>
                  <a:close/>
                </a:path>
              </a:pathLst>
            </a:custGeom>
            <a:gradFill>
              <a:gsLst>
                <a:gs pos="0">
                  <a:srgbClr val="DD961E"/>
                </a:gs>
                <a:gs pos="100000">
                  <a:srgbClr val="FFB325"/>
                </a:gs>
              </a:gsLst>
              <a:lin ang="162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1" name="Google Shape;3431;p54"/>
            <p:cNvSpPr/>
            <p:nvPr/>
          </p:nvSpPr>
          <p:spPr>
            <a:xfrm>
              <a:off x="3189367" y="2267046"/>
              <a:ext cx="1411356" cy="610716"/>
            </a:xfrm>
            <a:custGeom>
              <a:rect b="b" l="l" r="r" t="t"/>
              <a:pathLst>
                <a:path extrusionOk="0" h="610716" w="1411356">
                  <a:moveTo>
                    <a:pt x="909513" y="610717"/>
                  </a:moveTo>
                  <a:lnTo>
                    <a:pt x="296526" y="610717"/>
                  </a:lnTo>
                  <a:lnTo>
                    <a:pt x="296526" y="501815"/>
                  </a:lnTo>
                  <a:cubicBezTo>
                    <a:pt x="296526" y="286020"/>
                    <a:pt x="176623" y="97785"/>
                    <a:pt x="0" y="0"/>
                  </a:cubicBezTo>
                  <a:lnTo>
                    <a:pt x="1411357" y="0"/>
                  </a:lnTo>
                  <a:lnTo>
                    <a:pt x="1411357" y="108902"/>
                  </a:lnTo>
                  <a:cubicBezTo>
                    <a:pt x="1411357" y="386045"/>
                    <a:pt x="1186685" y="610717"/>
                    <a:pt x="909542" y="610717"/>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2" name="Google Shape;3432;p54"/>
            <p:cNvSpPr/>
            <p:nvPr/>
          </p:nvSpPr>
          <p:spPr>
            <a:xfrm>
              <a:off x="3488221" y="1266515"/>
              <a:ext cx="1257574" cy="1611218"/>
            </a:xfrm>
            <a:custGeom>
              <a:rect b="b" l="l" r="r" t="t"/>
              <a:pathLst>
                <a:path extrusionOk="0" h="1611218" w="1257574">
                  <a:moveTo>
                    <a:pt x="852763" y="18553"/>
                  </a:moveTo>
                  <a:lnTo>
                    <a:pt x="1236625" y="397322"/>
                  </a:lnTo>
                  <a:cubicBezTo>
                    <a:pt x="1261450" y="421827"/>
                    <a:pt x="1265349" y="462367"/>
                    <a:pt x="1242184" y="488413"/>
                  </a:cubicBezTo>
                  <a:cubicBezTo>
                    <a:pt x="1217476" y="516206"/>
                    <a:pt x="1174870" y="517341"/>
                    <a:pt x="1148765" y="491557"/>
                  </a:cubicBezTo>
                  <a:lnTo>
                    <a:pt x="1112241" y="455498"/>
                  </a:lnTo>
                  <a:lnTo>
                    <a:pt x="1112241" y="457303"/>
                  </a:lnTo>
                  <a:lnTo>
                    <a:pt x="1112503" y="457303"/>
                  </a:lnTo>
                  <a:lnTo>
                    <a:pt x="1112503" y="1109403"/>
                  </a:lnTo>
                  <a:cubicBezTo>
                    <a:pt x="1112503" y="1386547"/>
                    <a:pt x="887831" y="1611219"/>
                    <a:pt x="610659"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30" y="399884"/>
                  </a:cubicBezTo>
                  <a:lnTo>
                    <a:pt x="762283" y="18553"/>
                  </a:lnTo>
                  <a:cubicBezTo>
                    <a:pt x="787369" y="-6184"/>
                    <a:pt x="827676" y="-6184"/>
                    <a:pt x="852734" y="18553"/>
                  </a:cubicBezTo>
                  <a:close/>
                </a:path>
              </a:pathLst>
            </a:custGeom>
            <a:gradFill>
              <a:gsLst>
                <a:gs pos="0">
                  <a:srgbClr val="396DAA"/>
                </a:gs>
                <a:gs pos="100000">
                  <a:srgbClr val="4583C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3" name="Google Shape;3433;p54"/>
            <p:cNvSpPr/>
            <p:nvPr/>
          </p:nvSpPr>
          <p:spPr>
            <a:xfrm>
              <a:off x="4390167" y="2267046"/>
              <a:ext cx="1411356" cy="610716"/>
            </a:xfrm>
            <a:custGeom>
              <a:rect b="b" l="l" r="r" t="t"/>
              <a:pathLst>
                <a:path extrusionOk="0" h="610716" w="1411356">
                  <a:moveTo>
                    <a:pt x="909513" y="0"/>
                  </a:moveTo>
                  <a:lnTo>
                    <a:pt x="296526" y="0"/>
                  </a:lnTo>
                  <a:lnTo>
                    <a:pt x="296526" y="108902"/>
                  </a:lnTo>
                  <a:cubicBezTo>
                    <a:pt x="296526" y="324697"/>
                    <a:pt x="176623" y="512932"/>
                    <a:pt x="0" y="610717"/>
                  </a:cubicBezTo>
                  <a:lnTo>
                    <a:pt x="1411357" y="610717"/>
                  </a:lnTo>
                  <a:lnTo>
                    <a:pt x="1411357" y="501815"/>
                  </a:lnTo>
                  <a:cubicBezTo>
                    <a:pt x="1411357" y="224672"/>
                    <a:pt x="1186685" y="0"/>
                    <a:pt x="909542" y="0"/>
                  </a:cubicBezTo>
                  <a:close/>
                </a:path>
              </a:pathLst>
            </a:custGeom>
            <a:solidFill>
              <a:srgbClr val="DE8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4" name="Google Shape;3434;p54"/>
            <p:cNvSpPr/>
            <p:nvPr/>
          </p:nvSpPr>
          <p:spPr>
            <a:xfrm>
              <a:off x="4689021" y="2267075"/>
              <a:ext cx="1257574" cy="1611218"/>
            </a:xfrm>
            <a:custGeom>
              <a:rect b="b" l="l" r="r" t="t"/>
              <a:pathLst>
                <a:path extrusionOk="0" h="1611218" w="1257574">
                  <a:moveTo>
                    <a:pt x="852763" y="1592666"/>
                  </a:moveTo>
                  <a:lnTo>
                    <a:pt x="1236625" y="1213896"/>
                  </a:lnTo>
                  <a:cubicBezTo>
                    <a:pt x="1261450" y="1189392"/>
                    <a:pt x="1265349" y="1148852"/>
                    <a:pt x="1242184" y="1122805"/>
                  </a:cubicBezTo>
                  <a:cubicBezTo>
                    <a:pt x="1217476" y="1095012"/>
                    <a:pt x="1174870" y="1093877"/>
                    <a:pt x="1148765" y="1119662"/>
                  </a:cubicBezTo>
                  <a:lnTo>
                    <a:pt x="1112241" y="1155720"/>
                  </a:lnTo>
                  <a:lnTo>
                    <a:pt x="1112241" y="1153916"/>
                  </a:lnTo>
                  <a:lnTo>
                    <a:pt x="1112503" y="1153916"/>
                  </a:lnTo>
                  <a:lnTo>
                    <a:pt x="1112503" y="501815"/>
                  </a:lnTo>
                  <a:cubicBezTo>
                    <a:pt x="1112503" y="224672"/>
                    <a:pt x="887831" y="0"/>
                    <a:pt x="610659" y="0"/>
                  </a:cubicBezTo>
                  <a:lnTo>
                    <a:pt x="0" y="0"/>
                  </a:lnTo>
                  <a:cubicBezTo>
                    <a:pt x="277115" y="0"/>
                    <a:pt x="501757" y="224643"/>
                    <a:pt x="501757" y="501757"/>
                  </a:cubicBezTo>
                  <a:lnTo>
                    <a:pt x="501757" y="1153916"/>
                  </a:lnTo>
                  <a:lnTo>
                    <a:pt x="502834" y="1153916"/>
                  </a:lnTo>
                  <a:lnTo>
                    <a:pt x="502834" y="1155720"/>
                  </a:lnTo>
                  <a:lnTo>
                    <a:pt x="468755" y="1122107"/>
                  </a:lnTo>
                  <a:cubicBezTo>
                    <a:pt x="442388" y="1096089"/>
                    <a:pt x="397977" y="1094925"/>
                    <a:pt x="373182" y="1122427"/>
                  </a:cubicBezTo>
                  <a:cubicBezTo>
                    <a:pt x="362152" y="1134650"/>
                    <a:pt x="356652" y="1150074"/>
                    <a:pt x="356652" y="1165499"/>
                  </a:cubicBezTo>
                  <a:cubicBezTo>
                    <a:pt x="356652" y="1182116"/>
                    <a:pt x="363054" y="1198734"/>
                    <a:pt x="375830" y="1211335"/>
                  </a:cubicBezTo>
                  <a:lnTo>
                    <a:pt x="762283" y="1592666"/>
                  </a:lnTo>
                  <a:cubicBezTo>
                    <a:pt x="787369" y="1617403"/>
                    <a:pt x="827676" y="1617403"/>
                    <a:pt x="852734" y="1592666"/>
                  </a:cubicBezTo>
                  <a:close/>
                </a:path>
              </a:pathLst>
            </a:custGeom>
            <a:gradFill>
              <a:gsLst>
                <a:gs pos="0">
                  <a:srgbClr val="DD961E"/>
                </a:gs>
                <a:gs pos="100000">
                  <a:srgbClr val="FFB325"/>
                </a:gs>
              </a:gsLst>
              <a:lin ang="162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5" name="Google Shape;3435;p54"/>
            <p:cNvSpPr/>
            <p:nvPr/>
          </p:nvSpPr>
          <p:spPr>
            <a:xfrm>
              <a:off x="5599465" y="2267046"/>
              <a:ext cx="1411356" cy="610716"/>
            </a:xfrm>
            <a:custGeom>
              <a:rect b="b" l="l" r="r" t="t"/>
              <a:pathLst>
                <a:path extrusionOk="0" h="610716" w="1411356">
                  <a:moveTo>
                    <a:pt x="909512" y="610717"/>
                  </a:moveTo>
                  <a:lnTo>
                    <a:pt x="296525" y="610717"/>
                  </a:lnTo>
                  <a:lnTo>
                    <a:pt x="296525" y="501815"/>
                  </a:lnTo>
                  <a:cubicBezTo>
                    <a:pt x="296525" y="286020"/>
                    <a:pt x="176623" y="97785"/>
                    <a:pt x="0" y="0"/>
                  </a:cubicBezTo>
                  <a:lnTo>
                    <a:pt x="1411357" y="0"/>
                  </a:lnTo>
                  <a:lnTo>
                    <a:pt x="1411357" y="108902"/>
                  </a:lnTo>
                  <a:cubicBezTo>
                    <a:pt x="1411357" y="386045"/>
                    <a:pt x="1186685" y="610717"/>
                    <a:pt x="909541" y="610717"/>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6" name="Google Shape;3436;p54"/>
            <p:cNvSpPr/>
            <p:nvPr/>
          </p:nvSpPr>
          <p:spPr>
            <a:xfrm>
              <a:off x="5898319" y="1266515"/>
              <a:ext cx="1257574" cy="1611218"/>
            </a:xfrm>
            <a:custGeom>
              <a:rect b="b" l="l" r="r" t="t"/>
              <a:pathLst>
                <a:path extrusionOk="0" h="1611218" w="1257574">
                  <a:moveTo>
                    <a:pt x="852763" y="18553"/>
                  </a:moveTo>
                  <a:lnTo>
                    <a:pt x="1236625" y="397322"/>
                  </a:lnTo>
                  <a:cubicBezTo>
                    <a:pt x="1261449" y="421827"/>
                    <a:pt x="1265349" y="462367"/>
                    <a:pt x="1242184" y="488413"/>
                  </a:cubicBezTo>
                  <a:cubicBezTo>
                    <a:pt x="1217476" y="516206"/>
                    <a:pt x="1174869" y="517341"/>
                    <a:pt x="1148765" y="491557"/>
                  </a:cubicBezTo>
                  <a:lnTo>
                    <a:pt x="1112241" y="455498"/>
                  </a:lnTo>
                  <a:lnTo>
                    <a:pt x="1112241" y="457303"/>
                  </a:lnTo>
                  <a:lnTo>
                    <a:pt x="1112503" y="457303"/>
                  </a:lnTo>
                  <a:lnTo>
                    <a:pt x="1112503" y="1109403"/>
                  </a:lnTo>
                  <a:cubicBezTo>
                    <a:pt x="1112503" y="1386547"/>
                    <a:pt x="887831" y="1611219"/>
                    <a:pt x="610658"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30" y="399884"/>
                  </a:cubicBezTo>
                  <a:lnTo>
                    <a:pt x="762283" y="18553"/>
                  </a:lnTo>
                  <a:cubicBezTo>
                    <a:pt x="787369" y="-6184"/>
                    <a:pt x="827676" y="-6184"/>
                    <a:pt x="852734" y="18553"/>
                  </a:cubicBezTo>
                  <a:close/>
                </a:path>
              </a:pathLst>
            </a:custGeom>
            <a:gradFill>
              <a:gsLst>
                <a:gs pos="0">
                  <a:srgbClr val="396DAA"/>
                </a:gs>
                <a:gs pos="100000">
                  <a:srgbClr val="4583C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7" name="Google Shape;3437;p54"/>
            <p:cNvSpPr/>
            <p:nvPr/>
          </p:nvSpPr>
          <p:spPr>
            <a:xfrm>
              <a:off x="6800264" y="2267046"/>
              <a:ext cx="1411357" cy="610716"/>
            </a:xfrm>
            <a:custGeom>
              <a:rect b="b" l="l" r="r" t="t"/>
              <a:pathLst>
                <a:path extrusionOk="0" h="610716" w="1411357">
                  <a:moveTo>
                    <a:pt x="909513" y="0"/>
                  </a:moveTo>
                  <a:lnTo>
                    <a:pt x="296526" y="0"/>
                  </a:lnTo>
                  <a:lnTo>
                    <a:pt x="296526" y="108902"/>
                  </a:lnTo>
                  <a:cubicBezTo>
                    <a:pt x="296526" y="324697"/>
                    <a:pt x="176624" y="512932"/>
                    <a:pt x="0" y="610717"/>
                  </a:cubicBezTo>
                  <a:lnTo>
                    <a:pt x="1411357" y="610717"/>
                  </a:lnTo>
                  <a:lnTo>
                    <a:pt x="1411357" y="501815"/>
                  </a:lnTo>
                  <a:cubicBezTo>
                    <a:pt x="1411357" y="224672"/>
                    <a:pt x="1186685" y="0"/>
                    <a:pt x="909542" y="0"/>
                  </a:cubicBezTo>
                  <a:close/>
                </a:path>
              </a:pathLst>
            </a:custGeom>
            <a:solidFill>
              <a:srgbClr val="DE8C0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8" name="Google Shape;3438;p54"/>
            <p:cNvSpPr/>
            <p:nvPr/>
          </p:nvSpPr>
          <p:spPr>
            <a:xfrm>
              <a:off x="7099119" y="2267075"/>
              <a:ext cx="1257574" cy="1611218"/>
            </a:xfrm>
            <a:custGeom>
              <a:rect b="b" l="l" r="r" t="t"/>
              <a:pathLst>
                <a:path extrusionOk="0" h="1611218" w="1257574">
                  <a:moveTo>
                    <a:pt x="852763" y="1592666"/>
                  </a:moveTo>
                  <a:lnTo>
                    <a:pt x="1236625" y="1213896"/>
                  </a:lnTo>
                  <a:cubicBezTo>
                    <a:pt x="1261449" y="1189392"/>
                    <a:pt x="1265349" y="1148852"/>
                    <a:pt x="1242183" y="1122805"/>
                  </a:cubicBezTo>
                  <a:cubicBezTo>
                    <a:pt x="1217475" y="1095012"/>
                    <a:pt x="1174869" y="1093877"/>
                    <a:pt x="1148765" y="1119662"/>
                  </a:cubicBezTo>
                  <a:lnTo>
                    <a:pt x="1112241" y="1155720"/>
                  </a:lnTo>
                  <a:lnTo>
                    <a:pt x="1112241" y="1153916"/>
                  </a:lnTo>
                  <a:lnTo>
                    <a:pt x="1112503" y="1153916"/>
                  </a:lnTo>
                  <a:lnTo>
                    <a:pt x="1112503" y="501815"/>
                  </a:lnTo>
                  <a:cubicBezTo>
                    <a:pt x="1112503" y="224672"/>
                    <a:pt x="887831" y="0"/>
                    <a:pt x="610658" y="0"/>
                  </a:cubicBezTo>
                  <a:lnTo>
                    <a:pt x="0" y="0"/>
                  </a:lnTo>
                  <a:cubicBezTo>
                    <a:pt x="277114" y="0"/>
                    <a:pt x="501757" y="224643"/>
                    <a:pt x="501757" y="501757"/>
                  </a:cubicBezTo>
                  <a:lnTo>
                    <a:pt x="501757" y="1153916"/>
                  </a:lnTo>
                  <a:lnTo>
                    <a:pt x="502833" y="1153916"/>
                  </a:lnTo>
                  <a:lnTo>
                    <a:pt x="502833" y="1155720"/>
                  </a:lnTo>
                  <a:lnTo>
                    <a:pt x="468754" y="1122107"/>
                  </a:lnTo>
                  <a:cubicBezTo>
                    <a:pt x="442388" y="1096089"/>
                    <a:pt x="397977" y="1094925"/>
                    <a:pt x="373182" y="1122427"/>
                  </a:cubicBezTo>
                  <a:cubicBezTo>
                    <a:pt x="362152" y="1134650"/>
                    <a:pt x="356651" y="1150074"/>
                    <a:pt x="356651" y="1165499"/>
                  </a:cubicBezTo>
                  <a:cubicBezTo>
                    <a:pt x="356651" y="1182116"/>
                    <a:pt x="363054" y="1198734"/>
                    <a:pt x="375830" y="1211335"/>
                  </a:cubicBezTo>
                  <a:lnTo>
                    <a:pt x="762283" y="1592666"/>
                  </a:lnTo>
                  <a:cubicBezTo>
                    <a:pt x="787369" y="1617403"/>
                    <a:pt x="827676" y="1617403"/>
                    <a:pt x="852734" y="1592666"/>
                  </a:cubicBezTo>
                  <a:close/>
                </a:path>
              </a:pathLst>
            </a:custGeom>
            <a:gradFill>
              <a:gsLst>
                <a:gs pos="0">
                  <a:srgbClr val="DD961E"/>
                </a:gs>
                <a:gs pos="100000">
                  <a:srgbClr val="FFB325"/>
                </a:gs>
              </a:gsLst>
              <a:lin ang="162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9" name="Google Shape;3439;p54"/>
            <p:cNvSpPr/>
            <p:nvPr/>
          </p:nvSpPr>
          <p:spPr>
            <a:xfrm>
              <a:off x="788670" y="2267017"/>
              <a:ext cx="1416536" cy="610716"/>
            </a:xfrm>
            <a:custGeom>
              <a:rect b="b" l="l" r="r" t="t"/>
              <a:pathLst>
                <a:path extrusionOk="0" h="610716" w="1416536">
                  <a:moveTo>
                    <a:pt x="1416537" y="108902"/>
                  </a:moveTo>
                  <a:lnTo>
                    <a:pt x="1416537" y="0"/>
                  </a:lnTo>
                  <a:lnTo>
                    <a:pt x="0" y="0"/>
                  </a:lnTo>
                  <a:lnTo>
                    <a:pt x="0" y="610717"/>
                  </a:lnTo>
                  <a:lnTo>
                    <a:pt x="914693" y="610717"/>
                  </a:lnTo>
                  <a:cubicBezTo>
                    <a:pt x="1191836" y="610717"/>
                    <a:pt x="1416508" y="386045"/>
                    <a:pt x="1416508" y="108902"/>
                  </a:cubicBezTo>
                  <a:close/>
                </a:path>
              </a:pathLst>
            </a:custGeom>
            <a:solidFill>
              <a:srgbClr val="3E6A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0" name="Google Shape;3440;p54"/>
            <p:cNvSpPr/>
            <p:nvPr/>
          </p:nvSpPr>
          <p:spPr>
            <a:xfrm>
              <a:off x="1092704" y="1266515"/>
              <a:ext cx="1257574" cy="1611218"/>
            </a:xfrm>
            <a:custGeom>
              <a:rect b="b" l="l" r="r" t="t"/>
              <a:pathLst>
                <a:path extrusionOk="0" h="1611218" w="1257574">
                  <a:moveTo>
                    <a:pt x="852763" y="18553"/>
                  </a:moveTo>
                  <a:lnTo>
                    <a:pt x="1236625" y="397322"/>
                  </a:lnTo>
                  <a:cubicBezTo>
                    <a:pt x="1261450" y="421827"/>
                    <a:pt x="1265349" y="462367"/>
                    <a:pt x="1242184" y="488413"/>
                  </a:cubicBezTo>
                  <a:cubicBezTo>
                    <a:pt x="1217476" y="516206"/>
                    <a:pt x="1174870" y="517341"/>
                    <a:pt x="1148765" y="491557"/>
                  </a:cubicBezTo>
                  <a:lnTo>
                    <a:pt x="1112241" y="455498"/>
                  </a:lnTo>
                  <a:lnTo>
                    <a:pt x="1112241" y="457303"/>
                  </a:lnTo>
                  <a:lnTo>
                    <a:pt x="1112532" y="457303"/>
                  </a:lnTo>
                  <a:lnTo>
                    <a:pt x="1112532" y="1109403"/>
                  </a:lnTo>
                  <a:cubicBezTo>
                    <a:pt x="1112532" y="1386547"/>
                    <a:pt x="887860" y="1611219"/>
                    <a:pt x="610688" y="1611219"/>
                  </a:cubicBezTo>
                  <a:lnTo>
                    <a:pt x="0" y="1611219"/>
                  </a:lnTo>
                  <a:cubicBezTo>
                    <a:pt x="277114" y="1611219"/>
                    <a:pt x="501757" y="1386576"/>
                    <a:pt x="501757" y="1109462"/>
                  </a:cubicBezTo>
                  <a:lnTo>
                    <a:pt x="501757" y="457303"/>
                  </a:lnTo>
                  <a:lnTo>
                    <a:pt x="502834" y="457303"/>
                  </a:lnTo>
                  <a:lnTo>
                    <a:pt x="502834" y="455498"/>
                  </a:lnTo>
                  <a:lnTo>
                    <a:pt x="468755" y="489112"/>
                  </a:lnTo>
                  <a:cubicBezTo>
                    <a:pt x="442388" y="515130"/>
                    <a:pt x="397977" y="516294"/>
                    <a:pt x="373182" y="488792"/>
                  </a:cubicBezTo>
                  <a:cubicBezTo>
                    <a:pt x="362152" y="476569"/>
                    <a:pt x="356652" y="461144"/>
                    <a:pt x="356652" y="445720"/>
                  </a:cubicBezTo>
                  <a:cubicBezTo>
                    <a:pt x="356652" y="429102"/>
                    <a:pt x="363054" y="412485"/>
                    <a:pt x="375801" y="399884"/>
                  </a:cubicBezTo>
                  <a:lnTo>
                    <a:pt x="762283" y="18553"/>
                  </a:lnTo>
                  <a:cubicBezTo>
                    <a:pt x="787369" y="-6184"/>
                    <a:pt x="827676" y="-6184"/>
                    <a:pt x="852734" y="18553"/>
                  </a:cubicBezTo>
                  <a:close/>
                </a:path>
              </a:pathLst>
            </a:custGeom>
            <a:gradFill>
              <a:gsLst>
                <a:gs pos="0">
                  <a:srgbClr val="396DAA"/>
                </a:gs>
                <a:gs pos="100000">
                  <a:srgbClr val="4583CC"/>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41" name="Google Shape;3441;p54"/>
          <p:cNvSpPr txBox="1"/>
          <p:nvPr/>
        </p:nvSpPr>
        <p:spPr>
          <a:xfrm>
            <a:off x="137604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3442" name="Google Shape;3442;p54"/>
          <p:cNvSpPr txBox="1"/>
          <p:nvPr/>
        </p:nvSpPr>
        <p:spPr>
          <a:xfrm>
            <a:off x="368109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3443" name="Google Shape;3443;p54"/>
          <p:cNvSpPr txBox="1"/>
          <p:nvPr/>
        </p:nvSpPr>
        <p:spPr>
          <a:xfrm>
            <a:off x="5963285" y="745296"/>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3444" name="Google Shape;3444;p54"/>
          <p:cNvSpPr txBox="1"/>
          <p:nvPr/>
        </p:nvSpPr>
        <p:spPr>
          <a:xfrm>
            <a:off x="256476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3445" name="Google Shape;3445;p54"/>
          <p:cNvSpPr txBox="1"/>
          <p:nvPr/>
        </p:nvSpPr>
        <p:spPr>
          <a:xfrm>
            <a:off x="482790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sp>
        <p:nvSpPr>
          <p:cNvPr id="3446" name="Google Shape;3446;p54"/>
          <p:cNvSpPr txBox="1"/>
          <p:nvPr/>
        </p:nvSpPr>
        <p:spPr>
          <a:xfrm>
            <a:off x="7110095" y="3814681"/>
            <a:ext cx="12501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Lorem ipsum dolor</a:t>
            </a:r>
            <a:endParaRPr/>
          </a:p>
        </p:txBody>
      </p:sp>
      <p:grpSp>
        <p:nvGrpSpPr>
          <p:cNvPr id="3447" name="Google Shape;3447;p54"/>
          <p:cNvGrpSpPr/>
          <p:nvPr/>
        </p:nvGrpSpPr>
        <p:grpSpPr>
          <a:xfrm>
            <a:off x="1868853" y="1626865"/>
            <a:ext cx="336962" cy="467293"/>
            <a:chOff x="1868853" y="1626865"/>
            <a:chExt cx="336962" cy="467293"/>
          </a:xfrm>
        </p:grpSpPr>
        <p:sp>
          <p:nvSpPr>
            <p:cNvPr id="3448" name="Google Shape;3448;p54"/>
            <p:cNvSpPr/>
            <p:nvPr/>
          </p:nvSpPr>
          <p:spPr>
            <a:xfrm>
              <a:off x="1983337" y="2044499"/>
              <a:ext cx="107994" cy="6830"/>
            </a:xfrm>
            <a:custGeom>
              <a:rect b="b" l="l" r="r" t="t"/>
              <a:pathLst>
                <a:path extrusionOk="0" h="6830" w="107994">
                  <a:moveTo>
                    <a:pt x="0" y="0"/>
                  </a:moveTo>
                  <a:lnTo>
                    <a:pt x="107995"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9" name="Google Shape;3449;p54"/>
            <p:cNvSpPr/>
            <p:nvPr/>
          </p:nvSpPr>
          <p:spPr>
            <a:xfrm>
              <a:off x="2009431" y="2087328"/>
              <a:ext cx="55875" cy="6830"/>
            </a:xfrm>
            <a:custGeom>
              <a:rect b="b" l="l" r="r" t="t"/>
              <a:pathLst>
                <a:path extrusionOk="0" h="6830" w="55875">
                  <a:moveTo>
                    <a:pt x="0" y="0"/>
                  </a:moveTo>
                  <a:lnTo>
                    <a:pt x="5587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0" name="Google Shape;3450;p54"/>
            <p:cNvSpPr/>
            <p:nvPr/>
          </p:nvSpPr>
          <p:spPr>
            <a:xfrm>
              <a:off x="2037369" y="1626865"/>
              <a:ext cx="6830" cy="30670"/>
            </a:xfrm>
            <a:custGeom>
              <a:rect b="b" l="l" r="r" t="t"/>
              <a:pathLst>
                <a:path extrusionOk="0" h="30670" w="6830">
                  <a:moveTo>
                    <a:pt x="0" y="3067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51" name="Google Shape;3451;p54"/>
            <p:cNvGrpSpPr/>
            <p:nvPr/>
          </p:nvGrpSpPr>
          <p:grpSpPr>
            <a:xfrm>
              <a:off x="1868853" y="1699066"/>
              <a:ext cx="336962" cy="24932"/>
              <a:chOff x="1868853" y="1699066"/>
              <a:chExt cx="336962" cy="24932"/>
            </a:xfrm>
          </p:grpSpPr>
          <p:sp>
            <p:nvSpPr>
              <p:cNvPr id="3452" name="Google Shape;3452;p54"/>
              <p:cNvSpPr/>
              <p:nvPr/>
            </p:nvSpPr>
            <p:spPr>
              <a:xfrm>
                <a:off x="2181020" y="1699066"/>
                <a:ext cx="24795" cy="24932"/>
              </a:xfrm>
              <a:custGeom>
                <a:rect b="b" l="l" r="r" t="t"/>
                <a:pathLst>
                  <a:path extrusionOk="0" h="24932" w="24795">
                    <a:moveTo>
                      <a:pt x="0" y="24932"/>
                    </a:moveTo>
                    <a:lnTo>
                      <a:pt x="2479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3" name="Google Shape;3453;p54"/>
              <p:cNvSpPr/>
              <p:nvPr/>
            </p:nvSpPr>
            <p:spPr>
              <a:xfrm>
                <a:off x="1868853" y="1699066"/>
                <a:ext cx="24795" cy="24932"/>
              </a:xfrm>
              <a:custGeom>
                <a:rect b="b" l="l" r="r" t="t"/>
                <a:pathLst>
                  <a:path extrusionOk="0" h="24932" w="24795">
                    <a:moveTo>
                      <a:pt x="0" y="0"/>
                    </a:moveTo>
                    <a:lnTo>
                      <a:pt x="24796" y="2493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4" name="Google Shape;3454;p54"/>
            <p:cNvSpPr/>
            <p:nvPr/>
          </p:nvSpPr>
          <p:spPr>
            <a:xfrm>
              <a:off x="2037369" y="1882200"/>
              <a:ext cx="6830" cy="116464"/>
            </a:xfrm>
            <a:custGeom>
              <a:rect b="b" l="l" r="r" t="t"/>
              <a:pathLst>
                <a:path extrusionOk="0" h="116464" w="6830">
                  <a:moveTo>
                    <a:pt x="0" y="116465"/>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55" name="Google Shape;3455;p54"/>
            <p:cNvGrpSpPr/>
            <p:nvPr/>
          </p:nvGrpSpPr>
          <p:grpSpPr>
            <a:xfrm>
              <a:off x="1995906" y="1840942"/>
              <a:ext cx="82857" cy="41257"/>
              <a:chOff x="1995906" y="1840942"/>
              <a:chExt cx="82857" cy="41257"/>
            </a:xfrm>
          </p:grpSpPr>
          <p:sp>
            <p:nvSpPr>
              <p:cNvPr id="3456" name="Google Shape;3456;p54"/>
              <p:cNvSpPr/>
              <p:nvPr/>
            </p:nvSpPr>
            <p:spPr>
              <a:xfrm>
                <a:off x="2037642" y="1840942"/>
                <a:ext cx="41121" cy="41257"/>
              </a:xfrm>
              <a:custGeom>
                <a:rect b="b" l="l" r="r" t="t"/>
                <a:pathLst>
                  <a:path extrusionOk="0" h="41257" w="41121">
                    <a:moveTo>
                      <a:pt x="0" y="41258"/>
                    </a:moveTo>
                    <a:lnTo>
                      <a:pt x="4112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7" name="Google Shape;3457;p54"/>
              <p:cNvSpPr/>
              <p:nvPr/>
            </p:nvSpPr>
            <p:spPr>
              <a:xfrm>
                <a:off x="1995906" y="1840942"/>
                <a:ext cx="41121" cy="41257"/>
              </a:xfrm>
              <a:custGeom>
                <a:rect b="b" l="l" r="r" t="t"/>
                <a:pathLst>
                  <a:path extrusionOk="0" h="41257" w="41121">
                    <a:moveTo>
                      <a:pt x="41121" y="4125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8" name="Google Shape;3458;p54"/>
            <p:cNvSpPr/>
            <p:nvPr/>
          </p:nvSpPr>
          <p:spPr>
            <a:xfrm>
              <a:off x="1901572" y="1702892"/>
              <a:ext cx="271523" cy="295704"/>
            </a:xfrm>
            <a:custGeom>
              <a:rect b="b" l="l" r="r" t="t"/>
              <a:pathLst>
                <a:path extrusionOk="0" h="295704" w="271523">
                  <a:moveTo>
                    <a:pt x="135728" y="0"/>
                  </a:moveTo>
                  <a:cubicBezTo>
                    <a:pt x="60794" y="0"/>
                    <a:pt x="0" y="59633"/>
                    <a:pt x="0" y="133269"/>
                  </a:cubicBezTo>
                  <a:cubicBezTo>
                    <a:pt x="0" y="168174"/>
                    <a:pt x="10724" y="192833"/>
                    <a:pt x="25206" y="210661"/>
                  </a:cubicBezTo>
                  <a:cubicBezTo>
                    <a:pt x="50138" y="237643"/>
                    <a:pt x="75480" y="249460"/>
                    <a:pt x="79784" y="295705"/>
                  </a:cubicBezTo>
                  <a:lnTo>
                    <a:pt x="191604" y="295705"/>
                  </a:lnTo>
                  <a:cubicBezTo>
                    <a:pt x="195907" y="249460"/>
                    <a:pt x="221249" y="237643"/>
                    <a:pt x="246318" y="210661"/>
                  </a:cubicBezTo>
                  <a:cubicBezTo>
                    <a:pt x="263190" y="190716"/>
                    <a:pt x="271524" y="168174"/>
                    <a:pt x="271524" y="133269"/>
                  </a:cubicBezTo>
                  <a:cubicBezTo>
                    <a:pt x="271524" y="59701"/>
                    <a:pt x="210662" y="0"/>
                    <a:pt x="135728" y="0"/>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59" name="Google Shape;3459;p54"/>
          <p:cNvGrpSpPr/>
          <p:nvPr/>
        </p:nvGrpSpPr>
        <p:grpSpPr>
          <a:xfrm>
            <a:off x="1870399" y="1626865"/>
            <a:ext cx="336962" cy="467293"/>
            <a:chOff x="1868853" y="1626865"/>
            <a:chExt cx="336962" cy="467293"/>
          </a:xfrm>
        </p:grpSpPr>
        <p:sp>
          <p:nvSpPr>
            <p:cNvPr id="3460" name="Google Shape;3460;p54"/>
            <p:cNvSpPr/>
            <p:nvPr/>
          </p:nvSpPr>
          <p:spPr>
            <a:xfrm>
              <a:off x="1983337" y="2044499"/>
              <a:ext cx="107994" cy="6830"/>
            </a:xfrm>
            <a:custGeom>
              <a:rect b="b" l="l" r="r" t="t"/>
              <a:pathLst>
                <a:path extrusionOk="0" h="6830" w="107994">
                  <a:moveTo>
                    <a:pt x="0" y="0"/>
                  </a:moveTo>
                  <a:lnTo>
                    <a:pt x="107995"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1" name="Google Shape;3461;p54"/>
            <p:cNvSpPr/>
            <p:nvPr/>
          </p:nvSpPr>
          <p:spPr>
            <a:xfrm>
              <a:off x="2009431" y="2087328"/>
              <a:ext cx="55875" cy="6830"/>
            </a:xfrm>
            <a:custGeom>
              <a:rect b="b" l="l" r="r" t="t"/>
              <a:pathLst>
                <a:path extrusionOk="0" h="6830" w="55875">
                  <a:moveTo>
                    <a:pt x="0" y="0"/>
                  </a:moveTo>
                  <a:lnTo>
                    <a:pt x="5587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2" name="Google Shape;3462;p54"/>
            <p:cNvSpPr/>
            <p:nvPr/>
          </p:nvSpPr>
          <p:spPr>
            <a:xfrm>
              <a:off x="2037369" y="1626865"/>
              <a:ext cx="6830" cy="30670"/>
            </a:xfrm>
            <a:custGeom>
              <a:rect b="b" l="l" r="r" t="t"/>
              <a:pathLst>
                <a:path extrusionOk="0" h="30670" w="6830">
                  <a:moveTo>
                    <a:pt x="0" y="3067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63" name="Google Shape;3463;p54"/>
            <p:cNvGrpSpPr/>
            <p:nvPr/>
          </p:nvGrpSpPr>
          <p:grpSpPr>
            <a:xfrm>
              <a:off x="1868853" y="1699066"/>
              <a:ext cx="336962" cy="24932"/>
              <a:chOff x="1868853" y="1699066"/>
              <a:chExt cx="336962" cy="24932"/>
            </a:xfrm>
          </p:grpSpPr>
          <p:sp>
            <p:nvSpPr>
              <p:cNvPr id="3464" name="Google Shape;3464;p54"/>
              <p:cNvSpPr/>
              <p:nvPr/>
            </p:nvSpPr>
            <p:spPr>
              <a:xfrm>
                <a:off x="2181020" y="1699066"/>
                <a:ext cx="24795" cy="24932"/>
              </a:xfrm>
              <a:custGeom>
                <a:rect b="b" l="l" r="r" t="t"/>
                <a:pathLst>
                  <a:path extrusionOk="0" h="24932" w="24795">
                    <a:moveTo>
                      <a:pt x="0" y="24932"/>
                    </a:moveTo>
                    <a:lnTo>
                      <a:pt x="2479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5" name="Google Shape;3465;p54"/>
              <p:cNvSpPr/>
              <p:nvPr/>
            </p:nvSpPr>
            <p:spPr>
              <a:xfrm>
                <a:off x="1868853" y="1699066"/>
                <a:ext cx="24795" cy="24932"/>
              </a:xfrm>
              <a:custGeom>
                <a:rect b="b" l="l" r="r" t="t"/>
                <a:pathLst>
                  <a:path extrusionOk="0" h="24932" w="24795">
                    <a:moveTo>
                      <a:pt x="0" y="0"/>
                    </a:moveTo>
                    <a:lnTo>
                      <a:pt x="24796" y="2493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66" name="Google Shape;3466;p54"/>
            <p:cNvSpPr/>
            <p:nvPr/>
          </p:nvSpPr>
          <p:spPr>
            <a:xfrm>
              <a:off x="2037369" y="1882200"/>
              <a:ext cx="6830" cy="116464"/>
            </a:xfrm>
            <a:custGeom>
              <a:rect b="b" l="l" r="r" t="t"/>
              <a:pathLst>
                <a:path extrusionOk="0" h="116464" w="6830">
                  <a:moveTo>
                    <a:pt x="0" y="116465"/>
                  </a:moveTo>
                  <a:lnTo>
                    <a:pt x="0" y="0"/>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67" name="Google Shape;3467;p54"/>
            <p:cNvGrpSpPr/>
            <p:nvPr/>
          </p:nvGrpSpPr>
          <p:grpSpPr>
            <a:xfrm>
              <a:off x="1995906" y="1840942"/>
              <a:ext cx="82857" cy="41257"/>
              <a:chOff x="1995906" y="1840942"/>
              <a:chExt cx="82857" cy="41257"/>
            </a:xfrm>
          </p:grpSpPr>
          <p:sp>
            <p:nvSpPr>
              <p:cNvPr id="3468" name="Google Shape;3468;p54"/>
              <p:cNvSpPr/>
              <p:nvPr/>
            </p:nvSpPr>
            <p:spPr>
              <a:xfrm>
                <a:off x="2037642" y="1840942"/>
                <a:ext cx="41121" cy="41257"/>
              </a:xfrm>
              <a:custGeom>
                <a:rect b="b" l="l" r="r" t="t"/>
                <a:pathLst>
                  <a:path extrusionOk="0" h="41257" w="41121">
                    <a:moveTo>
                      <a:pt x="0" y="41258"/>
                    </a:moveTo>
                    <a:lnTo>
                      <a:pt x="41121"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9" name="Google Shape;3469;p54"/>
              <p:cNvSpPr/>
              <p:nvPr/>
            </p:nvSpPr>
            <p:spPr>
              <a:xfrm>
                <a:off x="1995906" y="1840942"/>
                <a:ext cx="41121" cy="41257"/>
              </a:xfrm>
              <a:custGeom>
                <a:rect b="b" l="l" r="r" t="t"/>
                <a:pathLst>
                  <a:path extrusionOk="0" h="41257" w="41121">
                    <a:moveTo>
                      <a:pt x="41121" y="4125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70" name="Google Shape;3470;p54"/>
            <p:cNvSpPr/>
            <p:nvPr/>
          </p:nvSpPr>
          <p:spPr>
            <a:xfrm>
              <a:off x="1901572" y="1702892"/>
              <a:ext cx="271523" cy="295704"/>
            </a:xfrm>
            <a:custGeom>
              <a:rect b="b" l="l" r="r" t="t"/>
              <a:pathLst>
                <a:path extrusionOk="0" h="295704" w="271523">
                  <a:moveTo>
                    <a:pt x="135728" y="0"/>
                  </a:moveTo>
                  <a:cubicBezTo>
                    <a:pt x="60794" y="0"/>
                    <a:pt x="0" y="59633"/>
                    <a:pt x="0" y="133269"/>
                  </a:cubicBezTo>
                  <a:cubicBezTo>
                    <a:pt x="0" y="168174"/>
                    <a:pt x="10724" y="192833"/>
                    <a:pt x="25206" y="210661"/>
                  </a:cubicBezTo>
                  <a:cubicBezTo>
                    <a:pt x="50138" y="237643"/>
                    <a:pt x="75480" y="249460"/>
                    <a:pt x="79784" y="295705"/>
                  </a:cubicBezTo>
                  <a:lnTo>
                    <a:pt x="191604" y="295705"/>
                  </a:lnTo>
                  <a:cubicBezTo>
                    <a:pt x="195907" y="249460"/>
                    <a:pt x="221249" y="237643"/>
                    <a:pt x="246318" y="210661"/>
                  </a:cubicBezTo>
                  <a:cubicBezTo>
                    <a:pt x="263190" y="190716"/>
                    <a:pt x="271524" y="168174"/>
                    <a:pt x="271524" y="133269"/>
                  </a:cubicBezTo>
                  <a:cubicBezTo>
                    <a:pt x="271524" y="59701"/>
                    <a:pt x="210662" y="0"/>
                    <a:pt x="135728" y="0"/>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71" name="Google Shape;3471;p54"/>
          <p:cNvGrpSpPr/>
          <p:nvPr/>
        </p:nvGrpSpPr>
        <p:grpSpPr>
          <a:xfrm>
            <a:off x="4098915" y="1573642"/>
            <a:ext cx="419366" cy="454461"/>
            <a:chOff x="4098915" y="1573642"/>
            <a:chExt cx="419366" cy="454461"/>
          </a:xfrm>
        </p:grpSpPr>
        <p:grpSp>
          <p:nvGrpSpPr>
            <p:cNvPr id="3472" name="Google Shape;3472;p54"/>
            <p:cNvGrpSpPr/>
            <p:nvPr/>
          </p:nvGrpSpPr>
          <p:grpSpPr>
            <a:xfrm>
              <a:off x="4156387" y="1573642"/>
              <a:ext cx="335248" cy="274248"/>
              <a:chOff x="4156387" y="1573642"/>
              <a:chExt cx="335248" cy="274248"/>
            </a:xfrm>
          </p:grpSpPr>
          <p:sp>
            <p:nvSpPr>
              <p:cNvPr id="3473" name="Google Shape;3473;p54"/>
              <p:cNvSpPr/>
              <p:nvPr/>
            </p:nvSpPr>
            <p:spPr>
              <a:xfrm>
                <a:off x="4279808" y="1711663"/>
                <a:ext cx="85250" cy="66071"/>
              </a:xfrm>
              <a:custGeom>
                <a:rect b="b" l="l" r="r" t="t"/>
                <a:pathLst>
                  <a:path extrusionOk="0" h="66071" w="85250">
                    <a:moveTo>
                      <a:pt x="0" y="24560"/>
                    </a:moveTo>
                    <a:lnTo>
                      <a:pt x="29943" y="66072"/>
                    </a:lnTo>
                    <a:lnTo>
                      <a:pt x="8525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74" name="Google Shape;3474;p54"/>
              <p:cNvGrpSpPr/>
              <p:nvPr/>
            </p:nvGrpSpPr>
            <p:grpSpPr>
              <a:xfrm>
                <a:off x="4156387" y="1573642"/>
                <a:ext cx="335248" cy="274248"/>
                <a:chOff x="4156387" y="1573642"/>
                <a:chExt cx="335248" cy="274248"/>
              </a:xfrm>
            </p:grpSpPr>
            <p:sp>
              <p:nvSpPr>
                <p:cNvPr id="3475" name="Google Shape;3475;p54"/>
                <p:cNvSpPr/>
                <p:nvPr/>
              </p:nvSpPr>
              <p:spPr>
                <a:xfrm>
                  <a:off x="4297131" y="1573642"/>
                  <a:ext cx="194504" cy="263731"/>
                </a:xfrm>
                <a:custGeom>
                  <a:rect b="b" l="l" r="r" t="t"/>
                  <a:pathLst>
                    <a:path extrusionOk="0" h="263731" w="194504">
                      <a:moveTo>
                        <a:pt x="0" y="20044"/>
                      </a:moveTo>
                      <a:lnTo>
                        <a:pt x="2970" y="0"/>
                      </a:lnTo>
                      <a:lnTo>
                        <a:pt x="50791" y="0"/>
                      </a:lnTo>
                      <a:lnTo>
                        <a:pt x="58215" y="44914"/>
                      </a:lnTo>
                      <a:cubicBezTo>
                        <a:pt x="69969" y="47945"/>
                        <a:pt x="81105" y="52523"/>
                        <a:pt x="91313" y="58586"/>
                      </a:cubicBezTo>
                      <a:lnTo>
                        <a:pt x="128494" y="32232"/>
                      </a:lnTo>
                      <a:lnTo>
                        <a:pt x="162334" y="66010"/>
                      </a:lnTo>
                      <a:lnTo>
                        <a:pt x="135980" y="103253"/>
                      </a:lnTo>
                      <a:cubicBezTo>
                        <a:pt x="141981" y="113461"/>
                        <a:pt x="146620" y="124535"/>
                        <a:pt x="149590" y="136351"/>
                      </a:cubicBezTo>
                      <a:lnTo>
                        <a:pt x="194504" y="143713"/>
                      </a:lnTo>
                      <a:lnTo>
                        <a:pt x="194504" y="191534"/>
                      </a:lnTo>
                      <a:lnTo>
                        <a:pt x="149590" y="198958"/>
                      </a:lnTo>
                      <a:cubicBezTo>
                        <a:pt x="146559" y="210836"/>
                        <a:pt x="141919" y="222034"/>
                        <a:pt x="135794" y="232304"/>
                      </a:cubicBezTo>
                      <a:lnTo>
                        <a:pt x="158375" y="26373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6" name="Google Shape;3476;p54"/>
                <p:cNvSpPr/>
                <p:nvPr/>
              </p:nvSpPr>
              <p:spPr>
                <a:xfrm>
                  <a:off x="4156387" y="1676895"/>
                  <a:ext cx="58771" cy="170995"/>
                </a:xfrm>
                <a:custGeom>
                  <a:rect b="b" l="l" r="r" t="t"/>
                  <a:pathLst>
                    <a:path extrusionOk="0" h="170995" w="58771">
                      <a:moveTo>
                        <a:pt x="37181" y="170995"/>
                      </a:moveTo>
                      <a:lnTo>
                        <a:pt x="32170" y="165984"/>
                      </a:lnTo>
                      <a:lnTo>
                        <a:pt x="58772" y="128989"/>
                      </a:lnTo>
                      <a:cubicBezTo>
                        <a:pt x="52647" y="118843"/>
                        <a:pt x="48007" y="107769"/>
                        <a:pt x="44976" y="95953"/>
                      </a:cubicBezTo>
                      <a:lnTo>
                        <a:pt x="0" y="88282"/>
                      </a:lnTo>
                      <a:lnTo>
                        <a:pt x="0" y="40460"/>
                      </a:lnTo>
                      <a:lnTo>
                        <a:pt x="44976" y="32789"/>
                      </a:lnTo>
                      <a:cubicBezTo>
                        <a:pt x="48007" y="21096"/>
                        <a:pt x="52585" y="10084"/>
                        <a:pt x="58586"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7" name="Google Shape;3477;p54"/>
                <p:cNvSpPr/>
                <p:nvPr/>
              </p:nvSpPr>
              <p:spPr>
                <a:xfrm>
                  <a:off x="4188557" y="1605812"/>
                  <a:ext cx="104180" cy="49677"/>
                </a:xfrm>
                <a:custGeom>
                  <a:rect b="b" l="l" r="r" t="t"/>
                  <a:pathLst>
                    <a:path extrusionOk="0" h="49677" w="104180">
                      <a:moveTo>
                        <a:pt x="104181" y="12744"/>
                      </a:moveTo>
                      <a:cubicBezTo>
                        <a:pt x="92427" y="15714"/>
                        <a:pt x="81291" y="20354"/>
                        <a:pt x="71083" y="26416"/>
                      </a:cubicBezTo>
                      <a:lnTo>
                        <a:pt x="33840" y="0"/>
                      </a:lnTo>
                      <a:lnTo>
                        <a:pt x="0" y="33778"/>
                      </a:lnTo>
                      <a:lnTo>
                        <a:pt x="11383" y="4967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8" name="Google Shape;3478;p54"/>
                <p:cNvSpPr/>
                <p:nvPr/>
              </p:nvSpPr>
              <p:spPr>
                <a:xfrm>
                  <a:off x="4240153" y="1657345"/>
                  <a:ext cx="167778" cy="167778"/>
                </a:xfrm>
                <a:custGeom>
                  <a:rect b="b" l="l" r="r" t="t"/>
                  <a:pathLst>
                    <a:path extrusionOk="0" h="167778" w="167778">
                      <a:moveTo>
                        <a:pt x="43986" y="10084"/>
                      </a:moveTo>
                      <a:cubicBezTo>
                        <a:pt x="55864" y="3650"/>
                        <a:pt x="69413" y="0"/>
                        <a:pt x="83889" y="0"/>
                      </a:cubicBezTo>
                      <a:cubicBezTo>
                        <a:pt x="130226" y="0"/>
                        <a:pt x="167778" y="37552"/>
                        <a:pt x="167778" y="83889"/>
                      </a:cubicBezTo>
                      <a:cubicBezTo>
                        <a:pt x="167778" y="130226"/>
                        <a:pt x="130226" y="167778"/>
                        <a:pt x="83889" y="167778"/>
                      </a:cubicBezTo>
                      <a:cubicBezTo>
                        <a:pt x="37552" y="167778"/>
                        <a:pt x="0" y="130226"/>
                        <a:pt x="0" y="83889"/>
                      </a:cubicBezTo>
                      <a:cubicBezTo>
                        <a:pt x="0" y="64649"/>
                        <a:pt x="6496" y="46894"/>
                        <a:pt x="17384" y="32789"/>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479" name="Google Shape;3479;p54"/>
            <p:cNvGrpSpPr/>
            <p:nvPr/>
          </p:nvGrpSpPr>
          <p:grpSpPr>
            <a:xfrm>
              <a:off x="4098915" y="1857089"/>
              <a:ext cx="419366" cy="171014"/>
              <a:chOff x="4098915" y="1857089"/>
              <a:chExt cx="419366" cy="171014"/>
            </a:xfrm>
          </p:grpSpPr>
          <p:sp>
            <p:nvSpPr>
              <p:cNvPr id="3480" name="Google Shape;3480;p54"/>
              <p:cNvSpPr/>
              <p:nvPr/>
            </p:nvSpPr>
            <p:spPr>
              <a:xfrm>
                <a:off x="4150696" y="1857089"/>
                <a:ext cx="367585" cy="171014"/>
              </a:xfrm>
              <a:custGeom>
                <a:rect b="b" l="l" r="r" t="t"/>
                <a:pathLst>
                  <a:path extrusionOk="0" h="171014" w="367585">
                    <a:moveTo>
                      <a:pt x="250863" y="42644"/>
                    </a:moveTo>
                    <a:lnTo>
                      <a:pt x="326091" y="4226"/>
                    </a:lnTo>
                    <a:cubicBezTo>
                      <a:pt x="340629" y="-3569"/>
                      <a:pt x="357642" y="-476"/>
                      <a:pt x="364695" y="12640"/>
                    </a:cubicBezTo>
                    <a:cubicBezTo>
                      <a:pt x="371686" y="25755"/>
                      <a:pt x="365561" y="42830"/>
                      <a:pt x="351023" y="50625"/>
                    </a:cubicBezTo>
                    <a:lnTo>
                      <a:pt x="194999" y="134266"/>
                    </a:lnTo>
                    <a:lnTo>
                      <a:pt x="186771" y="136308"/>
                    </a:lnTo>
                    <a:lnTo>
                      <a:pt x="41264" y="140267"/>
                    </a:lnTo>
                    <a:cubicBezTo>
                      <a:pt x="41264" y="140267"/>
                      <a:pt x="22519" y="145526"/>
                      <a:pt x="0" y="171014"/>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1" name="Google Shape;3481;p54"/>
              <p:cNvSpPr/>
              <p:nvPr/>
            </p:nvSpPr>
            <p:spPr>
              <a:xfrm>
                <a:off x="4098915" y="1877750"/>
                <a:ext cx="277527" cy="73825"/>
              </a:xfrm>
              <a:custGeom>
                <a:rect b="b" l="l" r="r" t="t"/>
                <a:pathLst>
                  <a:path extrusionOk="0" h="73825" w="277527">
                    <a:moveTo>
                      <a:pt x="0" y="73826"/>
                    </a:moveTo>
                    <a:lnTo>
                      <a:pt x="66010" y="13074"/>
                    </a:lnTo>
                    <a:cubicBezTo>
                      <a:pt x="98242" y="-8702"/>
                      <a:pt x="136536" y="3299"/>
                      <a:pt x="136536" y="3299"/>
                    </a:cubicBezTo>
                    <a:cubicBezTo>
                      <a:pt x="155034" y="8187"/>
                      <a:pt x="189493" y="9300"/>
                      <a:pt x="189493" y="9300"/>
                    </a:cubicBezTo>
                    <a:lnTo>
                      <a:pt x="246594" y="9300"/>
                    </a:lnTo>
                    <a:cubicBezTo>
                      <a:pt x="263607" y="9300"/>
                      <a:pt x="277527" y="21426"/>
                      <a:pt x="277527" y="36274"/>
                    </a:cubicBezTo>
                    <a:cubicBezTo>
                      <a:pt x="277527" y="51121"/>
                      <a:pt x="263607" y="63309"/>
                      <a:pt x="246594" y="63309"/>
                    </a:cubicBezTo>
                    <a:lnTo>
                      <a:pt x="167593" y="63309"/>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482" name="Google Shape;3482;p54"/>
          <p:cNvGrpSpPr/>
          <p:nvPr/>
        </p:nvGrpSpPr>
        <p:grpSpPr>
          <a:xfrm>
            <a:off x="6431639" y="1583415"/>
            <a:ext cx="389785" cy="361126"/>
            <a:chOff x="6389335" y="1583415"/>
            <a:chExt cx="389785" cy="361126"/>
          </a:xfrm>
        </p:grpSpPr>
        <p:grpSp>
          <p:nvGrpSpPr>
            <p:cNvPr id="3483" name="Google Shape;3483;p54"/>
            <p:cNvGrpSpPr/>
            <p:nvPr/>
          </p:nvGrpSpPr>
          <p:grpSpPr>
            <a:xfrm>
              <a:off x="6615018" y="1780554"/>
              <a:ext cx="164102" cy="163987"/>
              <a:chOff x="6615018" y="1780554"/>
              <a:chExt cx="164102" cy="163987"/>
            </a:xfrm>
          </p:grpSpPr>
          <p:grpSp>
            <p:nvGrpSpPr>
              <p:cNvPr id="3484" name="Google Shape;3484;p54"/>
              <p:cNvGrpSpPr/>
              <p:nvPr/>
            </p:nvGrpSpPr>
            <p:grpSpPr>
              <a:xfrm>
                <a:off x="6615018" y="1780554"/>
                <a:ext cx="164102" cy="163987"/>
                <a:chOff x="6615018" y="1780554"/>
                <a:chExt cx="164102" cy="163987"/>
              </a:xfrm>
            </p:grpSpPr>
            <p:sp>
              <p:nvSpPr>
                <p:cNvPr id="3485" name="Google Shape;3485;p54"/>
                <p:cNvSpPr/>
                <p:nvPr/>
              </p:nvSpPr>
              <p:spPr>
                <a:xfrm>
                  <a:off x="6615018" y="1781691"/>
                  <a:ext cx="164102" cy="162850"/>
                </a:xfrm>
                <a:custGeom>
                  <a:rect b="b" l="l" r="r" t="t"/>
                  <a:pathLst>
                    <a:path extrusionOk="0" h="162850" w="164102">
                      <a:moveTo>
                        <a:pt x="45489" y="29625"/>
                      </a:moveTo>
                      <a:cubicBezTo>
                        <a:pt x="40713" y="33036"/>
                        <a:pt x="36391" y="37074"/>
                        <a:pt x="32695" y="41793"/>
                      </a:cubicBezTo>
                      <a:lnTo>
                        <a:pt x="10747" y="36164"/>
                      </a:lnTo>
                      <a:lnTo>
                        <a:pt x="1080" y="57885"/>
                      </a:lnTo>
                      <a:lnTo>
                        <a:pt x="19958" y="70451"/>
                      </a:lnTo>
                      <a:cubicBezTo>
                        <a:pt x="18935" y="76422"/>
                        <a:pt x="18821" y="82392"/>
                        <a:pt x="19503" y="88249"/>
                      </a:cubicBezTo>
                      <a:lnTo>
                        <a:pt x="0" y="99678"/>
                      </a:lnTo>
                      <a:lnTo>
                        <a:pt x="8529" y="121854"/>
                      </a:lnTo>
                      <a:lnTo>
                        <a:pt x="30705" y="117248"/>
                      </a:lnTo>
                      <a:cubicBezTo>
                        <a:pt x="34117" y="122081"/>
                        <a:pt x="38211" y="126403"/>
                        <a:pt x="42930" y="130156"/>
                      </a:cubicBezTo>
                      <a:lnTo>
                        <a:pt x="37301" y="152104"/>
                      </a:lnTo>
                      <a:lnTo>
                        <a:pt x="59022" y="161771"/>
                      </a:lnTo>
                      <a:lnTo>
                        <a:pt x="71589" y="142893"/>
                      </a:lnTo>
                      <a:cubicBezTo>
                        <a:pt x="77559" y="143916"/>
                        <a:pt x="83529" y="144030"/>
                        <a:pt x="89386" y="143348"/>
                      </a:cubicBezTo>
                      <a:lnTo>
                        <a:pt x="100815" y="162851"/>
                      </a:lnTo>
                      <a:lnTo>
                        <a:pt x="122991" y="154322"/>
                      </a:lnTo>
                      <a:lnTo>
                        <a:pt x="118385" y="132203"/>
                      </a:lnTo>
                      <a:cubicBezTo>
                        <a:pt x="123219" y="128791"/>
                        <a:pt x="127597" y="124640"/>
                        <a:pt x="131407" y="119864"/>
                      </a:cubicBezTo>
                      <a:lnTo>
                        <a:pt x="153298" y="125607"/>
                      </a:lnTo>
                      <a:lnTo>
                        <a:pt x="162965" y="103886"/>
                      </a:lnTo>
                      <a:lnTo>
                        <a:pt x="144087" y="91490"/>
                      </a:lnTo>
                      <a:cubicBezTo>
                        <a:pt x="145110" y="85520"/>
                        <a:pt x="145281" y="79549"/>
                        <a:pt x="144599" y="73692"/>
                      </a:cubicBezTo>
                      <a:lnTo>
                        <a:pt x="164102" y="62149"/>
                      </a:lnTo>
                      <a:lnTo>
                        <a:pt x="155573" y="39974"/>
                      </a:lnTo>
                      <a:lnTo>
                        <a:pt x="133340" y="44466"/>
                      </a:lnTo>
                      <a:cubicBezTo>
                        <a:pt x="129928" y="39689"/>
                        <a:pt x="125834" y="35311"/>
                        <a:pt x="121058" y="31558"/>
                      </a:cubicBezTo>
                      <a:lnTo>
                        <a:pt x="126801" y="9666"/>
                      </a:lnTo>
                      <a:lnTo>
                        <a:pt x="105080" y="0"/>
                      </a:lnTo>
                      <a:lnTo>
                        <a:pt x="99678" y="847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6" name="Google Shape;3486;p54"/>
                <p:cNvSpPr/>
                <p:nvPr/>
              </p:nvSpPr>
              <p:spPr>
                <a:xfrm>
                  <a:off x="6656071" y="1780554"/>
                  <a:ext cx="51516" cy="20015"/>
                </a:xfrm>
                <a:custGeom>
                  <a:rect b="b" l="l" r="r" t="t"/>
                  <a:pathLst>
                    <a:path extrusionOk="0" h="20015" w="51516">
                      <a:moveTo>
                        <a:pt x="51516" y="20015"/>
                      </a:moveTo>
                      <a:cubicBezTo>
                        <a:pt x="45546" y="18992"/>
                        <a:pt x="39576" y="18821"/>
                        <a:pt x="33719" y="19503"/>
                      </a:cubicBezTo>
                      <a:lnTo>
                        <a:pt x="22176" y="0"/>
                      </a:lnTo>
                      <a:lnTo>
                        <a:pt x="0" y="8529"/>
                      </a:lnTo>
                      <a:lnTo>
                        <a:pt x="1933" y="18025"/>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87" name="Google Shape;3487;p54"/>
              <p:cNvSpPr/>
              <p:nvPr/>
            </p:nvSpPr>
            <p:spPr>
              <a:xfrm>
                <a:off x="6662508" y="1828034"/>
                <a:ext cx="69129" cy="69131"/>
              </a:xfrm>
              <a:custGeom>
                <a:rect b="b" l="l" r="r" t="t"/>
                <a:pathLst>
                  <a:path extrusionOk="0" h="69131" w="69129">
                    <a:moveTo>
                      <a:pt x="31888" y="113"/>
                    </a:moveTo>
                    <a:cubicBezTo>
                      <a:pt x="37404" y="-342"/>
                      <a:pt x="43147" y="568"/>
                      <a:pt x="48605" y="3013"/>
                    </a:cubicBezTo>
                    <a:cubicBezTo>
                      <a:pt x="66062" y="10746"/>
                      <a:pt x="73909" y="31216"/>
                      <a:pt x="66119" y="48616"/>
                    </a:cubicBezTo>
                    <a:cubicBezTo>
                      <a:pt x="58329" y="66015"/>
                      <a:pt x="37915" y="73919"/>
                      <a:pt x="20516" y="66129"/>
                    </a:cubicBezTo>
                    <a:cubicBezTo>
                      <a:pt x="3116" y="58339"/>
                      <a:pt x="-4787" y="37926"/>
                      <a:pt x="3003" y="20526"/>
                    </a:cubicBezTo>
                    <a:cubicBezTo>
                      <a:pt x="6244" y="13305"/>
                      <a:pt x="11646" y="7675"/>
                      <a:pt x="18071" y="4207"/>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88" name="Google Shape;3488;p54"/>
            <p:cNvGrpSpPr/>
            <p:nvPr/>
          </p:nvGrpSpPr>
          <p:grpSpPr>
            <a:xfrm>
              <a:off x="6389335" y="1583415"/>
              <a:ext cx="307676" cy="315922"/>
              <a:chOff x="6389335" y="1583415"/>
              <a:chExt cx="307676" cy="315922"/>
            </a:xfrm>
          </p:grpSpPr>
          <p:grpSp>
            <p:nvGrpSpPr>
              <p:cNvPr id="3489" name="Google Shape;3489;p54"/>
              <p:cNvGrpSpPr/>
              <p:nvPr/>
            </p:nvGrpSpPr>
            <p:grpSpPr>
              <a:xfrm>
                <a:off x="6429536" y="1611732"/>
                <a:ext cx="267475" cy="255023"/>
                <a:chOff x="6429536" y="1611732"/>
                <a:chExt cx="267475" cy="255023"/>
              </a:xfrm>
            </p:grpSpPr>
            <p:sp>
              <p:nvSpPr>
                <p:cNvPr id="3490" name="Google Shape;3490;p54"/>
                <p:cNvSpPr/>
                <p:nvPr/>
              </p:nvSpPr>
              <p:spPr>
                <a:xfrm>
                  <a:off x="6429536" y="1771911"/>
                  <a:ext cx="57202" cy="94844"/>
                </a:xfrm>
                <a:custGeom>
                  <a:rect b="b" l="l" r="r" t="t"/>
                  <a:pathLst>
                    <a:path extrusionOk="0" h="94844" w="57202">
                      <a:moveTo>
                        <a:pt x="0" y="94845"/>
                      </a:moveTo>
                      <a:lnTo>
                        <a:pt x="0" y="0"/>
                      </a:lnTo>
                      <a:lnTo>
                        <a:pt x="57203" y="0"/>
                      </a:lnTo>
                      <a:lnTo>
                        <a:pt x="57203" y="94845"/>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1" name="Google Shape;3491;p54"/>
                <p:cNvSpPr/>
                <p:nvPr/>
              </p:nvSpPr>
              <p:spPr>
                <a:xfrm>
                  <a:off x="6534729" y="1705155"/>
                  <a:ext cx="57145" cy="161600"/>
                </a:xfrm>
                <a:custGeom>
                  <a:rect b="b" l="l" r="r" t="t"/>
                  <a:pathLst>
                    <a:path extrusionOk="0" h="161600" w="57145">
                      <a:moveTo>
                        <a:pt x="0" y="161600"/>
                      </a:moveTo>
                      <a:lnTo>
                        <a:pt x="0" y="0"/>
                      </a:lnTo>
                      <a:lnTo>
                        <a:pt x="57146" y="0"/>
                      </a:lnTo>
                      <a:lnTo>
                        <a:pt x="57146" y="16160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2" name="Google Shape;3492;p54"/>
                <p:cNvSpPr/>
                <p:nvPr/>
              </p:nvSpPr>
              <p:spPr>
                <a:xfrm>
                  <a:off x="6639866" y="1611732"/>
                  <a:ext cx="57145" cy="161600"/>
                </a:xfrm>
                <a:custGeom>
                  <a:rect b="b" l="l" r="r" t="t"/>
                  <a:pathLst>
                    <a:path extrusionOk="0" h="161600" w="57145">
                      <a:moveTo>
                        <a:pt x="0" y="161600"/>
                      </a:moveTo>
                      <a:lnTo>
                        <a:pt x="0" y="0"/>
                      </a:lnTo>
                      <a:lnTo>
                        <a:pt x="57146" y="0"/>
                      </a:lnTo>
                      <a:lnTo>
                        <a:pt x="57146" y="140902"/>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93" name="Google Shape;3493;p54"/>
              <p:cNvSpPr/>
              <p:nvPr/>
            </p:nvSpPr>
            <p:spPr>
              <a:xfrm>
                <a:off x="6389335" y="1893651"/>
                <a:ext cx="206805" cy="5686"/>
              </a:xfrm>
              <a:custGeom>
                <a:rect b="b" l="l" r="r" t="t"/>
                <a:pathLst>
                  <a:path extrusionOk="0" h="5686" w="206805">
                    <a:moveTo>
                      <a:pt x="206805" y="0"/>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94" name="Google Shape;3494;p54"/>
              <p:cNvGrpSpPr/>
              <p:nvPr/>
            </p:nvGrpSpPr>
            <p:grpSpPr>
              <a:xfrm>
                <a:off x="6436984" y="1583415"/>
                <a:ext cx="159155" cy="160122"/>
                <a:chOff x="6436984" y="1583415"/>
                <a:chExt cx="159155" cy="160122"/>
              </a:xfrm>
            </p:grpSpPr>
            <p:sp>
              <p:nvSpPr>
                <p:cNvPr id="3495" name="Google Shape;3495;p54"/>
                <p:cNvSpPr/>
                <p:nvPr/>
              </p:nvSpPr>
              <p:spPr>
                <a:xfrm>
                  <a:off x="6436984" y="1584098"/>
                  <a:ext cx="158643" cy="159439"/>
                </a:xfrm>
                <a:custGeom>
                  <a:rect b="b" l="l" r="r" t="t"/>
                  <a:pathLst>
                    <a:path extrusionOk="0" h="159439" w="158643">
                      <a:moveTo>
                        <a:pt x="158643" y="0"/>
                      </a:moveTo>
                      <a:lnTo>
                        <a:pt x="0" y="15943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6" name="Google Shape;3496;p54"/>
                <p:cNvSpPr/>
                <p:nvPr/>
              </p:nvSpPr>
              <p:spPr>
                <a:xfrm>
                  <a:off x="6548205" y="1583415"/>
                  <a:ext cx="47934" cy="47649"/>
                </a:xfrm>
                <a:custGeom>
                  <a:rect b="b" l="l" r="r" t="t"/>
                  <a:pathLst>
                    <a:path extrusionOk="0" h="47649" w="47934">
                      <a:moveTo>
                        <a:pt x="0" y="0"/>
                      </a:moveTo>
                      <a:lnTo>
                        <a:pt x="47934" y="0"/>
                      </a:lnTo>
                      <a:lnTo>
                        <a:pt x="47934" y="4765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nvGrpSpPr>
          <p:cNvPr id="3497" name="Google Shape;3497;p54"/>
          <p:cNvGrpSpPr/>
          <p:nvPr/>
        </p:nvGrpSpPr>
        <p:grpSpPr>
          <a:xfrm>
            <a:off x="2944635" y="3086557"/>
            <a:ext cx="427676" cy="402539"/>
            <a:chOff x="2944635" y="3086557"/>
            <a:chExt cx="427676" cy="402539"/>
          </a:xfrm>
        </p:grpSpPr>
        <p:sp>
          <p:nvSpPr>
            <p:cNvPr id="3498" name="Google Shape;3498;p54"/>
            <p:cNvSpPr/>
            <p:nvPr/>
          </p:nvSpPr>
          <p:spPr>
            <a:xfrm>
              <a:off x="3066966" y="3226209"/>
              <a:ext cx="10081" cy="10081"/>
            </a:xfrm>
            <a:custGeom>
              <a:rect b="b" l="l" r="r" t="t"/>
              <a:pathLst>
                <a:path extrusionOk="0" h="10081" w="10081">
                  <a:moveTo>
                    <a:pt x="10081" y="5041"/>
                  </a:moveTo>
                  <a:cubicBezTo>
                    <a:pt x="10081" y="7819"/>
                    <a:pt x="7819" y="10081"/>
                    <a:pt x="5041" y="10081"/>
                  </a:cubicBezTo>
                  <a:cubicBezTo>
                    <a:pt x="2262" y="10081"/>
                    <a:pt x="0" y="7819"/>
                    <a:pt x="0" y="5041"/>
                  </a:cubicBezTo>
                  <a:cubicBezTo>
                    <a:pt x="0" y="2262"/>
                    <a:pt x="2262" y="0"/>
                    <a:pt x="5041" y="0"/>
                  </a:cubicBezTo>
                  <a:cubicBezTo>
                    <a:pt x="7819" y="0"/>
                    <a:pt x="10081" y="2262"/>
                    <a:pt x="10081" y="5041"/>
                  </a:cubicBezTo>
                  <a:close/>
                </a:path>
              </a:pathLst>
            </a:custGeom>
            <a:solidFill>
              <a:srgbClr val="394553"/>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99" name="Google Shape;3499;p54"/>
            <p:cNvGrpSpPr/>
            <p:nvPr/>
          </p:nvGrpSpPr>
          <p:grpSpPr>
            <a:xfrm>
              <a:off x="2944635" y="3086557"/>
              <a:ext cx="427676" cy="402539"/>
              <a:chOff x="2944635" y="3086557"/>
              <a:chExt cx="427676" cy="402539"/>
            </a:xfrm>
          </p:grpSpPr>
          <p:grpSp>
            <p:nvGrpSpPr>
              <p:cNvPr id="3500" name="Google Shape;3500;p54"/>
              <p:cNvGrpSpPr/>
              <p:nvPr/>
            </p:nvGrpSpPr>
            <p:grpSpPr>
              <a:xfrm>
                <a:off x="2944635" y="3086557"/>
                <a:ext cx="427676" cy="402539"/>
                <a:chOff x="2944635" y="3086557"/>
                <a:chExt cx="427676" cy="402539"/>
              </a:xfrm>
            </p:grpSpPr>
            <p:grpSp>
              <p:nvGrpSpPr>
                <p:cNvPr id="3501" name="Google Shape;3501;p54"/>
                <p:cNvGrpSpPr/>
                <p:nvPr/>
              </p:nvGrpSpPr>
              <p:grpSpPr>
                <a:xfrm>
                  <a:off x="2944635" y="3116026"/>
                  <a:ext cx="427676" cy="373070"/>
                  <a:chOff x="2944635" y="3116026"/>
                  <a:chExt cx="427676" cy="373070"/>
                </a:xfrm>
              </p:grpSpPr>
              <p:sp>
                <p:nvSpPr>
                  <p:cNvPr id="3502" name="Google Shape;3502;p54"/>
                  <p:cNvSpPr/>
                  <p:nvPr/>
                </p:nvSpPr>
                <p:spPr>
                  <a:xfrm>
                    <a:off x="3327592" y="3225110"/>
                    <a:ext cx="44719" cy="21713"/>
                  </a:xfrm>
                  <a:custGeom>
                    <a:rect b="b" l="l" r="r" t="t"/>
                    <a:pathLst>
                      <a:path extrusionOk="0" h="21713" w="44719">
                        <a:moveTo>
                          <a:pt x="0" y="21713"/>
                        </a:moveTo>
                        <a:lnTo>
                          <a:pt x="4471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3" name="Google Shape;3503;p54"/>
                  <p:cNvSpPr/>
                  <p:nvPr/>
                </p:nvSpPr>
                <p:spPr>
                  <a:xfrm>
                    <a:off x="2944635" y="3116026"/>
                    <a:ext cx="391616" cy="373070"/>
                  </a:xfrm>
                  <a:custGeom>
                    <a:rect b="b" l="l" r="r" t="t"/>
                    <a:pathLst>
                      <a:path extrusionOk="0" h="373070" w="391616">
                        <a:moveTo>
                          <a:pt x="329966" y="68178"/>
                        </a:moveTo>
                        <a:cubicBezTo>
                          <a:pt x="367448" y="94932"/>
                          <a:pt x="391617" y="136355"/>
                          <a:pt x="391617" y="182626"/>
                        </a:cubicBezTo>
                        <a:cubicBezTo>
                          <a:pt x="391617" y="239947"/>
                          <a:pt x="354200" y="289771"/>
                          <a:pt x="300692" y="313617"/>
                        </a:cubicBezTo>
                        <a:lnTo>
                          <a:pt x="300692" y="360146"/>
                        </a:lnTo>
                        <a:cubicBezTo>
                          <a:pt x="300692" y="367255"/>
                          <a:pt x="294876" y="373071"/>
                          <a:pt x="287767" y="373071"/>
                        </a:cubicBezTo>
                        <a:lnTo>
                          <a:pt x="259462" y="373071"/>
                        </a:lnTo>
                        <a:cubicBezTo>
                          <a:pt x="252354" y="373071"/>
                          <a:pt x="246537" y="367255"/>
                          <a:pt x="246537" y="360146"/>
                        </a:cubicBezTo>
                        <a:lnTo>
                          <a:pt x="246537" y="327770"/>
                        </a:lnTo>
                        <a:cubicBezTo>
                          <a:pt x="241238" y="328222"/>
                          <a:pt x="235487" y="328481"/>
                          <a:pt x="230059" y="328481"/>
                        </a:cubicBezTo>
                        <a:lnTo>
                          <a:pt x="205114" y="328481"/>
                        </a:lnTo>
                        <a:cubicBezTo>
                          <a:pt x="199686" y="328481"/>
                          <a:pt x="194128" y="328222"/>
                          <a:pt x="188829" y="327770"/>
                        </a:cubicBezTo>
                        <a:lnTo>
                          <a:pt x="188829" y="360146"/>
                        </a:lnTo>
                        <a:cubicBezTo>
                          <a:pt x="188829" y="367255"/>
                          <a:pt x="183013" y="373071"/>
                          <a:pt x="175904" y="373071"/>
                        </a:cubicBezTo>
                        <a:lnTo>
                          <a:pt x="147599" y="373071"/>
                        </a:lnTo>
                        <a:cubicBezTo>
                          <a:pt x="140491" y="373071"/>
                          <a:pt x="134674" y="367255"/>
                          <a:pt x="134674" y="360146"/>
                        </a:cubicBezTo>
                        <a:lnTo>
                          <a:pt x="134674" y="313876"/>
                        </a:lnTo>
                        <a:cubicBezTo>
                          <a:pt x="134674" y="313876"/>
                          <a:pt x="133964" y="313488"/>
                          <a:pt x="133770" y="313423"/>
                        </a:cubicBezTo>
                        <a:cubicBezTo>
                          <a:pt x="99584" y="298108"/>
                          <a:pt x="72119" y="271612"/>
                          <a:pt x="56803" y="239882"/>
                        </a:cubicBezTo>
                        <a:lnTo>
                          <a:pt x="22682" y="239882"/>
                        </a:lnTo>
                        <a:cubicBezTo>
                          <a:pt x="22682" y="239882"/>
                          <a:pt x="-15381" y="109407"/>
                          <a:pt x="7108" y="117162"/>
                        </a:cubicBezTo>
                        <a:cubicBezTo>
                          <a:pt x="34573" y="126597"/>
                          <a:pt x="58871" y="117550"/>
                          <a:pt x="60293" y="116645"/>
                        </a:cubicBezTo>
                        <a:cubicBezTo>
                          <a:pt x="62102" y="115611"/>
                          <a:pt x="63007" y="114383"/>
                          <a:pt x="63007" y="114383"/>
                        </a:cubicBezTo>
                        <a:cubicBezTo>
                          <a:pt x="76707" y="90990"/>
                          <a:pt x="96999" y="71473"/>
                          <a:pt x="121685" y="57773"/>
                        </a:cubicBezTo>
                        <a:lnTo>
                          <a:pt x="122008" y="57386"/>
                        </a:lnTo>
                        <a:lnTo>
                          <a:pt x="121233" y="0"/>
                        </a:lnTo>
                        <a:cubicBezTo>
                          <a:pt x="151994" y="0"/>
                          <a:pt x="177649" y="38839"/>
                          <a:pt x="177649" y="38839"/>
                        </a:cubicBezTo>
                        <a:lnTo>
                          <a:pt x="178424" y="38839"/>
                        </a:lnTo>
                        <a:cubicBezTo>
                          <a:pt x="187149" y="37546"/>
                          <a:pt x="195937" y="36641"/>
                          <a:pt x="205114" y="36641"/>
                        </a:cubicBezTo>
                        <a:lnTo>
                          <a:pt x="222756" y="36641"/>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04" name="Google Shape;3504;p54"/>
                <p:cNvSpPr/>
                <p:nvPr/>
              </p:nvSpPr>
              <p:spPr>
                <a:xfrm>
                  <a:off x="3192788" y="3086557"/>
                  <a:ext cx="81813" cy="81813"/>
                </a:xfrm>
                <a:custGeom>
                  <a:rect b="b" l="l" r="r" t="t"/>
                  <a:pathLst>
                    <a:path extrusionOk="0" h="81813" w="81813">
                      <a:moveTo>
                        <a:pt x="40907" y="0"/>
                      </a:moveTo>
                      <a:cubicBezTo>
                        <a:pt x="63525" y="0"/>
                        <a:pt x="81813" y="18353"/>
                        <a:pt x="81813" y="40907"/>
                      </a:cubicBezTo>
                      <a:cubicBezTo>
                        <a:pt x="81813" y="63460"/>
                        <a:pt x="63525" y="81813"/>
                        <a:pt x="40907" y="81813"/>
                      </a:cubicBezTo>
                      <a:cubicBezTo>
                        <a:pt x="18288" y="81813"/>
                        <a:pt x="0" y="63460"/>
                        <a:pt x="0" y="40907"/>
                      </a:cubicBezTo>
                      <a:cubicBezTo>
                        <a:pt x="0" y="18353"/>
                        <a:pt x="18353" y="0"/>
                        <a:pt x="40907" y="0"/>
                      </a:cubicBezTo>
                      <a:close/>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05" name="Google Shape;3505;p54"/>
              <p:cNvSpPr/>
              <p:nvPr/>
            </p:nvSpPr>
            <p:spPr>
              <a:xfrm>
                <a:off x="3150783" y="3200239"/>
                <a:ext cx="68629" cy="7163"/>
              </a:xfrm>
              <a:custGeom>
                <a:rect b="b" l="l" r="r" t="t"/>
                <a:pathLst>
                  <a:path extrusionOk="0" h="7163" w="68629">
                    <a:moveTo>
                      <a:pt x="0" y="3028"/>
                    </a:moveTo>
                    <a:cubicBezTo>
                      <a:pt x="0" y="3028"/>
                      <a:pt x="37611" y="-6019"/>
                      <a:pt x="68630" y="716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3506" name="Google Shape;3506;p54"/>
          <p:cNvGrpSpPr/>
          <p:nvPr/>
        </p:nvGrpSpPr>
        <p:grpSpPr>
          <a:xfrm>
            <a:off x="5262402" y="3116867"/>
            <a:ext cx="381133" cy="307122"/>
            <a:chOff x="5262402" y="3116867"/>
            <a:chExt cx="381133" cy="307122"/>
          </a:xfrm>
        </p:grpSpPr>
        <p:sp>
          <p:nvSpPr>
            <p:cNvPr id="3507" name="Google Shape;3507;p54"/>
            <p:cNvSpPr/>
            <p:nvPr/>
          </p:nvSpPr>
          <p:spPr>
            <a:xfrm>
              <a:off x="5309116" y="3116867"/>
              <a:ext cx="334419" cy="301844"/>
            </a:xfrm>
            <a:custGeom>
              <a:rect b="b" l="l" r="r" t="t"/>
              <a:pathLst>
                <a:path extrusionOk="0" h="301844" w="334419">
                  <a:moveTo>
                    <a:pt x="334420" y="87954"/>
                  </a:moveTo>
                  <a:lnTo>
                    <a:pt x="334420" y="213891"/>
                  </a:lnTo>
                  <a:cubicBezTo>
                    <a:pt x="334420" y="262493"/>
                    <a:pt x="259562" y="301845"/>
                    <a:pt x="167177" y="301845"/>
                  </a:cubicBezTo>
                  <a:cubicBezTo>
                    <a:pt x="157144" y="301845"/>
                    <a:pt x="147306" y="301389"/>
                    <a:pt x="137794" y="300476"/>
                  </a:cubicBezTo>
                  <a:lnTo>
                    <a:pt x="137534" y="174800"/>
                  </a:lnTo>
                  <a:cubicBezTo>
                    <a:pt x="146069" y="175517"/>
                    <a:pt x="158252" y="175843"/>
                    <a:pt x="167177" y="175843"/>
                  </a:cubicBezTo>
                  <a:cubicBezTo>
                    <a:pt x="259562" y="175843"/>
                    <a:pt x="334420" y="136491"/>
                    <a:pt x="334420" y="87889"/>
                  </a:cubicBezTo>
                  <a:cubicBezTo>
                    <a:pt x="334420" y="39286"/>
                    <a:pt x="259562" y="0"/>
                    <a:pt x="167177" y="0"/>
                  </a:cubicBezTo>
                  <a:cubicBezTo>
                    <a:pt x="74793" y="0"/>
                    <a:pt x="0" y="39351"/>
                    <a:pt x="0" y="87954"/>
                  </a:cubicBezTo>
                  <a:cubicBezTo>
                    <a:pt x="0" y="96163"/>
                    <a:pt x="2150" y="104176"/>
                    <a:pt x="6189" y="11173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8" name="Google Shape;3508;p54"/>
            <p:cNvSpPr/>
            <p:nvPr/>
          </p:nvSpPr>
          <p:spPr>
            <a:xfrm>
              <a:off x="5262402" y="3239547"/>
              <a:ext cx="92318" cy="184442"/>
            </a:xfrm>
            <a:custGeom>
              <a:rect b="b" l="l" r="r" t="t"/>
              <a:pathLst>
                <a:path extrusionOk="0" h="184442" w="92318">
                  <a:moveTo>
                    <a:pt x="0" y="0"/>
                  </a:moveTo>
                  <a:cubicBezTo>
                    <a:pt x="0" y="0"/>
                    <a:pt x="21695" y="53228"/>
                    <a:pt x="92319" y="77074"/>
                  </a:cubicBezTo>
                  <a:lnTo>
                    <a:pt x="92319" y="184442"/>
                  </a:lnTo>
                  <a:cubicBezTo>
                    <a:pt x="21760" y="160532"/>
                    <a:pt x="0" y="106457"/>
                    <a:pt x="0" y="106457"/>
                  </a:cubicBezTo>
                  <a:lnTo>
                    <a:pt x="0" y="65"/>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9" name="Google Shape;3509;p54"/>
            <p:cNvSpPr/>
            <p:nvPr/>
          </p:nvSpPr>
          <p:spPr>
            <a:xfrm>
              <a:off x="5262402" y="3202671"/>
              <a:ext cx="209590" cy="36875"/>
            </a:xfrm>
            <a:custGeom>
              <a:rect b="b" l="l" r="r" t="t"/>
              <a:pathLst>
                <a:path extrusionOk="0" h="36875" w="209590">
                  <a:moveTo>
                    <a:pt x="0" y="36875"/>
                  </a:moveTo>
                  <a:lnTo>
                    <a:pt x="209591"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0" name="Google Shape;3510;p54"/>
            <p:cNvSpPr/>
            <p:nvPr/>
          </p:nvSpPr>
          <p:spPr>
            <a:xfrm>
              <a:off x="5354721" y="3202671"/>
              <a:ext cx="117271" cy="114014"/>
            </a:xfrm>
            <a:custGeom>
              <a:rect b="b" l="l" r="r" t="t"/>
              <a:pathLst>
                <a:path extrusionOk="0" h="114014" w="117271">
                  <a:moveTo>
                    <a:pt x="117272" y="0"/>
                  </a:moveTo>
                  <a:lnTo>
                    <a:pt x="0" y="114014"/>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1" name="Google Shape;3511;p54"/>
            <p:cNvSpPr/>
            <p:nvPr/>
          </p:nvSpPr>
          <p:spPr>
            <a:xfrm>
              <a:off x="5354721" y="3364962"/>
              <a:ext cx="60851" cy="59026"/>
            </a:xfrm>
            <a:custGeom>
              <a:rect b="b" l="l" r="r" t="t"/>
              <a:pathLst>
                <a:path extrusionOk="0" h="59026" w="60851">
                  <a:moveTo>
                    <a:pt x="60851" y="0"/>
                  </a:moveTo>
                  <a:lnTo>
                    <a:pt x="0" y="59027"/>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2" name="Google Shape;3512;p54"/>
            <p:cNvSpPr/>
            <p:nvPr/>
          </p:nvSpPr>
          <p:spPr>
            <a:xfrm>
              <a:off x="5446975" y="3202671"/>
              <a:ext cx="25017" cy="86846"/>
            </a:xfrm>
            <a:custGeom>
              <a:rect b="b" l="l" r="r" t="t"/>
              <a:pathLst>
                <a:path extrusionOk="0" h="86846" w="25017">
                  <a:moveTo>
                    <a:pt x="25018" y="0"/>
                  </a:moveTo>
                  <a:lnTo>
                    <a:pt x="0" y="86846"/>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13" name="Google Shape;3513;p54"/>
          <p:cNvGrpSpPr/>
          <p:nvPr/>
        </p:nvGrpSpPr>
        <p:grpSpPr>
          <a:xfrm>
            <a:off x="7581639" y="3115995"/>
            <a:ext cx="358099" cy="366099"/>
            <a:chOff x="7581639" y="3115995"/>
            <a:chExt cx="358099" cy="366099"/>
          </a:xfrm>
        </p:grpSpPr>
        <p:grpSp>
          <p:nvGrpSpPr>
            <p:cNvPr id="3514" name="Google Shape;3514;p54"/>
            <p:cNvGrpSpPr/>
            <p:nvPr/>
          </p:nvGrpSpPr>
          <p:grpSpPr>
            <a:xfrm>
              <a:off x="7581639" y="3159685"/>
              <a:ext cx="271183" cy="322409"/>
              <a:chOff x="7581639" y="3159685"/>
              <a:chExt cx="271183" cy="322409"/>
            </a:xfrm>
          </p:grpSpPr>
          <p:sp>
            <p:nvSpPr>
              <p:cNvPr id="3515" name="Google Shape;3515;p54"/>
              <p:cNvSpPr/>
              <p:nvPr/>
            </p:nvSpPr>
            <p:spPr>
              <a:xfrm>
                <a:off x="7581639" y="3159685"/>
                <a:ext cx="132610" cy="322002"/>
              </a:xfrm>
              <a:custGeom>
                <a:rect b="b" l="l" r="r" t="t"/>
                <a:pathLst>
                  <a:path extrusionOk="0" h="322002" w="132610">
                    <a:moveTo>
                      <a:pt x="132610" y="0"/>
                    </a:moveTo>
                    <a:cubicBezTo>
                      <a:pt x="115797" y="3083"/>
                      <a:pt x="97879" y="9192"/>
                      <a:pt x="79321" y="19722"/>
                    </a:cubicBezTo>
                    <a:cubicBezTo>
                      <a:pt x="79321" y="19722"/>
                      <a:pt x="27952" y="41945"/>
                      <a:pt x="38831" y="113094"/>
                    </a:cubicBezTo>
                    <a:cubicBezTo>
                      <a:pt x="38831" y="113094"/>
                      <a:pt x="41042" y="132990"/>
                      <a:pt x="34759" y="142298"/>
                    </a:cubicBezTo>
                    <a:lnTo>
                      <a:pt x="726" y="182323"/>
                    </a:lnTo>
                    <a:cubicBezTo>
                      <a:pt x="726" y="182323"/>
                      <a:pt x="-3812" y="194190"/>
                      <a:pt x="9801" y="195354"/>
                    </a:cubicBezTo>
                    <a:lnTo>
                      <a:pt x="30570" y="199659"/>
                    </a:lnTo>
                    <a:cubicBezTo>
                      <a:pt x="30570" y="199659"/>
                      <a:pt x="39238" y="216588"/>
                      <a:pt x="40111" y="229561"/>
                    </a:cubicBezTo>
                    <a:cubicBezTo>
                      <a:pt x="40984" y="242593"/>
                      <a:pt x="37958" y="258649"/>
                      <a:pt x="37958" y="258649"/>
                    </a:cubicBezTo>
                    <a:cubicBezTo>
                      <a:pt x="37958" y="258649"/>
                      <a:pt x="30570" y="278196"/>
                      <a:pt x="42147" y="286748"/>
                    </a:cubicBezTo>
                    <a:cubicBezTo>
                      <a:pt x="44416" y="287330"/>
                      <a:pt x="52910" y="296987"/>
                      <a:pt x="113529" y="283956"/>
                    </a:cubicBezTo>
                    <a:cubicBezTo>
                      <a:pt x="113529" y="283956"/>
                      <a:pt x="120451" y="290297"/>
                      <a:pt x="124175" y="322002"/>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6" name="Google Shape;3516;p54"/>
              <p:cNvSpPr/>
              <p:nvPr/>
            </p:nvSpPr>
            <p:spPr>
              <a:xfrm>
                <a:off x="7830088" y="3353061"/>
                <a:ext cx="22734" cy="129033"/>
              </a:xfrm>
              <a:custGeom>
                <a:rect b="b" l="l" r="r" t="t"/>
                <a:pathLst>
                  <a:path extrusionOk="0" h="129033" w="22734">
                    <a:moveTo>
                      <a:pt x="6446" y="129034"/>
                    </a:moveTo>
                    <a:cubicBezTo>
                      <a:pt x="3770" y="113326"/>
                      <a:pt x="-1233" y="84238"/>
                      <a:pt x="279" y="59339"/>
                    </a:cubicBezTo>
                    <a:cubicBezTo>
                      <a:pt x="279" y="59339"/>
                      <a:pt x="7726" y="25655"/>
                      <a:pt x="22735"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7" name="Google Shape;3517;p54"/>
              <p:cNvSpPr/>
              <p:nvPr/>
            </p:nvSpPr>
            <p:spPr>
              <a:xfrm>
                <a:off x="7624251" y="3390119"/>
                <a:ext cx="26004" cy="407"/>
              </a:xfrm>
              <a:custGeom>
                <a:rect b="b" l="l" r="r" t="t"/>
                <a:pathLst>
                  <a:path extrusionOk="0" h="407" w="26004">
                    <a:moveTo>
                      <a:pt x="0" y="0"/>
                    </a:moveTo>
                    <a:lnTo>
                      <a:pt x="26005" y="40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18" name="Google Shape;3518;p54"/>
            <p:cNvGrpSpPr/>
            <p:nvPr/>
          </p:nvGrpSpPr>
          <p:grpSpPr>
            <a:xfrm>
              <a:off x="7806748" y="3147701"/>
              <a:ext cx="57535" cy="145498"/>
              <a:chOff x="7806748" y="3147701"/>
              <a:chExt cx="57535" cy="145498"/>
            </a:xfrm>
          </p:grpSpPr>
          <p:sp>
            <p:nvSpPr>
              <p:cNvPr id="3519" name="Google Shape;3519;p54"/>
              <p:cNvSpPr/>
              <p:nvPr/>
            </p:nvSpPr>
            <p:spPr>
              <a:xfrm>
                <a:off x="7806748" y="3165736"/>
                <a:ext cx="57535" cy="109428"/>
              </a:xfrm>
              <a:custGeom>
                <a:rect b="b" l="l" r="r" t="t"/>
                <a:pathLst>
                  <a:path extrusionOk="0" h="109428" w="57535">
                    <a:moveTo>
                      <a:pt x="116" y="82726"/>
                    </a:moveTo>
                    <a:cubicBezTo>
                      <a:pt x="116" y="97502"/>
                      <a:pt x="12973" y="109428"/>
                      <a:pt x="28797" y="109428"/>
                    </a:cubicBezTo>
                    <a:cubicBezTo>
                      <a:pt x="44621" y="109428"/>
                      <a:pt x="57536" y="97502"/>
                      <a:pt x="57536" y="82726"/>
                    </a:cubicBezTo>
                    <a:cubicBezTo>
                      <a:pt x="57536" y="67949"/>
                      <a:pt x="42236" y="61550"/>
                      <a:pt x="28739" y="54685"/>
                    </a:cubicBezTo>
                    <a:cubicBezTo>
                      <a:pt x="15300" y="47879"/>
                      <a:pt x="0" y="41421"/>
                      <a:pt x="0" y="26703"/>
                    </a:cubicBezTo>
                    <a:cubicBezTo>
                      <a:pt x="0" y="11984"/>
                      <a:pt x="12857" y="0"/>
                      <a:pt x="28681" y="0"/>
                    </a:cubicBezTo>
                    <a:cubicBezTo>
                      <a:pt x="44504" y="0"/>
                      <a:pt x="57361" y="11926"/>
                      <a:pt x="57361" y="26703"/>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0" name="Google Shape;3520;p54"/>
              <p:cNvSpPr/>
              <p:nvPr/>
            </p:nvSpPr>
            <p:spPr>
              <a:xfrm>
                <a:off x="7835429" y="3147701"/>
                <a:ext cx="5817" cy="17918"/>
              </a:xfrm>
              <a:custGeom>
                <a:rect b="b" l="l" r="r" t="t"/>
                <a:pathLst>
                  <a:path extrusionOk="0" h="17918" w="5817">
                    <a:moveTo>
                      <a:pt x="0" y="17918"/>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1" name="Google Shape;3521;p54"/>
              <p:cNvSpPr/>
              <p:nvPr/>
            </p:nvSpPr>
            <p:spPr>
              <a:xfrm>
                <a:off x="7835429" y="3275281"/>
                <a:ext cx="5817" cy="17918"/>
              </a:xfrm>
              <a:custGeom>
                <a:rect b="b" l="l" r="r" t="t"/>
                <a:pathLst>
                  <a:path extrusionOk="0" h="17918" w="5817">
                    <a:moveTo>
                      <a:pt x="0" y="17918"/>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22" name="Google Shape;3522;p54"/>
            <p:cNvSpPr/>
            <p:nvPr/>
          </p:nvSpPr>
          <p:spPr>
            <a:xfrm>
              <a:off x="7731004" y="3115995"/>
              <a:ext cx="208734" cy="208734"/>
            </a:xfrm>
            <a:custGeom>
              <a:rect b="b" l="l" r="r" t="t"/>
              <a:pathLst>
                <a:path extrusionOk="0" h="208734" w="208734">
                  <a:moveTo>
                    <a:pt x="61026" y="9366"/>
                  </a:moveTo>
                  <a:cubicBezTo>
                    <a:pt x="74232" y="3316"/>
                    <a:pt x="88892" y="0"/>
                    <a:pt x="104367" y="0"/>
                  </a:cubicBezTo>
                  <a:cubicBezTo>
                    <a:pt x="162019" y="0"/>
                    <a:pt x="208734" y="46715"/>
                    <a:pt x="208734" y="104367"/>
                  </a:cubicBezTo>
                  <a:cubicBezTo>
                    <a:pt x="208734" y="162019"/>
                    <a:pt x="162019" y="208734"/>
                    <a:pt x="104367" y="208734"/>
                  </a:cubicBezTo>
                  <a:cubicBezTo>
                    <a:pt x="46715" y="208734"/>
                    <a:pt x="0" y="162019"/>
                    <a:pt x="0" y="104367"/>
                  </a:cubicBezTo>
                  <a:cubicBezTo>
                    <a:pt x="0" y="74988"/>
                    <a:pt x="12159" y="48402"/>
                    <a:pt x="31764" y="29437"/>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55"/>
          <p:cNvSpPr txBox="1"/>
          <p:nvPr>
            <p:ph idx="1" type="body"/>
          </p:nvPr>
        </p:nvSpPr>
        <p:spPr>
          <a:xfrm>
            <a:off x="198120" y="1428750"/>
            <a:ext cx="3989069" cy="1421928"/>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1200"/>
              <a:buNone/>
            </a:pPr>
            <a:r>
              <a:rPr lang="en-US"/>
              <a:t>Lorem ipsum dolor sit amet consectetur adipiscing elit. Quisque faucibus ex sapien vitae pellentesque sem placerat. In id cursus mi pretium tellus duis convallis. Tempus leo eu aenean sed diam urna tempor. Pulvinar vivamus fringilla lacus nec metus bibendum egestas. Iaculis massa nisl malesuada lacinia integer nunc posuere. Ut hendrerit semper vel class aptent taciti sociosqu. Ad litora torquent per conubia nostra inceptos himenaeos.</a:t>
            </a:r>
            <a:endParaRPr/>
          </a:p>
        </p:txBody>
      </p:sp>
      <p:sp>
        <p:nvSpPr>
          <p:cNvPr id="3529" name="Google Shape;3529;p55"/>
          <p:cNvSpPr/>
          <p:nvPr>
            <p:ph idx="2" type="pic"/>
          </p:nvPr>
        </p:nvSpPr>
        <p:spPr>
          <a:xfrm>
            <a:off x="4894580" y="884789"/>
            <a:ext cx="3769359" cy="3772351"/>
          </a:xfrm>
          <a:prstGeom prst="ellipse">
            <a:avLst/>
          </a:prstGeom>
          <a:solidFill>
            <a:srgbClr val="BFBFBF"/>
          </a:solidFill>
          <a:ln>
            <a:noFill/>
          </a:ln>
        </p:spPr>
      </p:sp>
      <p:pic>
        <p:nvPicPr>
          <p:cNvPr descr="A person holding a cube&#10;&#10;AI-generated content may be incorrect." id="3530" name="Google Shape;3530;p55"/>
          <p:cNvPicPr preferRelativeResize="0"/>
          <p:nvPr/>
        </p:nvPicPr>
        <p:blipFill rotWithShape="1">
          <a:blip r:embed="rId3">
            <a:alphaModFix/>
          </a:blip>
          <a:srcRect b="0" l="0" r="0" t="-1583"/>
          <a:stretch/>
        </p:blipFill>
        <p:spPr>
          <a:xfrm>
            <a:off x="4894580" y="884789"/>
            <a:ext cx="3769359" cy="3772351"/>
          </a:xfrm>
          <a:prstGeom prst="ellipse">
            <a:avLst/>
          </a:prstGeom>
          <a:solidFill>
            <a:srgbClr val="BFBFBF"/>
          </a:solidFill>
          <a:ln>
            <a:noFill/>
          </a:ln>
        </p:spPr>
      </p:pic>
    </p:spTree>
  </p:cSld>
  <p:clrMapOvr>
    <a:masterClrMapping/>
  </p:clrMapOvr>
  <p:transition>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5" name="Shape 3535"/>
        <p:cNvGrpSpPr/>
        <p:nvPr/>
      </p:nvGrpSpPr>
      <p:grpSpPr>
        <a:xfrm>
          <a:off x="0" y="0"/>
          <a:ext cx="0" cy="0"/>
          <a:chOff x="0" y="0"/>
          <a:chExt cx="0" cy="0"/>
        </a:xfrm>
      </p:grpSpPr>
      <p:pic>
        <p:nvPicPr>
          <p:cNvPr descr="A person holding a cube&#10;&#10;AI-generated content may be incorrect." id="3536" name="Google Shape;3536;p56"/>
          <p:cNvPicPr preferRelativeResize="0"/>
          <p:nvPr>
            <p:ph idx="2" type="pic"/>
          </p:nvPr>
        </p:nvPicPr>
        <p:blipFill rotWithShape="1">
          <a:blip r:embed="rId3">
            <a:alphaModFix/>
          </a:blip>
          <a:srcRect b="0" l="0" r="0" t="0"/>
          <a:stretch/>
        </p:blipFill>
        <p:spPr>
          <a:xfrm>
            <a:off x="4894580" y="884789"/>
            <a:ext cx="3769359" cy="3772351"/>
          </a:xfrm>
          <a:prstGeom prst="ellipse">
            <a:avLst/>
          </a:prstGeom>
          <a:solidFill>
            <a:srgbClr val="BFBFBF"/>
          </a:solidFill>
          <a:ln>
            <a:noFill/>
          </a:ln>
        </p:spPr>
      </p:pic>
      <p:sp>
        <p:nvSpPr>
          <p:cNvPr id="3537" name="Google Shape;3537;p56"/>
          <p:cNvSpPr txBox="1"/>
          <p:nvPr>
            <p:ph idx="1" type="body"/>
          </p:nvPr>
        </p:nvSpPr>
        <p:spPr>
          <a:xfrm>
            <a:off x="198120" y="1428750"/>
            <a:ext cx="3989069" cy="1421928"/>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SzPts val="1200"/>
              <a:buNone/>
            </a:pPr>
            <a:r>
              <a:rPr lang="en-US"/>
              <a:t>Lorem ipsum dolor sit amet consectetur adipiscing elit. Quisque faucibus ex sapien vitae pellentesque sem placerat. In id cursus mi pretium tellus duis convallis. Tempus leo eu aenean sed diam urna tempor. Pulvinar vivamus fringilla lacus nec metus bibendum egestas. Iaculis massa nisl malesuada lacinia integer nunc posuere. Ut hendrerit semper vel class aptent taciti sociosqu. Ad litora torquent per conubia nostra inceptos himenaeos.</a:t>
            </a:r>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id="3542" name="Google Shape;3542;p5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543" name="Google Shape;3543;p5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544" name="Google Shape;3544;p5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
        <p:nvSpPr>
          <p:cNvPr id="3545" name="Google Shape;3545;p57"/>
          <p:cNvSpPr txBox="1"/>
          <p:nvPr/>
        </p:nvSpPr>
        <p:spPr>
          <a:xfrm>
            <a:off x="192991" y="762610"/>
            <a:ext cx="721668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Sit amet consectetur adipiscing elit quisque faucibus ex. Adipiscing elit quisque faucibus ex sapien vitae pellentesque.</a:t>
            </a:r>
            <a:endParaRPr/>
          </a:p>
        </p:txBody>
      </p:sp>
      <p:graphicFrame>
        <p:nvGraphicFramePr>
          <p:cNvPr id="3546" name="Google Shape;3546;p57"/>
          <p:cNvGraphicFramePr/>
          <p:nvPr/>
        </p:nvGraphicFramePr>
        <p:xfrm>
          <a:off x="273050" y="1322674"/>
          <a:ext cx="4862436" cy="3279694"/>
        </p:xfrm>
        <a:graphic>
          <a:graphicData uri="http://schemas.openxmlformats.org/drawingml/2006/chart">
            <c:chart r:id="rId3"/>
          </a:graphicData>
        </a:graphic>
      </p:graphicFrame>
      <p:sp>
        <p:nvSpPr>
          <p:cNvPr id="3547" name="Google Shape;3547;p57"/>
          <p:cNvSpPr txBox="1"/>
          <p:nvPr/>
        </p:nvSpPr>
        <p:spPr>
          <a:xfrm>
            <a:off x="6034701" y="1561507"/>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Dolor sit amet consectetur adipiscing elit quisque faucibus.</a:t>
            </a:r>
            <a:endParaRPr/>
          </a:p>
        </p:txBody>
      </p:sp>
      <p:sp>
        <p:nvSpPr>
          <p:cNvPr id="3548" name="Google Shape;3548;p57"/>
          <p:cNvSpPr txBox="1"/>
          <p:nvPr/>
        </p:nvSpPr>
        <p:spPr>
          <a:xfrm>
            <a:off x="6034701" y="2437104"/>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Dolor sit amet consectetur adipiscing elit quisque faucibus.</a:t>
            </a:r>
            <a:endParaRPr/>
          </a:p>
        </p:txBody>
      </p:sp>
      <p:sp>
        <p:nvSpPr>
          <p:cNvPr id="3549" name="Google Shape;3549;p57"/>
          <p:cNvSpPr txBox="1"/>
          <p:nvPr/>
        </p:nvSpPr>
        <p:spPr>
          <a:xfrm>
            <a:off x="6034701" y="3312701"/>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Dolor sit amet consectetur adipiscing elit quisque faucibus.</a:t>
            </a:r>
            <a:endParaRPr/>
          </a:p>
        </p:txBody>
      </p:sp>
      <p:sp>
        <p:nvSpPr>
          <p:cNvPr id="3550" name="Google Shape;3550;p57"/>
          <p:cNvSpPr/>
          <p:nvPr/>
        </p:nvSpPr>
        <p:spPr>
          <a:xfrm>
            <a:off x="5580876" y="1709216"/>
            <a:ext cx="350913" cy="35091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1" name="Google Shape;3551;p57"/>
          <p:cNvSpPr/>
          <p:nvPr/>
        </p:nvSpPr>
        <p:spPr>
          <a:xfrm>
            <a:off x="5580876" y="2584813"/>
            <a:ext cx="350913" cy="350913"/>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2" name="Google Shape;3552;p57"/>
          <p:cNvSpPr/>
          <p:nvPr/>
        </p:nvSpPr>
        <p:spPr>
          <a:xfrm>
            <a:off x="5580876" y="3460410"/>
            <a:ext cx="350913" cy="350913"/>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6" name="Shape 3556"/>
        <p:cNvGrpSpPr/>
        <p:nvPr/>
      </p:nvGrpSpPr>
      <p:grpSpPr>
        <a:xfrm>
          <a:off x="0" y="0"/>
          <a:ext cx="0" cy="0"/>
          <a:chOff x="0" y="0"/>
          <a:chExt cx="0" cy="0"/>
        </a:xfrm>
      </p:grpSpPr>
      <p:sp>
        <p:nvSpPr>
          <p:cNvPr id="3557" name="Google Shape;3557;p5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
        <p:nvSpPr>
          <p:cNvPr id="3558" name="Google Shape;3558;p58"/>
          <p:cNvSpPr txBox="1"/>
          <p:nvPr/>
        </p:nvSpPr>
        <p:spPr>
          <a:xfrm>
            <a:off x="192991" y="762610"/>
            <a:ext cx="721668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dolor sit amet consectetur adipiscing elit. Sit amet consectetur adipiscing elit quisque faucibus ex. Adipiscing elit quisque faucibus ex sapien vitae pellentesque.</a:t>
            </a:r>
            <a:endParaRPr/>
          </a:p>
        </p:txBody>
      </p:sp>
      <p:graphicFrame>
        <p:nvGraphicFramePr>
          <p:cNvPr id="3559" name="Google Shape;3559;p58"/>
          <p:cNvGraphicFramePr/>
          <p:nvPr/>
        </p:nvGraphicFramePr>
        <p:xfrm>
          <a:off x="273050" y="1322674"/>
          <a:ext cx="4862436" cy="3279694"/>
        </p:xfrm>
        <a:graphic>
          <a:graphicData uri="http://schemas.openxmlformats.org/drawingml/2006/chart">
            <c:chart r:id="rId3"/>
          </a:graphicData>
        </a:graphic>
      </p:graphicFrame>
      <p:sp>
        <p:nvSpPr>
          <p:cNvPr id="3560" name="Google Shape;3560;p58"/>
          <p:cNvSpPr txBox="1"/>
          <p:nvPr/>
        </p:nvSpPr>
        <p:spPr>
          <a:xfrm>
            <a:off x="6034701" y="1561507"/>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dolor sit amet consectetur adipiscing elit. Dolor sit amet consectetur adipiscing elit quisque faucibus.</a:t>
            </a:r>
            <a:endParaRPr/>
          </a:p>
        </p:txBody>
      </p:sp>
      <p:sp>
        <p:nvSpPr>
          <p:cNvPr id="3561" name="Google Shape;3561;p58"/>
          <p:cNvSpPr txBox="1"/>
          <p:nvPr/>
        </p:nvSpPr>
        <p:spPr>
          <a:xfrm>
            <a:off x="6034701" y="2437104"/>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dolor sit amet consectetur adipiscing elit. Dolor sit amet consectetur adipiscing elit quisque faucibus.</a:t>
            </a:r>
            <a:endParaRPr/>
          </a:p>
        </p:txBody>
      </p:sp>
      <p:sp>
        <p:nvSpPr>
          <p:cNvPr id="3562" name="Google Shape;3562;p58"/>
          <p:cNvSpPr txBox="1"/>
          <p:nvPr/>
        </p:nvSpPr>
        <p:spPr>
          <a:xfrm>
            <a:off x="6034701" y="3312701"/>
            <a:ext cx="280944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dolor sit amet consectetur adipiscing elit. Dolor sit amet consectetur adipiscing elit quisque faucibus.</a:t>
            </a:r>
            <a:endParaRPr/>
          </a:p>
        </p:txBody>
      </p:sp>
      <p:sp>
        <p:nvSpPr>
          <p:cNvPr id="3563" name="Google Shape;3563;p58"/>
          <p:cNvSpPr/>
          <p:nvPr/>
        </p:nvSpPr>
        <p:spPr>
          <a:xfrm>
            <a:off x="5580876" y="1709216"/>
            <a:ext cx="350913" cy="35091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4" name="Google Shape;3564;p58"/>
          <p:cNvSpPr/>
          <p:nvPr/>
        </p:nvSpPr>
        <p:spPr>
          <a:xfrm>
            <a:off x="5580876" y="2584813"/>
            <a:ext cx="350913" cy="350913"/>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5" name="Google Shape;3565;p58"/>
          <p:cNvSpPr/>
          <p:nvPr/>
        </p:nvSpPr>
        <p:spPr>
          <a:xfrm>
            <a:off x="5580876" y="3460410"/>
            <a:ext cx="350913" cy="350913"/>
          </a:xfrm>
          <a:prstGeom prst="ellipse">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6" name="Google Shape;3566;p5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567" name="Google Shape;3567;p5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1" name="Shape 3571"/>
        <p:cNvGrpSpPr/>
        <p:nvPr/>
      </p:nvGrpSpPr>
      <p:grpSpPr>
        <a:xfrm>
          <a:off x="0" y="0"/>
          <a:ext cx="0" cy="0"/>
          <a:chOff x="0" y="0"/>
          <a:chExt cx="0" cy="0"/>
        </a:xfrm>
      </p:grpSpPr>
      <p:sp>
        <p:nvSpPr>
          <p:cNvPr id="3572" name="Google Shape;3572;p59"/>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573" name="Google Shape;3573;p59"/>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574" name="Google Shape;3574;p5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3575" name="Google Shape;3575;p59"/>
          <p:cNvGrpSpPr/>
          <p:nvPr/>
        </p:nvGrpSpPr>
        <p:grpSpPr>
          <a:xfrm>
            <a:off x="450998" y="918733"/>
            <a:ext cx="4209454" cy="3092223"/>
            <a:chOff x="4428360" y="796983"/>
            <a:chExt cx="4209454" cy="3092223"/>
          </a:xfrm>
        </p:grpSpPr>
        <p:graphicFrame>
          <p:nvGraphicFramePr>
            <p:cNvPr id="3576" name="Google Shape;3576;p59"/>
            <p:cNvGraphicFramePr/>
            <p:nvPr/>
          </p:nvGraphicFramePr>
          <p:xfrm>
            <a:off x="4673502" y="796983"/>
            <a:ext cx="3700004" cy="3092223"/>
          </p:xfrm>
          <a:graphic>
            <a:graphicData uri="http://schemas.openxmlformats.org/drawingml/2006/chart">
              <c:chart r:id="rId3"/>
            </a:graphicData>
          </a:graphic>
        </p:graphicFrame>
        <p:grpSp>
          <p:nvGrpSpPr>
            <p:cNvPr id="3577" name="Google Shape;3577;p59"/>
            <p:cNvGrpSpPr/>
            <p:nvPr/>
          </p:nvGrpSpPr>
          <p:grpSpPr>
            <a:xfrm>
              <a:off x="4428360" y="825796"/>
              <a:ext cx="4209454" cy="2554877"/>
              <a:chOff x="4428360" y="825796"/>
              <a:chExt cx="4209454" cy="2554877"/>
            </a:xfrm>
          </p:grpSpPr>
          <p:grpSp>
            <p:nvGrpSpPr>
              <p:cNvPr id="3578" name="Google Shape;3578;p59"/>
              <p:cNvGrpSpPr/>
              <p:nvPr/>
            </p:nvGrpSpPr>
            <p:grpSpPr>
              <a:xfrm>
                <a:off x="4428360" y="1305515"/>
                <a:ext cx="4209454" cy="2075158"/>
                <a:chOff x="4764625" y="1337514"/>
                <a:chExt cx="3481252" cy="1992086"/>
              </a:xfrm>
            </p:grpSpPr>
            <p:grpSp>
              <p:nvGrpSpPr>
                <p:cNvPr id="3579" name="Google Shape;3579;p59"/>
                <p:cNvGrpSpPr/>
                <p:nvPr/>
              </p:nvGrpSpPr>
              <p:grpSpPr>
                <a:xfrm>
                  <a:off x="7158394" y="1337514"/>
                  <a:ext cx="1087483" cy="1992086"/>
                  <a:chOff x="7158394" y="1345398"/>
                  <a:chExt cx="1087483" cy="1992086"/>
                </a:xfrm>
              </p:grpSpPr>
              <p:cxnSp>
                <p:nvCxnSpPr>
                  <p:cNvPr id="3580" name="Google Shape;3580;p59"/>
                  <p:cNvCxnSpPr/>
                  <p:nvPr/>
                </p:nvCxnSpPr>
                <p:spPr>
                  <a:xfrm>
                    <a:off x="7158394" y="1345398"/>
                    <a:ext cx="1087483" cy="0"/>
                  </a:xfrm>
                  <a:prstGeom prst="straightConnector1">
                    <a:avLst/>
                  </a:prstGeom>
                  <a:noFill/>
                  <a:ln cap="flat" cmpd="sng" w="12700">
                    <a:solidFill>
                      <a:schemeClr val="lt1"/>
                    </a:solidFill>
                    <a:prstDash val="solid"/>
                    <a:miter lim="8000"/>
                    <a:headEnd len="sm" w="sm" type="none"/>
                    <a:tailEnd len="sm" w="sm" type="none"/>
                  </a:ln>
                </p:spPr>
              </p:cxnSp>
              <p:cxnSp>
                <p:nvCxnSpPr>
                  <p:cNvPr id="3581" name="Google Shape;3581;p59"/>
                  <p:cNvCxnSpPr/>
                  <p:nvPr/>
                </p:nvCxnSpPr>
                <p:spPr>
                  <a:xfrm>
                    <a:off x="7158394" y="3337484"/>
                    <a:ext cx="1087483" cy="0"/>
                  </a:xfrm>
                  <a:prstGeom prst="straightConnector1">
                    <a:avLst/>
                  </a:prstGeom>
                  <a:noFill/>
                  <a:ln cap="flat" cmpd="sng" w="12700">
                    <a:solidFill>
                      <a:schemeClr val="lt1"/>
                    </a:solidFill>
                    <a:prstDash val="solid"/>
                    <a:miter lim="8000"/>
                    <a:headEnd len="sm" w="sm" type="none"/>
                    <a:tailEnd len="sm" w="sm" type="none"/>
                  </a:ln>
                </p:spPr>
              </p:cxnSp>
            </p:grpSp>
            <p:grpSp>
              <p:nvGrpSpPr>
                <p:cNvPr id="3582" name="Google Shape;3582;p59"/>
                <p:cNvGrpSpPr/>
                <p:nvPr/>
              </p:nvGrpSpPr>
              <p:grpSpPr>
                <a:xfrm>
                  <a:off x="4764625" y="1337514"/>
                  <a:ext cx="1087483" cy="1992086"/>
                  <a:chOff x="7158394" y="1345398"/>
                  <a:chExt cx="1087483" cy="1992086"/>
                </a:xfrm>
              </p:grpSpPr>
              <p:cxnSp>
                <p:nvCxnSpPr>
                  <p:cNvPr id="3583" name="Google Shape;3583;p59"/>
                  <p:cNvCxnSpPr/>
                  <p:nvPr/>
                </p:nvCxnSpPr>
                <p:spPr>
                  <a:xfrm>
                    <a:off x="7158394" y="1345398"/>
                    <a:ext cx="1087483" cy="0"/>
                  </a:xfrm>
                  <a:prstGeom prst="straightConnector1">
                    <a:avLst/>
                  </a:prstGeom>
                  <a:noFill/>
                  <a:ln cap="flat" cmpd="sng" w="12700">
                    <a:solidFill>
                      <a:schemeClr val="lt1"/>
                    </a:solidFill>
                    <a:prstDash val="solid"/>
                    <a:miter lim="8000"/>
                    <a:headEnd len="sm" w="sm" type="none"/>
                    <a:tailEnd len="sm" w="sm" type="none"/>
                  </a:ln>
                </p:spPr>
              </p:cxnSp>
              <p:cxnSp>
                <p:nvCxnSpPr>
                  <p:cNvPr id="3584" name="Google Shape;3584;p59"/>
                  <p:cNvCxnSpPr/>
                  <p:nvPr/>
                </p:nvCxnSpPr>
                <p:spPr>
                  <a:xfrm>
                    <a:off x="7158394" y="3337484"/>
                    <a:ext cx="1087483" cy="0"/>
                  </a:xfrm>
                  <a:prstGeom prst="straightConnector1">
                    <a:avLst/>
                  </a:prstGeom>
                  <a:noFill/>
                  <a:ln cap="flat" cmpd="sng" w="12700">
                    <a:solidFill>
                      <a:schemeClr val="lt1"/>
                    </a:solidFill>
                    <a:prstDash val="solid"/>
                    <a:miter lim="8000"/>
                    <a:headEnd len="sm" w="sm" type="none"/>
                    <a:tailEnd len="sm" w="sm" type="none"/>
                  </a:ln>
                </p:spPr>
              </p:cxnSp>
            </p:grpSp>
          </p:grpSp>
          <p:sp>
            <p:nvSpPr>
              <p:cNvPr id="3585" name="Google Shape;3585;p59"/>
              <p:cNvSpPr txBox="1"/>
              <p:nvPr/>
            </p:nvSpPr>
            <p:spPr>
              <a:xfrm>
                <a:off x="4451333" y="825796"/>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lt1"/>
                    </a:solidFill>
                    <a:latin typeface="Calibri"/>
                    <a:ea typeface="Calibri"/>
                    <a:cs typeface="Calibri"/>
                    <a:sym typeface="Calibri"/>
                  </a:rPr>
                  <a:t>40%</a:t>
                </a:r>
                <a:endParaRPr sz="500">
                  <a:solidFill>
                    <a:schemeClr val="lt1"/>
                  </a:solidFill>
                  <a:latin typeface="Calibri"/>
                  <a:ea typeface="Calibri"/>
                  <a:cs typeface="Calibri"/>
                  <a:sym typeface="Calibri"/>
                </a:endParaRPr>
              </a:p>
            </p:txBody>
          </p:sp>
          <p:sp>
            <p:nvSpPr>
              <p:cNvPr id="3586" name="Google Shape;3586;p59"/>
              <p:cNvSpPr txBox="1"/>
              <p:nvPr/>
            </p:nvSpPr>
            <p:spPr>
              <a:xfrm>
                <a:off x="7959998" y="825796"/>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lt1"/>
                    </a:solidFill>
                    <a:latin typeface="Calibri"/>
                    <a:ea typeface="Calibri"/>
                    <a:cs typeface="Calibri"/>
                    <a:sym typeface="Calibri"/>
                  </a:rPr>
                  <a:t>35%</a:t>
                </a:r>
                <a:endParaRPr sz="500">
                  <a:solidFill>
                    <a:schemeClr val="lt1"/>
                  </a:solidFill>
                  <a:latin typeface="Calibri"/>
                  <a:ea typeface="Calibri"/>
                  <a:cs typeface="Calibri"/>
                  <a:sym typeface="Calibri"/>
                </a:endParaRPr>
              </a:p>
            </p:txBody>
          </p:sp>
          <p:sp>
            <p:nvSpPr>
              <p:cNvPr id="3587" name="Google Shape;3587;p59"/>
              <p:cNvSpPr txBox="1"/>
              <p:nvPr/>
            </p:nvSpPr>
            <p:spPr>
              <a:xfrm>
                <a:off x="7969581" y="2888230"/>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lt1"/>
                    </a:solidFill>
                    <a:latin typeface="Calibri"/>
                    <a:ea typeface="Calibri"/>
                    <a:cs typeface="Calibri"/>
                    <a:sym typeface="Calibri"/>
                  </a:rPr>
                  <a:t>15%</a:t>
                </a:r>
                <a:endParaRPr sz="500">
                  <a:solidFill>
                    <a:schemeClr val="lt1"/>
                  </a:solidFill>
                  <a:latin typeface="Calibri"/>
                  <a:ea typeface="Calibri"/>
                  <a:cs typeface="Calibri"/>
                  <a:sym typeface="Calibri"/>
                </a:endParaRPr>
              </a:p>
            </p:txBody>
          </p:sp>
          <p:sp>
            <p:nvSpPr>
              <p:cNvPr id="3588" name="Google Shape;3588;p59"/>
              <p:cNvSpPr txBox="1"/>
              <p:nvPr/>
            </p:nvSpPr>
            <p:spPr>
              <a:xfrm>
                <a:off x="4457651" y="2888230"/>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lt1"/>
                    </a:solidFill>
                    <a:latin typeface="Calibri"/>
                    <a:ea typeface="Calibri"/>
                    <a:cs typeface="Calibri"/>
                    <a:sym typeface="Calibri"/>
                  </a:rPr>
                  <a:t>15%</a:t>
                </a:r>
                <a:endParaRPr sz="500">
                  <a:solidFill>
                    <a:schemeClr val="lt1"/>
                  </a:solidFill>
                  <a:latin typeface="Calibri"/>
                  <a:ea typeface="Calibri"/>
                  <a:cs typeface="Calibri"/>
                  <a:sym typeface="Calibri"/>
                </a:endParaRPr>
              </a:p>
            </p:txBody>
          </p:sp>
        </p:grpSp>
      </p:grpSp>
      <p:sp>
        <p:nvSpPr>
          <p:cNvPr id="3589" name="Google Shape;3589;p59"/>
          <p:cNvSpPr txBox="1"/>
          <p:nvPr/>
        </p:nvSpPr>
        <p:spPr>
          <a:xfrm>
            <a:off x="269725" y="4082601"/>
            <a:ext cx="4572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lt1"/>
                </a:solidFill>
                <a:latin typeface="Calibri"/>
                <a:ea typeface="Calibri"/>
                <a:cs typeface="Calibri"/>
                <a:sym typeface="Calibri"/>
              </a:rPr>
              <a:t>Lorem ipsum dolor sit amet consectetur adipiscing elit.</a:t>
            </a:r>
            <a:br>
              <a:rPr b="1" lang="en-US" sz="1200">
                <a:solidFill>
                  <a:schemeClr val="lt1"/>
                </a:solidFill>
                <a:latin typeface="Calibri"/>
                <a:ea typeface="Calibri"/>
                <a:cs typeface="Calibri"/>
                <a:sym typeface="Calibri"/>
              </a:rPr>
            </a:br>
            <a:r>
              <a:rPr b="1" lang="en-US" sz="1200">
                <a:solidFill>
                  <a:schemeClr val="lt1"/>
                </a:solidFill>
                <a:latin typeface="Calibri"/>
                <a:ea typeface="Calibri"/>
                <a:cs typeface="Calibri"/>
                <a:sym typeface="Calibri"/>
              </a:rPr>
              <a:t>Quisque faucibus ex sapien vitae pellentesque sem placerat. </a:t>
            </a:r>
            <a:endParaRPr b="1" sz="1200">
              <a:solidFill>
                <a:schemeClr val="lt1"/>
              </a:solidFill>
              <a:latin typeface="Calibri"/>
              <a:ea typeface="Calibri"/>
              <a:cs typeface="Calibri"/>
              <a:sym typeface="Calibri"/>
            </a:endParaRPr>
          </a:p>
        </p:txBody>
      </p:sp>
      <p:grpSp>
        <p:nvGrpSpPr>
          <p:cNvPr id="3590" name="Google Shape;3590;p59"/>
          <p:cNvGrpSpPr/>
          <p:nvPr/>
        </p:nvGrpSpPr>
        <p:grpSpPr>
          <a:xfrm>
            <a:off x="5213894" y="1169126"/>
            <a:ext cx="3223260" cy="2841830"/>
            <a:chOff x="453934" y="1169126"/>
            <a:chExt cx="3223260" cy="2841830"/>
          </a:xfrm>
        </p:grpSpPr>
        <p:sp>
          <p:nvSpPr>
            <p:cNvPr id="3591" name="Google Shape;3591;p59"/>
            <p:cNvSpPr/>
            <p:nvPr/>
          </p:nvSpPr>
          <p:spPr>
            <a:xfrm>
              <a:off x="453934" y="1169126"/>
              <a:ext cx="3223260" cy="630283"/>
            </a:xfrm>
            <a:prstGeom prst="roundRect">
              <a:avLst>
                <a:gd fmla="val 16667" name="adj"/>
              </a:avLst>
            </a:pr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lt1"/>
                  </a:solidFill>
                  <a:latin typeface="Calibri"/>
                  <a:ea typeface="Calibri"/>
                  <a:cs typeface="Calibri"/>
                  <a:sym typeface="Calibri"/>
                </a:rPr>
                <a:t>Lorem ipsum dolor sit amet consectetur adipiscing elit. Dolor sit amet consectetur adipiscing elit quisque faucibus.</a:t>
              </a:r>
              <a:endParaRPr sz="1100">
                <a:solidFill>
                  <a:schemeClr val="lt1"/>
                </a:solidFill>
                <a:latin typeface="Calibri"/>
                <a:ea typeface="Calibri"/>
                <a:cs typeface="Calibri"/>
                <a:sym typeface="Calibri"/>
              </a:endParaRPr>
            </a:p>
          </p:txBody>
        </p:sp>
        <p:sp>
          <p:nvSpPr>
            <p:cNvPr id="3592" name="Google Shape;3592;p59"/>
            <p:cNvSpPr/>
            <p:nvPr/>
          </p:nvSpPr>
          <p:spPr>
            <a:xfrm>
              <a:off x="453934" y="1906308"/>
              <a:ext cx="3223260" cy="630283"/>
            </a:xfrm>
            <a:prstGeom prst="roundRect">
              <a:avLst>
                <a:gd fmla="val 16667" name="adj"/>
              </a:avLst>
            </a:pr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dk1"/>
                  </a:solidFill>
                  <a:latin typeface="Calibri"/>
                  <a:ea typeface="Calibri"/>
                  <a:cs typeface="Calibri"/>
                  <a:sym typeface="Calibri"/>
                </a:rPr>
                <a:t>Lorem ipsum dolor sit amet consectetur adipiscing elit. Dolor sit amet consectetur adipiscing elit quisque faucibus.</a:t>
              </a:r>
              <a:endParaRPr sz="1100">
                <a:solidFill>
                  <a:schemeClr val="dk1"/>
                </a:solidFill>
                <a:latin typeface="Calibri"/>
                <a:ea typeface="Calibri"/>
                <a:cs typeface="Calibri"/>
                <a:sym typeface="Calibri"/>
              </a:endParaRPr>
            </a:p>
          </p:txBody>
        </p:sp>
        <p:sp>
          <p:nvSpPr>
            <p:cNvPr id="3593" name="Google Shape;3593;p59"/>
            <p:cNvSpPr/>
            <p:nvPr/>
          </p:nvSpPr>
          <p:spPr>
            <a:xfrm>
              <a:off x="453934" y="2643490"/>
              <a:ext cx="3223260" cy="630283"/>
            </a:xfrm>
            <a:prstGeom prst="roundRect">
              <a:avLst>
                <a:gd fmla="val 16667" name="adj"/>
              </a:avLst>
            </a:pr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lt1"/>
                  </a:solidFill>
                  <a:latin typeface="Calibri"/>
                  <a:ea typeface="Calibri"/>
                  <a:cs typeface="Calibri"/>
                  <a:sym typeface="Calibri"/>
                </a:rPr>
                <a:t>Lorem ipsum dolor sit amet consectetur adipiscing elit. Dolor sit amet consectetur adipiscing elit quisque faucibus.</a:t>
              </a:r>
              <a:endParaRPr sz="1100">
                <a:solidFill>
                  <a:schemeClr val="lt1"/>
                </a:solidFill>
                <a:latin typeface="Calibri"/>
                <a:ea typeface="Calibri"/>
                <a:cs typeface="Calibri"/>
                <a:sym typeface="Calibri"/>
              </a:endParaRPr>
            </a:p>
          </p:txBody>
        </p:sp>
        <p:sp>
          <p:nvSpPr>
            <p:cNvPr id="3594" name="Google Shape;3594;p59"/>
            <p:cNvSpPr/>
            <p:nvPr/>
          </p:nvSpPr>
          <p:spPr>
            <a:xfrm>
              <a:off x="453934" y="3380673"/>
              <a:ext cx="3223260" cy="630283"/>
            </a:xfrm>
            <a:prstGeom prst="roundRect">
              <a:avLst>
                <a:gd fmla="val 16667" name="adj"/>
              </a:avLst>
            </a:pr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dk1"/>
                  </a:solidFill>
                  <a:latin typeface="Calibri"/>
                  <a:ea typeface="Calibri"/>
                  <a:cs typeface="Calibri"/>
                  <a:sym typeface="Calibri"/>
                </a:rPr>
                <a:t>Lorem ipsum dolor sit amet consectetur adipiscing elit. Dolor sit amet consectetur adipiscing elit quisque faucibus.</a:t>
              </a:r>
              <a:endParaRPr sz="1100">
                <a:solidFill>
                  <a:schemeClr val="dk1"/>
                </a:solidFill>
                <a:latin typeface="Calibri"/>
                <a:ea typeface="Calibri"/>
                <a:cs typeface="Calibri"/>
                <a:sym typeface="Calibri"/>
              </a:endParaRPr>
            </a:p>
          </p:txBody>
        </p:sp>
      </p:gr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8" name="Shape 3598"/>
        <p:cNvGrpSpPr/>
        <p:nvPr/>
      </p:nvGrpSpPr>
      <p:grpSpPr>
        <a:xfrm>
          <a:off x="0" y="0"/>
          <a:ext cx="0" cy="0"/>
          <a:chOff x="0" y="0"/>
          <a:chExt cx="0" cy="0"/>
        </a:xfrm>
      </p:grpSpPr>
      <p:sp>
        <p:nvSpPr>
          <p:cNvPr id="3599" name="Google Shape;3599;p6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3600" name="Google Shape;3600;p60"/>
          <p:cNvGrpSpPr/>
          <p:nvPr/>
        </p:nvGrpSpPr>
        <p:grpSpPr>
          <a:xfrm>
            <a:off x="450998" y="918733"/>
            <a:ext cx="4209454" cy="3092223"/>
            <a:chOff x="4428360" y="796983"/>
            <a:chExt cx="4209454" cy="3092223"/>
          </a:xfrm>
        </p:grpSpPr>
        <p:graphicFrame>
          <p:nvGraphicFramePr>
            <p:cNvPr id="3601" name="Google Shape;3601;p60"/>
            <p:cNvGraphicFramePr/>
            <p:nvPr/>
          </p:nvGraphicFramePr>
          <p:xfrm>
            <a:off x="4673502" y="796983"/>
            <a:ext cx="3700004" cy="3092223"/>
          </p:xfrm>
          <a:graphic>
            <a:graphicData uri="http://schemas.openxmlformats.org/drawingml/2006/chart">
              <c:chart r:id="rId3"/>
            </a:graphicData>
          </a:graphic>
        </p:graphicFrame>
        <p:grpSp>
          <p:nvGrpSpPr>
            <p:cNvPr id="3602" name="Google Shape;3602;p60"/>
            <p:cNvGrpSpPr/>
            <p:nvPr/>
          </p:nvGrpSpPr>
          <p:grpSpPr>
            <a:xfrm>
              <a:off x="4428360" y="825796"/>
              <a:ext cx="4209454" cy="2554877"/>
              <a:chOff x="4428360" y="825796"/>
              <a:chExt cx="4209454" cy="2554877"/>
            </a:xfrm>
          </p:grpSpPr>
          <p:grpSp>
            <p:nvGrpSpPr>
              <p:cNvPr id="3603" name="Google Shape;3603;p60"/>
              <p:cNvGrpSpPr/>
              <p:nvPr/>
            </p:nvGrpSpPr>
            <p:grpSpPr>
              <a:xfrm>
                <a:off x="4428360" y="1305515"/>
                <a:ext cx="4209454" cy="2075158"/>
                <a:chOff x="4764625" y="1337514"/>
                <a:chExt cx="3481252" cy="1992086"/>
              </a:xfrm>
            </p:grpSpPr>
            <p:grpSp>
              <p:nvGrpSpPr>
                <p:cNvPr id="3604" name="Google Shape;3604;p60"/>
                <p:cNvGrpSpPr/>
                <p:nvPr/>
              </p:nvGrpSpPr>
              <p:grpSpPr>
                <a:xfrm>
                  <a:off x="7158394" y="1337514"/>
                  <a:ext cx="1087483" cy="1992086"/>
                  <a:chOff x="7158394" y="1345398"/>
                  <a:chExt cx="1087483" cy="1992086"/>
                </a:xfrm>
              </p:grpSpPr>
              <p:cxnSp>
                <p:nvCxnSpPr>
                  <p:cNvPr id="3605" name="Google Shape;3605;p60"/>
                  <p:cNvCxnSpPr/>
                  <p:nvPr/>
                </p:nvCxnSpPr>
                <p:spPr>
                  <a:xfrm>
                    <a:off x="7158394" y="1345398"/>
                    <a:ext cx="1087483" cy="0"/>
                  </a:xfrm>
                  <a:prstGeom prst="straightConnector1">
                    <a:avLst/>
                  </a:prstGeom>
                  <a:noFill/>
                  <a:ln cap="flat" cmpd="sng" w="12700">
                    <a:solidFill>
                      <a:srgbClr val="BFBFBF"/>
                    </a:solidFill>
                    <a:prstDash val="solid"/>
                    <a:miter lim="8000"/>
                    <a:headEnd len="sm" w="sm" type="none"/>
                    <a:tailEnd len="sm" w="sm" type="none"/>
                  </a:ln>
                </p:spPr>
              </p:cxnSp>
              <p:cxnSp>
                <p:nvCxnSpPr>
                  <p:cNvPr id="3606" name="Google Shape;3606;p60"/>
                  <p:cNvCxnSpPr/>
                  <p:nvPr/>
                </p:nvCxnSpPr>
                <p:spPr>
                  <a:xfrm>
                    <a:off x="7158394" y="3337484"/>
                    <a:ext cx="1087483" cy="0"/>
                  </a:xfrm>
                  <a:prstGeom prst="straightConnector1">
                    <a:avLst/>
                  </a:prstGeom>
                  <a:noFill/>
                  <a:ln cap="flat" cmpd="sng" w="12700">
                    <a:solidFill>
                      <a:srgbClr val="BFBFBF"/>
                    </a:solidFill>
                    <a:prstDash val="solid"/>
                    <a:miter lim="8000"/>
                    <a:headEnd len="sm" w="sm" type="none"/>
                    <a:tailEnd len="sm" w="sm" type="none"/>
                  </a:ln>
                </p:spPr>
              </p:cxnSp>
            </p:grpSp>
            <p:grpSp>
              <p:nvGrpSpPr>
                <p:cNvPr id="3607" name="Google Shape;3607;p60"/>
                <p:cNvGrpSpPr/>
                <p:nvPr/>
              </p:nvGrpSpPr>
              <p:grpSpPr>
                <a:xfrm>
                  <a:off x="4764625" y="1337514"/>
                  <a:ext cx="1087483" cy="1992086"/>
                  <a:chOff x="7158394" y="1345398"/>
                  <a:chExt cx="1087483" cy="1992086"/>
                </a:xfrm>
              </p:grpSpPr>
              <p:cxnSp>
                <p:nvCxnSpPr>
                  <p:cNvPr id="3608" name="Google Shape;3608;p60"/>
                  <p:cNvCxnSpPr/>
                  <p:nvPr/>
                </p:nvCxnSpPr>
                <p:spPr>
                  <a:xfrm>
                    <a:off x="7158394" y="1345398"/>
                    <a:ext cx="1087483" cy="0"/>
                  </a:xfrm>
                  <a:prstGeom prst="straightConnector1">
                    <a:avLst/>
                  </a:prstGeom>
                  <a:noFill/>
                  <a:ln cap="flat" cmpd="sng" w="12700">
                    <a:solidFill>
                      <a:srgbClr val="BFBFBF"/>
                    </a:solidFill>
                    <a:prstDash val="solid"/>
                    <a:miter lim="8000"/>
                    <a:headEnd len="sm" w="sm" type="none"/>
                    <a:tailEnd len="sm" w="sm" type="none"/>
                  </a:ln>
                </p:spPr>
              </p:cxnSp>
              <p:cxnSp>
                <p:nvCxnSpPr>
                  <p:cNvPr id="3609" name="Google Shape;3609;p60"/>
                  <p:cNvCxnSpPr/>
                  <p:nvPr/>
                </p:nvCxnSpPr>
                <p:spPr>
                  <a:xfrm>
                    <a:off x="7158394" y="3337484"/>
                    <a:ext cx="1087483" cy="0"/>
                  </a:xfrm>
                  <a:prstGeom prst="straightConnector1">
                    <a:avLst/>
                  </a:prstGeom>
                  <a:noFill/>
                  <a:ln cap="flat" cmpd="sng" w="12700">
                    <a:solidFill>
                      <a:srgbClr val="BFBFBF"/>
                    </a:solidFill>
                    <a:prstDash val="solid"/>
                    <a:miter lim="8000"/>
                    <a:headEnd len="sm" w="sm" type="none"/>
                    <a:tailEnd len="sm" w="sm" type="none"/>
                  </a:ln>
                </p:spPr>
              </p:cxnSp>
            </p:grpSp>
          </p:grpSp>
          <p:sp>
            <p:nvSpPr>
              <p:cNvPr id="3610" name="Google Shape;3610;p60"/>
              <p:cNvSpPr txBox="1"/>
              <p:nvPr/>
            </p:nvSpPr>
            <p:spPr>
              <a:xfrm>
                <a:off x="4451333" y="825796"/>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40%</a:t>
                </a:r>
                <a:endParaRPr sz="500">
                  <a:solidFill>
                    <a:schemeClr val="dk1"/>
                  </a:solidFill>
                  <a:latin typeface="Calibri"/>
                  <a:ea typeface="Calibri"/>
                  <a:cs typeface="Calibri"/>
                  <a:sym typeface="Calibri"/>
                </a:endParaRPr>
              </a:p>
            </p:txBody>
          </p:sp>
          <p:sp>
            <p:nvSpPr>
              <p:cNvPr id="3611" name="Google Shape;3611;p60"/>
              <p:cNvSpPr txBox="1"/>
              <p:nvPr/>
            </p:nvSpPr>
            <p:spPr>
              <a:xfrm>
                <a:off x="7959998" y="825796"/>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35%</a:t>
                </a:r>
                <a:endParaRPr sz="500">
                  <a:solidFill>
                    <a:schemeClr val="dk1"/>
                  </a:solidFill>
                  <a:latin typeface="Calibri"/>
                  <a:ea typeface="Calibri"/>
                  <a:cs typeface="Calibri"/>
                  <a:sym typeface="Calibri"/>
                </a:endParaRPr>
              </a:p>
            </p:txBody>
          </p:sp>
          <p:sp>
            <p:nvSpPr>
              <p:cNvPr id="3612" name="Google Shape;3612;p60"/>
              <p:cNvSpPr txBox="1"/>
              <p:nvPr/>
            </p:nvSpPr>
            <p:spPr>
              <a:xfrm>
                <a:off x="7969581" y="2888230"/>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15%</a:t>
                </a:r>
                <a:endParaRPr sz="500">
                  <a:solidFill>
                    <a:schemeClr val="dk1"/>
                  </a:solidFill>
                  <a:latin typeface="Calibri"/>
                  <a:ea typeface="Calibri"/>
                  <a:cs typeface="Calibri"/>
                  <a:sym typeface="Calibri"/>
                </a:endParaRPr>
              </a:p>
            </p:txBody>
          </p:sp>
          <p:sp>
            <p:nvSpPr>
              <p:cNvPr id="3613" name="Google Shape;3613;p60"/>
              <p:cNvSpPr txBox="1"/>
              <p:nvPr/>
            </p:nvSpPr>
            <p:spPr>
              <a:xfrm>
                <a:off x="4457651" y="2888230"/>
                <a:ext cx="62677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15%</a:t>
                </a:r>
                <a:endParaRPr sz="500">
                  <a:solidFill>
                    <a:schemeClr val="dk1"/>
                  </a:solidFill>
                  <a:latin typeface="Calibri"/>
                  <a:ea typeface="Calibri"/>
                  <a:cs typeface="Calibri"/>
                  <a:sym typeface="Calibri"/>
                </a:endParaRPr>
              </a:p>
            </p:txBody>
          </p:sp>
        </p:grpSp>
      </p:grpSp>
      <p:sp>
        <p:nvSpPr>
          <p:cNvPr id="3614" name="Google Shape;3614;p60"/>
          <p:cNvSpPr txBox="1"/>
          <p:nvPr/>
        </p:nvSpPr>
        <p:spPr>
          <a:xfrm>
            <a:off x="269725" y="4082601"/>
            <a:ext cx="4572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Lorem ipsum dolor sit amet consectetur adipiscing elit.</a:t>
            </a:r>
            <a:br>
              <a:rPr b="1" lang="en-US" sz="1200">
                <a:solidFill>
                  <a:schemeClr val="dk1"/>
                </a:solidFill>
                <a:latin typeface="Calibri"/>
                <a:ea typeface="Calibri"/>
                <a:cs typeface="Calibri"/>
                <a:sym typeface="Calibri"/>
              </a:rPr>
            </a:br>
            <a:r>
              <a:rPr b="1" lang="en-US" sz="1200">
                <a:solidFill>
                  <a:schemeClr val="dk1"/>
                </a:solidFill>
                <a:latin typeface="Calibri"/>
                <a:ea typeface="Calibri"/>
                <a:cs typeface="Calibri"/>
                <a:sym typeface="Calibri"/>
              </a:rPr>
              <a:t>Quisque faucibus ex sapien vitae pellentesque sem placerat. </a:t>
            </a:r>
            <a:endParaRPr b="1" sz="1200">
              <a:solidFill>
                <a:schemeClr val="dk1"/>
              </a:solidFill>
              <a:latin typeface="Calibri"/>
              <a:ea typeface="Calibri"/>
              <a:cs typeface="Calibri"/>
              <a:sym typeface="Calibri"/>
            </a:endParaRPr>
          </a:p>
        </p:txBody>
      </p:sp>
      <p:grpSp>
        <p:nvGrpSpPr>
          <p:cNvPr id="3615" name="Google Shape;3615;p60"/>
          <p:cNvGrpSpPr/>
          <p:nvPr/>
        </p:nvGrpSpPr>
        <p:grpSpPr>
          <a:xfrm>
            <a:off x="5213894" y="1169126"/>
            <a:ext cx="3223260" cy="2841830"/>
            <a:chOff x="453934" y="1169126"/>
            <a:chExt cx="3223260" cy="2841830"/>
          </a:xfrm>
        </p:grpSpPr>
        <p:sp>
          <p:nvSpPr>
            <p:cNvPr id="3616" name="Google Shape;3616;p60"/>
            <p:cNvSpPr/>
            <p:nvPr/>
          </p:nvSpPr>
          <p:spPr>
            <a:xfrm>
              <a:off x="453934" y="1169126"/>
              <a:ext cx="3223260" cy="630283"/>
            </a:xfrm>
            <a:prstGeom prst="roundRect">
              <a:avLst>
                <a:gd fmla="val 16667" name="adj"/>
              </a:avLst>
            </a:pr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lt1"/>
                  </a:solidFill>
                  <a:latin typeface="Calibri"/>
                  <a:ea typeface="Calibri"/>
                  <a:cs typeface="Calibri"/>
                  <a:sym typeface="Calibri"/>
                </a:rPr>
                <a:t>Lorem ipsum dolor sit amet consectetur adipiscing elit. Dolor sit amet consectetur adipiscing elit quisque faucibus.</a:t>
              </a:r>
              <a:endParaRPr sz="1100">
                <a:solidFill>
                  <a:schemeClr val="lt1"/>
                </a:solidFill>
                <a:latin typeface="Calibri"/>
                <a:ea typeface="Calibri"/>
                <a:cs typeface="Calibri"/>
                <a:sym typeface="Calibri"/>
              </a:endParaRPr>
            </a:p>
          </p:txBody>
        </p:sp>
        <p:sp>
          <p:nvSpPr>
            <p:cNvPr id="3617" name="Google Shape;3617;p60"/>
            <p:cNvSpPr/>
            <p:nvPr/>
          </p:nvSpPr>
          <p:spPr>
            <a:xfrm>
              <a:off x="453934" y="1906308"/>
              <a:ext cx="3223260" cy="630283"/>
            </a:xfrm>
            <a:prstGeom prst="roundRect">
              <a:avLst>
                <a:gd fmla="val 16667" name="adj"/>
              </a:avLst>
            </a:pr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dk1"/>
                  </a:solidFill>
                  <a:latin typeface="Calibri"/>
                  <a:ea typeface="Calibri"/>
                  <a:cs typeface="Calibri"/>
                  <a:sym typeface="Calibri"/>
                </a:rPr>
                <a:t>Lorem ipsum dolor sit amet consectetur adipiscing elit. Dolor sit amet consectetur adipiscing elit quisque faucibus.</a:t>
              </a:r>
              <a:endParaRPr sz="1100">
                <a:solidFill>
                  <a:schemeClr val="dk1"/>
                </a:solidFill>
                <a:latin typeface="Calibri"/>
                <a:ea typeface="Calibri"/>
                <a:cs typeface="Calibri"/>
                <a:sym typeface="Calibri"/>
              </a:endParaRPr>
            </a:p>
          </p:txBody>
        </p:sp>
        <p:sp>
          <p:nvSpPr>
            <p:cNvPr id="3618" name="Google Shape;3618;p60"/>
            <p:cNvSpPr/>
            <p:nvPr/>
          </p:nvSpPr>
          <p:spPr>
            <a:xfrm>
              <a:off x="453934" y="2643490"/>
              <a:ext cx="3223260" cy="630283"/>
            </a:xfrm>
            <a:prstGeom prst="roundRect">
              <a:avLst>
                <a:gd fmla="val 16667" name="adj"/>
              </a:avLst>
            </a:pr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lt1"/>
                  </a:solidFill>
                  <a:latin typeface="Calibri"/>
                  <a:ea typeface="Calibri"/>
                  <a:cs typeface="Calibri"/>
                  <a:sym typeface="Calibri"/>
                </a:rPr>
                <a:t>Lorem ipsum dolor sit amet consectetur adipiscing elit. Dolor sit amet consectetur adipiscing elit quisque faucibus.</a:t>
              </a:r>
              <a:endParaRPr sz="1100">
                <a:solidFill>
                  <a:schemeClr val="lt1"/>
                </a:solidFill>
                <a:latin typeface="Calibri"/>
                <a:ea typeface="Calibri"/>
                <a:cs typeface="Calibri"/>
                <a:sym typeface="Calibri"/>
              </a:endParaRPr>
            </a:p>
          </p:txBody>
        </p:sp>
        <p:sp>
          <p:nvSpPr>
            <p:cNvPr id="3619" name="Google Shape;3619;p60"/>
            <p:cNvSpPr/>
            <p:nvPr/>
          </p:nvSpPr>
          <p:spPr>
            <a:xfrm>
              <a:off x="453934" y="3380673"/>
              <a:ext cx="3223260" cy="630283"/>
            </a:xfrm>
            <a:prstGeom prst="roundRect">
              <a:avLst>
                <a:gd fmla="val 16667" name="adj"/>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a:solidFill>
                    <a:schemeClr val="lt1"/>
                  </a:solidFill>
                  <a:latin typeface="Calibri"/>
                  <a:ea typeface="Calibri"/>
                  <a:cs typeface="Calibri"/>
                  <a:sym typeface="Calibri"/>
                </a:rPr>
                <a:t>Lorem ipsum dolor sit amet consectetur adipiscing elit. Dolor sit amet consectetur adipiscing elit quisque faucibus.</a:t>
              </a:r>
              <a:endParaRPr sz="1100">
                <a:solidFill>
                  <a:schemeClr val="lt1"/>
                </a:solidFill>
                <a:latin typeface="Calibri"/>
                <a:ea typeface="Calibri"/>
                <a:cs typeface="Calibri"/>
                <a:sym typeface="Calibri"/>
              </a:endParaRPr>
            </a:p>
          </p:txBody>
        </p:sp>
      </p:grpSp>
      <p:sp>
        <p:nvSpPr>
          <p:cNvPr id="3620" name="Google Shape;3620;p60"/>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621" name="Google Shape;3621;p60"/>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6" name="Shape 3626"/>
        <p:cNvGrpSpPr/>
        <p:nvPr/>
      </p:nvGrpSpPr>
      <p:grpSpPr>
        <a:xfrm>
          <a:off x="0" y="0"/>
          <a:ext cx="0" cy="0"/>
          <a:chOff x="0" y="0"/>
          <a:chExt cx="0" cy="0"/>
        </a:xfrm>
      </p:grpSpPr>
      <p:sp>
        <p:nvSpPr>
          <p:cNvPr id="3627" name="Google Shape;3627;p61"/>
          <p:cNvSpPr/>
          <p:nvPr/>
        </p:nvSpPr>
        <p:spPr>
          <a:xfrm>
            <a:off x="976123" y="1605209"/>
            <a:ext cx="1774250" cy="1774249"/>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Lorem ipsum</a:t>
            </a:r>
            <a:br>
              <a:rPr b="1" i="0" lang="en-US" sz="1800" u="none" cap="none" strike="noStrike">
                <a:solidFill>
                  <a:schemeClr val="dk1"/>
                </a:solidFill>
                <a:latin typeface="Calibri"/>
                <a:ea typeface="Calibri"/>
                <a:cs typeface="Calibri"/>
                <a:sym typeface="Calibri"/>
              </a:rPr>
            </a:br>
            <a:r>
              <a:rPr b="1" i="0" lang="en-US" sz="1800" u="none" cap="none" strike="noStrike">
                <a:solidFill>
                  <a:schemeClr val="dk1"/>
                </a:solidFill>
                <a:latin typeface="Calibri"/>
                <a:ea typeface="Calibri"/>
                <a:cs typeface="Calibri"/>
                <a:sym typeface="Calibri"/>
              </a:rPr>
              <a:t>dolor sit amet</a:t>
            </a:r>
            <a:endParaRPr sz="1800">
              <a:solidFill>
                <a:schemeClr val="dk1"/>
              </a:solidFill>
              <a:latin typeface="Calibri"/>
              <a:ea typeface="Calibri"/>
              <a:cs typeface="Calibri"/>
              <a:sym typeface="Calibri"/>
            </a:endParaRPr>
          </a:p>
        </p:txBody>
      </p:sp>
      <p:sp>
        <p:nvSpPr>
          <p:cNvPr id="3628" name="Google Shape;3628;p61"/>
          <p:cNvSpPr txBox="1"/>
          <p:nvPr/>
        </p:nvSpPr>
        <p:spPr>
          <a:xfrm>
            <a:off x="3164140" y="580084"/>
            <a:ext cx="452956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a:t>
            </a:r>
            <a:endParaRPr/>
          </a:p>
        </p:txBody>
      </p:sp>
      <p:sp>
        <p:nvSpPr>
          <p:cNvPr id="3629" name="Google Shape;3629;p61"/>
          <p:cNvSpPr txBox="1"/>
          <p:nvPr/>
        </p:nvSpPr>
        <p:spPr>
          <a:xfrm>
            <a:off x="3856602" y="1313636"/>
            <a:ext cx="46415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a:t>
            </a:r>
            <a:endParaRPr/>
          </a:p>
        </p:txBody>
      </p:sp>
      <p:sp>
        <p:nvSpPr>
          <p:cNvPr id="3630" name="Google Shape;3630;p61"/>
          <p:cNvSpPr txBox="1"/>
          <p:nvPr/>
        </p:nvSpPr>
        <p:spPr>
          <a:xfrm>
            <a:off x="4150375" y="2299260"/>
            <a:ext cx="45890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a:t>
            </a:r>
            <a:endParaRPr/>
          </a:p>
        </p:txBody>
      </p:sp>
      <p:sp>
        <p:nvSpPr>
          <p:cNvPr id="3631" name="Google Shape;3631;p61"/>
          <p:cNvSpPr txBox="1"/>
          <p:nvPr/>
        </p:nvSpPr>
        <p:spPr>
          <a:xfrm>
            <a:off x="3856602" y="3180548"/>
            <a:ext cx="434780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a:t>
            </a:r>
            <a:endParaRPr/>
          </a:p>
        </p:txBody>
      </p:sp>
      <p:sp>
        <p:nvSpPr>
          <p:cNvPr id="3632" name="Google Shape;3632;p61"/>
          <p:cNvSpPr txBox="1"/>
          <p:nvPr/>
        </p:nvSpPr>
        <p:spPr>
          <a:xfrm>
            <a:off x="3073186" y="4073992"/>
            <a:ext cx="48251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a:t>
            </a:r>
            <a:endParaRPr/>
          </a:p>
        </p:txBody>
      </p:sp>
      <p:sp>
        <p:nvSpPr>
          <p:cNvPr id="3633" name="Google Shape;3633;p61"/>
          <p:cNvSpPr/>
          <p:nvPr/>
        </p:nvSpPr>
        <p:spPr>
          <a:xfrm>
            <a:off x="1800958" y="648250"/>
            <a:ext cx="1844086" cy="3688170"/>
          </a:xfrm>
          <a:custGeom>
            <a:rect b="b" l="l" r="r" t="t"/>
            <a:pathLst>
              <a:path extrusionOk="0" h="15108026" w="7554013">
                <a:moveTo>
                  <a:pt x="0" y="0"/>
                </a:moveTo>
                <a:cubicBezTo>
                  <a:pt x="4171966" y="0"/>
                  <a:pt x="7554013" y="3382047"/>
                  <a:pt x="7554013" y="7554013"/>
                </a:cubicBezTo>
                <a:cubicBezTo>
                  <a:pt x="7554013" y="11725979"/>
                  <a:pt x="4171966" y="15108026"/>
                  <a:pt x="0" y="15108026"/>
                </a:cubicBezTo>
              </a:path>
            </a:pathLst>
          </a:custGeom>
          <a:no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
              <a:solidFill>
                <a:schemeClr val="dk1"/>
              </a:solidFill>
              <a:latin typeface="Calibri"/>
              <a:ea typeface="Calibri"/>
              <a:cs typeface="Calibri"/>
              <a:sym typeface="Calibri"/>
            </a:endParaRPr>
          </a:p>
        </p:txBody>
      </p:sp>
      <p:sp>
        <p:nvSpPr>
          <p:cNvPr id="3634" name="Google Shape;3634;p61"/>
          <p:cNvSpPr/>
          <p:nvPr/>
        </p:nvSpPr>
        <p:spPr>
          <a:xfrm>
            <a:off x="2301073" y="535087"/>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635" name="Google Shape;3635;p61"/>
          <p:cNvSpPr/>
          <p:nvPr/>
        </p:nvSpPr>
        <p:spPr>
          <a:xfrm>
            <a:off x="2367620" y="601634"/>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636" name="Google Shape;3636;p61"/>
          <p:cNvGrpSpPr/>
          <p:nvPr/>
        </p:nvGrpSpPr>
        <p:grpSpPr>
          <a:xfrm>
            <a:off x="2503080" y="741047"/>
            <a:ext cx="361814" cy="337341"/>
            <a:chOff x="22123307" y="-2368353"/>
            <a:chExt cx="1270882" cy="1184925"/>
          </a:xfrm>
        </p:grpSpPr>
        <p:sp>
          <p:nvSpPr>
            <p:cNvPr id="3637" name="Google Shape;3637;p61"/>
            <p:cNvSpPr/>
            <p:nvPr/>
          </p:nvSpPr>
          <p:spPr>
            <a:xfrm>
              <a:off x="22213358" y="-2066861"/>
              <a:ext cx="848369" cy="9451"/>
            </a:xfrm>
            <a:custGeom>
              <a:rect b="b" l="l" r="r" t="t"/>
              <a:pathLst>
                <a:path extrusionOk="0" h="9451" w="848369">
                  <a:moveTo>
                    <a:pt x="0" y="0"/>
                  </a:moveTo>
                  <a:lnTo>
                    <a:pt x="848369"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38" name="Google Shape;3638;p61"/>
            <p:cNvSpPr/>
            <p:nvPr/>
          </p:nvSpPr>
          <p:spPr>
            <a:xfrm>
              <a:off x="22123307" y="-2275732"/>
              <a:ext cx="633196" cy="931884"/>
            </a:xfrm>
            <a:custGeom>
              <a:rect b="b" l="l" r="r" t="t"/>
              <a:pathLst>
                <a:path extrusionOk="0" h="931884" w="633196">
                  <a:moveTo>
                    <a:pt x="633196" y="931885"/>
                  </a:moveTo>
                  <a:lnTo>
                    <a:pt x="59718" y="931885"/>
                  </a:lnTo>
                  <a:cubicBezTo>
                    <a:pt x="26541" y="931885"/>
                    <a:pt x="0" y="905421"/>
                    <a:pt x="0" y="872342"/>
                  </a:cubicBezTo>
                  <a:lnTo>
                    <a:pt x="0" y="58597"/>
                  </a:lnTo>
                  <a:cubicBezTo>
                    <a:pt x="0" y="25518"/>
                    <a:pt x="26541" y="0"/>
                    <a:pt x="59718" y="0"/>
                  </a:cubicBezTo>
                  <a:lnTo>
                    <a:pt x="222756"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39" name="Google Shape;3639;p61"/>
            <p:cNvSpPr/>
            <p:nvPr/>
          </p:nvSpPr>
          <p:spPr>
            <a:xfrm>
              <a:off x="22982104" y="-2276677"/>
              <a:ext cx="167802" cy="442314"/>
            </a:xfrm>
            <a:custGeom>
              <a:rect b="b" l="l" r="r" t="t"/>
              <a:pathLst>
                <a:path extrusionOk="0" h="442314" w="167802">
                  <a:moveTo>
                    <a:pt x="0" y="0"/>
                  </a:moveTo>
                  <a:lnTo>
                    <a:pt x="109008" y="0"/>
                  </a:lnTo>
                  <a:cubicBezTo>
                    <a:pt x="142185" y="0"/>
                    <a:pt x="168726" y="26463"/>
                    <a:pt x="167778" y="59542"/>
                  </a:cubicBezTo>
                  <a:lnTo>
                    <a:pt x="167778" y="442314"/>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0" name="Google Shape;3640;p61"/>
            <p:cNvSpPr/>
            <p:nvPr/>
          </p:nvSpPr>
          <p:spPr>
            <a:xfrm>
              <a:off x="22722379" y="-2276677"/>
              <a:ext cx="142184" cy="9451"/>
            </a:xfrm>
            <a:custGeom>
              <a:rect b="b" l="l" r="r" t="t"/>
              <a:pathLst>
                <a:path extrusionOk="0" h="9451" w="142184">
                  <a:moveTo>
                    <a:pt x="0" y="0"/>
                  </a:moveTo>
                  <a:lnTo>
                    <a:pt x="142185"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1" name="Google Shape;3641;p61"/>
            <p:cNvSpPr/>
            <p:nvPr/>
          </p:nvSpPr>
          <p:spPr>
            <a:xfrm>
              <a:off x="22463603" y="-2276677"/>
              <a:ext cx="142184" cy="9451"/>
            </a:xfrm>
            <a:custGeom>
              <a:rect b="b" l="l" r="r" t="t"/>
              <a:pathLst>
                <a:path extrusionOk="0" h="9451" w="142184">
                  <a:moveTo>
                    <a:pt x="0" y="0"/>
                  </a:moveTo>
                  <a:lnTo>
                    <a:pt x="142185"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2" name="Google Shape;3642;p61"/>
            <p:cNvSpPr/>
            <p:nvPr/>
          </p:nvSpPr>
          <p:spPr>
            <a:xfrm>
              <a:off x="22349855" y="-2368353"/>
              <a:ext cx="9478" cy="201309"/>
            </a:xfrm>
            <a:custGeom>
              <a:rect b="b" l="l" r="r" t="t"/>
              <a:pathLst>
                <a:path extrusionOk="0" h="201309" w="9478">
                  <a:moveTo>
                    <a:pt x="0" y="0"/>
                  </a:moveTo>
                  <a:lnTo>
                    <a:pt x="0" y="201310"/>
                  </a:lnTo>
                </a:path>
              </a:pathLst>
            </a:custGeom>
            <a:noFill/>
            <a:ln cap="rnd"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3" name="Google Shape;3643;p61"/>
            <p:cNvSpPr/>
            <p:nvPr/>
          </p:nvSpPr>
          <p:spPr>
            <a:xfrm>
              <a:off x="22869304" y="-2368353"/>
              <a:ext cx="9478" cy="201309"/>
            </a:xfrm>
            <a:custGeom>
              <a:rect b="b" l="l" r="r" t="t"/>
              <a:pathLst>
                <a:path extrusionOk="0" h="201309" w="9478">
                  <a:moveTo>
                    <a:pt x="0" y="0"/>
                  </a:moveTo>
                  <a:lnTo>
                    <a:pt x="0" y="201310"/>
                  </a:lnTo>
                </a:path>
              </a:pathLst>
            </a:custGeom>
            <a:noFill/>
            <a:ln cap="rnd"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4" name="Google Shape;3644;p61"/>
            <p:cNvSpPr/>
            <p:nvPr/>
          </p:nvSpPr>
          <p:spPr>
            <a:xfrm>
              <a:off x="22609579" y="-2368353"/>
              <a:ext cx="9478" cy="201309"/>
            </a:xfrm>
            <a:custGeom>
              <a:rect b="b" l="l" r="r" t="t"/>
              <a:pathLst>
                <a:path extrusionOk="0" h="201309" w="9478">
                  <a:moveTo>
                    <a:pt x="0" y="0"/>
                  </a:moveTo>
                  <a:lnTo>
                    <a:pt x="0" y="201310"/>
                  </a:lnTo>
                </a:path>
              </a:pathLst>
            </a:custGeom>
            <a:noFill/>
            <a:ln cap="rnd"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5" name="Google Shape;3645;p61"/>
            <p:cNvSpPr/>
            <p:nvPr/>
          </p:nvSpPr>
          <p:spPr>
            <a:xfrm>
              <a:off x="22288242" y="-1799393"/>
              <a:ext cx="638883" cy="9451"/>
            </a:xfrm>
            <a:custGeom>
              <a:rect b="b" l="l" r="r" t="t"/>
              <a:pathLst>
                <a:path extrusionOk="0" h="9451" w="638883">
                  <a:moveTo>
                    <a:pt x="0" y="0"/>
                  </a:moveTo>
                  <a:lnTo>
                    <a:pt x="638884"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6" name="Google Shape;3646;p61"/>
            <p:cNvSpPr/>
            <p:nvPr/>
          </p:nvSpPr>
          <p:spPr>
            <a:xfrm>
              <a:off x="22288242" y="-1605644"/>
              <a:ext cx="480584" cy="9451"/>
            </a:xfrm>
            <a:custGeom>
              <a:rect b="b" l="l" r="r" t="t"/>
              <a:pathLst>
                <a:path extrusionOk="0" h="9451" w="480584">
                  <a:moveTo>
                    <a:pt x="0" y="0"/>
                  </a:moveTo>
                  <a:lnTo>
                    <a:pt x="480585"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7" name="Google Shape;3647;p61"/>
            <p:cNvSpPr/>
            <p:nvPr/>
          </p:nvSpPr>
          <p:spPr>
            <a:xfrm>
              <a:off x="22637068" y="-1952502"/>
              <a:ext cx="9478" cy="499966"/>
            </a:xfrm>
            <a:custGeom>
              <a:rect b="b" l="l" r="r" t="t"/>
              <a:pathLst>
                <a:path extrusionOk="0" h="499966" w="9478">
                  <a:moveTo>
                    <a:pt x="0" y="499967"/>
                  </a:moveTo>
                  <a:lnTo>
                    <a:pt x="0"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8" name="Google Shape;3648;p61"/>
            <p:cNvSpPr/>
            <p:nvPr/>
          </p:nvSpPr>
          <p:spPr>
            <a:xfrm>
              <a:off x="22442749" y="-1952502"/>
              <a:ext cx="9478" cy="499966"/>
            </a:xfrm>
            <a:custGeom>
              <a:rect b="b" l="l" r="r" t="t"/>
              <a:pathLst>
                <a:path extrusionOk="0" h="499966" w="9478">
                  <a:moveTo>
                    <a:pt x="0" y="499967"/>
                  </a:moveTo>
                  <a:lnTo>
                    <a:pt x="0"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49" name="Google Shape;3649;p61"/>
            <p:cNvSpPr/>
            <p:nvPr/>
          </p:nvSpPr>
          <p:spPr>
            <a:xfrm>
              <a:off x="22831388" y="-1952502"/>
              <a:ext cx="9478" cy="241004"/>
            </a:xfrm>
            <a:custGeom>
              <a:rect b="b" l="l" r="r" t="t"/>
              <a:pathLst>
                <a:path extrusionOk="0" h="241004" w="9478">
                  <a:moveTo>
                    <a:pt x="0" y="241005"/>
                  </a:moveTo>
                  <a:lnTo>
                    <a:pt x="0"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50" name="Google Shape;3650;p61"/>
            <p:cNvSpPr/>
            <p:nvPr/>
          </p:nvSpPr>
          <p:spPr>
            <a:xfrm>
              <a:off x="22964093" y="-1563114"/>
              <a:ext cx="285317" cy="221157"/>
            </a:xfrm>
            <a:custGeom>
              <a:rect b="b" l="l" r="r" t="t"/>
              <a:pathLst>
                <a:path extrusionOk="0" h="221157" w="285317">
                  <a:moveTo>
                    <a:pt x="0" y="82225"/>
                  </a:moveTo>
                  <a:lnTo>
                    <a:pt x="100477" y="221157"/>
                  </a:lnTo>
                  <a:lnTo>
                    <a:pt x="285318" y="0"/>
                  </a:ln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51" name="Google Shape;3651;p61"/>
            <p:cNvSpPr/>
            <p:nvPr/>
          </p:nvSpPr>
          <p:spPr>
            <a:xfrm>
              <a:off x="22831736" y="-1744327"/>
              <a:ext cx="562453" cy="560899"/>
            </a:xfrm>
            <a:custGeom>
              <a:rect b="b" l="l" r="r" t="t"/>
              <a:pathLst>
                <a:path extrusionOk="0" h="560899" w="562453">
                  <a:moveTo>
                    <a:pt x="147524" y="33775"/>
                  </a:moveTo>
                  <a:cubicBezTo>
                    <a:pt x="284022" y="-39945"/>
                    <a:pt x="454643" y="11092"/>
                    <a:pt x="528579" y="147189"/>
                  </a:cubicBezTo>
                  <a:cubicBezTo>
                    <a:pt x="602516" y="283285"/>
                    <a:pt x="551329" y="453406"/>
                    <a:pt x="414832" y="527125"/>
                  </a:cubicBezTo>
                  <a:cubicBezTo>
                    <a:pt x="278334" y="600844"/>
                    <a:pt x="107712" y="549808"/>
                    <a:pt x="33776" y="413711"/>
                  </a:cubicBezTo>
                  <a:cubicBezTo>
                    <a:pt x="-19306" y="316364"/>
                    <a:pt x="-8879" y="197280"/>
                    <a:pt x="58422" y="109384"/>
                  </a:cubicBezTo>
                </a:path>
              </a:pathLst>
            </a:custGeom>
            <a:noFill/>
            <a:ln cap="rnd" cmpd="sng" w="127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grpSp>
        <p:nvGrpSpPr>
          <p:cNvPr id="3652" name="Google Shape;3652;p61"/>
          <p:cNvGrpSpPr/>
          <p:nvPr/>
        </p:nvGrpSpPr>
        <p:grpSpPr>
          <a:xfrm>
            <a:off x="3006639" y="1138941"/>
            <a:ext cx="708462" cy="708462"/>
            <a:chOff x="17612113" y="3602349"/>
            <a:chExt cx="2488495" cy="2488494"/>
          </a:xfrm>
        </p:grpSpPr>
        <p:sp>
          <p:nvSpPr>
            <p:cNvPr id="3653" name="Google Shape;3653;p61"/>
            <p:cNvSpPr/>
            <p:nvPr/>
          </p:nvSpPr>
          <p:spPr>
            <a:xfrm>
              <a:off x="17612113" y="3602349"/>
              <a:ext cx="2488495" cy="2488494"/>
            </a:xfrm>
            <a:prstGeom prst="ellipse">
              <a:avLst/>
            </a:prstGeom>
            <a:solidFill>
              <a:srgbClr val="4E84C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654" name="Google Shape;3654;p61"/>
            <p:cNvSpPr/>
            <p:nvPr/>
          </p:nvSpPr>
          <p:spPr>
            <a:xfrm>
              <a:off x="17845862" y="3836098"/>
              <a:ext cx="2020997" cy="2020996"/>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655" name="Google Shape;3655;p61"/>
            <p:cNvSpPr/>
            <p:nvPr/>
          </p:nvSpPr>
          <p:spPr>
            <a:xfrm>
              <a:off x="18125448" y="4141258"/>
              <a:ext cx="1439952" cy="1439952"/>
            </a:xfrm>
            <a:prstGeom prst="rect">
              <a:avLst/>
            </a:prstGeom>
            <a:noFill/>
            <a:ln>
              <a:noFill/>
            </a:ln>
          </p:spPr>
        </p:sp>
      </p:grpSp>
      <p:sp>
        <p:nvSpPr>
          <p:cNvPr id="3656" name="Google Shape;3656;p61"/>
          <p:cNvSpPr/>
          <p:nvPr/>
        </p:nvSpPr>
        <p:spPr>
          <a:xfrm>
            <a:off x="3299772" y="2073141"/>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657" name="Google Shape;3657;p61"/>
          <p:cNvSpPr/>
          <p:nvPr/>
        </p:nvSpPr>
        <p:spPr>
          <a:xfrm>
            <a:off x="3366319" y="2139688"/>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658" name="Google Shape;3658;p61"/>
          <p:cNvGrpSpPr/>
          <p:nvPr/>
        </p:nvGrpSpPr>
        <p:grpSpPr>
          <a:xfrm>
            <a:off x="3508951" y="2298242"/>
            <a:ext cx="322632" cy="273508"/>
            <a:chOff x="35901930" y="-2632963"/>
            <a:chExt cx="1133253" cy="960707"/>
          </a:xfrm>
        </p:grpSpPr>
        <p:sp>
          <p:nvSpPr>
            <p:cNvPr id="3659" name="Google Shape;3659;p61"/>
            <p:cNvSpPr/>
            <p:nvPr/>
          </p:nvSpPr>
          <p:spPr>
            <a:xfrm>
              <a:off x="36032069" y="-1968514"/>
              <a:ext cx="9499" cy="186462"/>
            </a:xfrm>
            <a:custGeom>
              <a:rect b="b" l="l" r="r" t="t"/>
              <a:pathLst>
                <a:path extrusionOk="0" h="186462" w="9499">
                  <a:moveTo>
                    <a:pt x="0" y="186462"/>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0" name="Google Shape;3660;p61"/>
            <p:cNvSpPr/>
            <p:nvPr/>
          </p:nvSpPr>
          <p:spPr>
            <a:xfrm>
              <a:off x="36161258" y="-1994069"/>
              <a:ext cx="9499" cy="212018"/>
            </a:xfrm>
            <a:custGeom>
              <a:rect b="b" l="l" r="r" t="t"/>
              <a:pathLst>
                <a:path extrusionOk="0" h="212018" w="9499">
                  <a:moveTo>
                    <a:pt x="0" y="21201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1" name="Google Shape;3661;p61"/>
            <p:cNvSpPr/>
            <p:nvPr/>
          </p:nvSpPr>
          <p:spPr>
            <a:xfrm>
              <a:off x="36290447" y="-2029090"/>
              <a:ext cx="9499" cy="247038"/>
            </a:xfrm>
            <a:custGeom>
              <a:rect b="b" l="l" r="r" t="t"/>
              <a:pathLst>
                <a:path extrusionOk="0" h="247038" w="9499">
                  <a:moveTo>
                    <a:pt x="0" y="247039"/>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2" name="Google Shape;3662;p61"/>
            <p:cNvSpPr/>
            <p:nvPr/>
          </p:nvSpPr>
          <p:spPr>
            <a:xfrm>
              <a:off x="36419636" y="-2054646"/>
              <a:ext cx="9499" cy="272594"/>
            </a:xfrm>
            <a:custGeom>
              <a:rect b="b" l="l" r="r" t="t"/>
              <a:pathLst>
                <a:path extrusionOk="0" h="272594" w="9499">
                  <a:moveTo>
                    <a:pt x="0" y="272595"/>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3" name="Google Shape;3663;p61"/>
            <p:cNvSpPr/>
            <p:nvPr/>
          </p:nvSpPr>
          <p:spPr>
            <a:xfrm>
              <a:off x="36548825" y="-2116169"/>
              <a:ext cx="9499" cy="334117"/>
            </a:xfrm>
            <a:custGeom>
              <a:rect b="b" l="l" r="r" t="t"/>
              <a:pathLst>
                <a:path extrusionOk="0" h="334117" w="9499">
                  <a:moveTo>
                    <a:pt x="0" y="33411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4" name="Google Shape;3664;p61"/>
            <p:cNvSpPr/>
            <p:nvPr/>
          </p:nvSpPr>
          <p:spPr>
            <a:xfrm>
              <a:off x="36678013" y="-2207034"/>
              <a:ext cx="9499" cy="424982"/>
            </a:xfrm>
            <a:custGeom>
              <a:rect b="b" l="l" r="r" t="t"/>
              <a:pathLst>
                <a:path extrusionOk="0" h="424982" w="9499">
                  <a:moveTo>
                    <a:pt x="0" y="424983"/>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5" name="Google Shape;3665;p61"/>
            <p:cNvSpPr/>
            <p:nvPr/>
          </p:nvSpPr>
          <p:spPr>
            <a:xfrm>
              <a:off x="36807202" y="-2276129"/>
              <a:ext cx="9499" cy="494077"/>
            </a:xfrm>
            <a:custGeom>
              <a:rect b="b" l="l" r="r" t="t"/>
              <a:pathLst>
                <a:path extrusionOk="0" h="494077" w="9499">
                  <a:moveTo>
                    <a:pt x="0" y="49407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6" name="Google Shape;3666;p61"/>
            <p:cNvSpPr/>
            <p:nvPr/>
          </p:nvSpPr>
          <p:spPr>
            <a:xfrm>
              <a:off x="35994072" y="-2546831"/>
              <a:ext cx="945169" cy="494077"/>
            </a:xfrm>
            <a:custGeom>
              <a:rect b="b" l="l" r="r" t="t"/>
              <a:pathLst>
                <a:path extrusionOk="0" h="494077" w="945169">
                  <a:moveTo>
                    <a:pt x="0" y="494078"/>
                  </a:moveTo>
                  <a:cubicBezTo>
                    <a:pt x="0" y="494078"/>
                    <a:pt x="275476" y="482720"/>
                    <a:pt x="554753" y="314241"/>
                  </a:cubicBezTo>
                  <a:cubicBezTo>
                    <a:pt x="730487" y="209179"/>
                    <a:pt x="945169" y="0"/>
                    <a:pt x="945169"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7" name="Google Shape;3667;p61"/>
            <p:cNvSpPr/>
            <p:nvPr/>
          </p:nvSpPr>
          <p:spPr>
            <a:xfrm>
              <a:off x="36773955" y="-2546831"/>
              <a:ext cx="165285" cy="163746"/>
            </a:xfrm>
            <a:custGeom>
              <a:rect b="b" l="l" r="r" t="t"/>
              <a:pathLst>
                <a:path extrusionOk="0" h="163746" w="165285">
                  <a:moveTo>
                    <a:pt x="138688" y="163746"/>
                  </a:moveTo>
                  <a:lnTo>
                    <a:pt x="165286" y="0"/>
                  </a:ln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8" name="Google Shape;3668;p61"/>
            <p:cNvSpPr/>
            <p:nvPr/>
          </p:nvSpPr>
          <p:spPr>
            <a:xfrm>
              <a:off x="35901930" y="-2632963"/>
              <a:ext cx="1133253" cy="960707"/>
            </a:xfrm>
            <a:custGeom>
              <a:rect b="b" l="l" r="r" t="t"/>
              <a:pathLst>
                <a:path extrusionOk="0" h="960707" w="1133253">
                  <a:moveTo>
                    <a:pt x="1133253" y="960707"/>
                  </a:moveTo>
                  <a:lnTo>
                    <a:pt x="0" y="960707"/>
                  </a:ln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69" name="Google Shape;3669;p61"/>
            <p:cNvSpPr/>
            <p:nvPr/>
          </p:nvSpPr>
          <p:spPr>
            <a:xfrm>
              <a:off x="36920243" y="-2312097"/>
              <a:ext cx="9499" cy="530045"/>
            </a:xfrm>
            <a:custGeom>
              <a:rect b="b" l="l" r="r" t="t"/>
              <a:pathLst>
                <a:path extrusionOk="0" h="530045" w="9499">
                  <a:moveTo>
                    <a:pt x="0" y="530045"/>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670" name="Google Shape;3670;p61"/>
          <p:cNvSpPr/>
          <p:nvPr/>
        </p:nvSpPr>
        <p:spPr>
          <a:xfrm>
            <a:off x="3028353" y="3021070"/>
            <a:ext cx="708462" cy="708462"/>
          </a:xfrm>
          <a:prstGeom prst="ellipse">
            <a:avLst/>
          </a:prstGeom>
          <a:solidFill>
            <a:srgbClr val="4E84C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671" name="Google Shape;3671;p61"/>
          <p:cNvSpPr/>
          <p:nvPr/>
        </p:nvSpPr>
        <p:spPr>
          <a:xfrm>
            <a:off x="3094900" y="3087618"/>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672" name="Google Shape;3672;p61"/>
          <p:cNvGrpSpPr/>
          <p:nvPr/>
        </p:nvGrpSpPr>
        <p:grpSpPr>
          <a:xfrm>
            <a:off x="3218553" y="3165348"/>
            <a:ext cx="328062" cy="373855"/>
            <a:chOff x="15439041" y="-3030308"/>
            <a:chExt cx="1483113" cy="1690136"/>
          </a:xfrm>
        </p:grpSpPr>
        <p:sp>
          <p:nvSpPr>
            <p:cNvPr id="3673" name="Google Shape;3673;p61"/>
            <p:cNvSpPr/>
            <p:nvPr/>
          </p:nvSpPr>
          <p:spPr>
            <a:xfrm>
              <a:off x="15894710" y="-1568785"/>
              <a:ext cx="580531" cy="228613"/>
            </a:xfrm>
            <a:custGeom>
              <a:rect b="b" l="l" r="r" t="t"/>
              <a:pathLst>
                <a:path extrusionOk="0" h="228613" w="580531">
                  <a:moveTo>
                    <a:pt x="0" y="228614"/>
                  </a:moveTo>
                  <a:lnTo>
                    <a:pt x="0" y="141654"/>
                  </a:lnTo>
                  <a:cubicBezTo>
                    <a:pt x="0" y="37902"/>
                    <a:pt x="74366" y="0"/>
                    <a:pt x="171041" y="0"/>
                  </a:cubicBezTo>
                  <a:lnTo>
                    <a:pt x="290266" y="130380"/>
                  </a:lnTo>
                  <a:lnTo>
                    <a:pt x="401094" y="0"/>
                  </a:lnTo>
                  <a:cubicBezTo>
                    <a:pt x="497890" y="0"/>
                    <a:pt x="580531" y="37902"/>
                    <a:pt x="580531" y="141654"/>
                  </a:cubicBezTo>
                  <a:lnTo>
                    <a:pt x="580531" y="228614"/>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4" name="Google Shape;3674;p61"/>
            <p:cNvSpPr/>
            <p:nvPr/>
          </p:nvSpPr>
          <p:spPr>
            <a:xfrm>
              <a:off x="16050398" y="-2003343"/>
              <a:ext cx="269155" cy="319651"/>
            </a:xfrm>
            <a:custGeom>
              <a:rect b="b" l="l" r="r" t="t"/>
              <a:pathLst>
                <a:path extrusionOk="0" h="319651" w="269155">
                  <a:moveTo>
                    <a:pt x="269155" y="185074"/>
                  </a:moveTo>
                  <a:cubicBezTo>
                    <a:pt x="269155" y="259440"/>
                    <a:pt x="208823" y="319652"/>
                    <a:pt x="134578" y="319652"/>
                  </a:cubicBezTo>
                  <a:cubicBezTo>
                    <a:pt x="60332" y="319652"/>
                    <a:pt x="0" y="259320"/>
                    <a:pt x="0" y="185074"/>
                  </a:cubicBezTo>
                  <a:lnTo>
                    <a:pt x="0" y="134578"/>
                  </a:lnTo>
                  <a:cubicBezTo>
                    <a:pt x="0" y="60212"/>
                    <a:pt x="60332" y="0"/>
                    <a:pt x="134578" y="0"/>
                  </a:cubicBezTo>
                  <a:cubicBezTo>
                    <a:pt x="208823" y="0"/>
                    <a:pt x="269155" y="60332"/>
                    <a:pt x="269155" y="134578"/>
                  </a:cubicBezTo>
                  <a:lnTo>
                    <a:pt x="269155" y="134578"/>
                  </a:lnTo>
                  <a:lnTo>
                    <a:pt x="269155" y="185074"/>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5" name="Google Shape;3675;p61"/>
            <p:cNvSpPr/>
            <p:nvPr/>
          </p:nvSpPr>
          <p:spPr>
            <a:xfrm>
              <a:off x="15439041" y="-1512550"/>
              <a:ext cx="379384" cy="172378"/>
            </a:xfrm>
            <a:custGeom>
              <a:rect b="b" l="l" r="r" t="t"/>
              <a:pathLst>
                <a:path extrusionOk="0" h="172378" w="379384">
                  <a:moveTo>
                    <a:pt x="0" y="172379"/>
                  </a:moveTo>
                  <a:lnTo>
                    <a:pt x="0" y="106889"/>
                  </a:lnTo>
                  <a:cubicBezTo>
                    <a:pt x="0" y="28685"/>
                    <a:pt x="56014" y="139"/>
                    <a:pt x="128940" y="139"/>
                  </a:cubicBezTo>
                  <a:lnTo>
                    <a:pt x="218779" y="98373"/>
                  </a:lnTo>
                  <a:lnTo>
                    <a:pt x="302260" y="139"/>
                  </a:lnTo>
                  <a:cubicBezTo>
                    <a:pt x="328648" y="-941"/>
                    <a:pt x="355036" y="4337"/>
                    <a:pt x="379384" y="13932"/>
                  </a:cubicBez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6" name="Google Shape;3676;p61"/>
            <p:cNvSpPr/>
            <p:nvPr/>
          </p:nvSpPr>
          <p:spPr>
            <a:xfrm>
              <a:off x="15556227" y="-1839979"/>
              <a:ext cx="202945" cy="240968"/>
            </a:xfrm>
            <a:custGeom>
              <a:rect b="b" l="l" r="r" t="t"/>
              <a:pathLst>
                <a:path extrusionOk="0" h="240968" w="202945">
                  <a:moveTo>
                    <a:pt x="202946" y="139495"/>
                  </a:moveTo>
                  <a:cubicBezTo>
                    <a:pt x="202946" y="195509"/>
                    <a:pt x="157487" y="240968"/>
                    <a:pt x="101473" y="240968"/>
                  </a:cubicBezTo>
                  <a:cubicBezTo>
                    <a:pt x="45459" y="240968"/>
                    <a:pt x="0" y="195509"/>
                    <a:pt x="0" y="139495"/>
                  </a:cubicBezTo>
                  <a:lnTo>
                    <a:pt x="0" y="101473"/>
                  </a:lnTo>
                  <a:cubicBezTo>
                    <a:pt x="0" y="45459"/>
                    <a:pt x="45459" y="0"/>
                    <a:pt x="101473" y="0"/>
                  </a:cubicBezTo>
                  <a:cubicBezTo>
                    <a:pt x="157487" y="0"/>
                    <a:pt x="202946" y="45459"/>
                    <a:pt x="202946" y="101473"/>
                  </a:cubicBezTo>
                  <a:lnTo>
                    <a:pt x="202946" y="101473"/>
                  </a:lnTo>
                  <a:lnTo>
                    <a:pt x="202946" y="139495"/>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7" name="Google Shape;3677;p61"/>
            <p:cNvSpPr/>
            <p:nvPr/>
          </p:nvSpPr>
          <p:spPr>
            <a:xfrm>
              <a:off x="16542770" y="-1512550"/>
              <a:ext cx="379384" cy="172378"/>
            </a:xfrm>
            <a:custGeom>
              <a:rect b="b" l="l" r="r" t="t"/>
              <a:pathLst>
                <a:path extrusionOk="0" h="172378" w="379384">
                  <a:moveTo>
                    <a:pt x="379384" y="172379"/>
                  </a:moveTo>
                  <a:lnTo>
                    <a:pt x="379384" y="106889"/>
                  </a:lnTo>
                  <a:cubicBezTo>
                    <a:pt x="379384" y="28685"/>
                    <a:pt x="322291" y="139"/>
                    <a:pt x="250444" y="139"/>
                  </a:cubicBezTo>
                  <a:lnTo>
                    <a:pt x="160606" y="98373"/>
                  </a:lnTo>
                  <a:lnTo>
                    <a:pt x="77124" y="139"/>
                  </a:lnTo>
                  <a:cubicBezTo>
                    <a:pt x="50737" y="-941"/>
                    <a:pt x="24349" y="4337"/>
                    <a:pt x="0" y="13932"/>
                  </a:cubicBez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8" name="Google Shape;3678;p61"/>
            <p:cNvSpPr/>
            <p:nvPr/>
          </p:nvSpPr>
          <p:spPr>
            <a:xfrm>
              <a:off x="16601947" y="-1843173"/>
              <a:ext cx="202977" cy="247356"/>
            </a:xfrm>
            <a:custGeom>
              <a:rect b="b" l="l" r="r" t="t"/>
              <a:pathLst>
                <a:path extrusionOk="0" h="247356" w="202977">
                  <a:moveTo>
                    <a:pt x="76" y="142690"/>
                  </a:moveTo>
                  <a:cubicBezTo>
                    <a:pt x="-2083" y="198704"/>
                    <a:pt x="42296" y="245242"/>
                    <a:pt x="98310" y="247281"/>
                  </a:cubicBezTo>
                  <a:cubicBezTo>
                    <a:pt x="154324" y="249440"/>
                    <a:pt x="200863" y="205061"/>
                    <a:pt x="202902" y="149047"/>
                  </a:cubicBezTo>
                  <a:lnTo>
                    <a:pt x="202902" y="104667"/>
                  </a:lnTo>
                  <a:cubicBezTo>
                    <a:pt x="205061" y="48653"/>
                    <a:pt x="160681" y="2115"/>
                    <a:pt x="104667" y="76"/>
                  </a:cubicBezTo>
                  <a:cubicBezTo>
                    <a:pt x="48653" y="-2083"/>
                    <a:pt x="2115" y="42296"/>
                    <a:pt x="76" y="98310"/>
                  </a:cubicBezTo>
                  <a:lnTo>
                    <a:pt x="76" y="142690"/>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79" name="Google Shape;3679;p61"/>
            <p:cNvSpPr/>
            <p:nvPr/>
          </p:nvSpPr>
          <p:spPr>
            <a:xfrm>
              <a:off x="15890512" y="-2701900"/>
              <a:ext cx="589647" cy="560860"/>
            </a:xfrm>
            <a:custGeom>
              <a:rect b="b" l="l" r="r" t="t"/>
              <a:pathLst>
                <a:path extrusionOk="0" h="560860" w="589647">
                  <a:moveTo>
                    <a:pt x="294824" y="0"/>
                  </a:moveTo>
                  <a:lnTo>
                    <a:pt x="364391" y="214221"/>
                  </a:lnTo>
                  <a:lnTo>
                    <a:pt x="589647" y="214221"/>
                  </a:lnTo>
                  <a:lnTo>
                    <a:pt x="407451" y="346639"/>
                  </a:lnTo>
                  <a:lnTo>
                    <a:pt x="477019" y="560860"/>
                  </a:lnTo>
                  <a:lnTo>
                    <a:pt x="294824" y="428442"/>
                  </a:lnTo>
                  <a:lnTo>
                    <a:pt x="112628" y="560860"/>
                  </a:lnTo>
                  <a:lnTo>
                    <a:pt x="182196" y="346639"/>
                  </a:lnTo>
                  <a:lnTo>
                    <a:pt x="0" y="214221"/>
                  </a:lnTo>
                  <a:lnTo>
                    <a:pt x="225256" y="214221"/>
                  </a:lnTo>
                  <a:lnTo>
                    <a:pt x="294824" y="0"/>
                  </a:lnTo>
                  <a:close/>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0" name="Google Shape;3680;p61"/>
            <p:cNvSpPr/>
            <p:nvPr/>
          </p:nvSpPr>
          <p:spPr>
            <a:xfrm>
              <a:off x="16194451" y="-3030308"/>
              <a:ext cx="1199" cy="183395"/>
            </a:xfrm>
            <a:custGeom>
              <a:rect b="b" l="l" r="r" t="t"/>
              <a:pathLst>
                <a:path extrusionOk="0" h="183395" w="1199">
                  <a:moveTo>
                    <a:pt x="0" y="183395"/>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1" name="Google Shape;3681;p61"/>
            <p:cNvSpPr/>
            <p:nvPr/>
          </p:nvSpPr>
          <p:spPr>
            <a:xfrm>
              <a:off x="16356616" y="-2975253"/>
              <a:ext cx="103631" cy="151249"/>
            </a:xfrm>
            <a:custGeom>
              <a:rect b="b" l="l" r="r" t="t"/>
              <a:pathLst>
                <a:path extrusionOk="0" h="151249" w="103631">
                  <a:moveTo>
                    <a:pt x="0" y="151250"/>
                  </a:moveTo>
                  <a:lnTo>
                    <a:pt x="103632"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2" name="Google Shape;3682;p61"/>
            <p:cNvSpPr/>
            <p:nvPr/>
          </p:nvSpPr>
          <p:spPr>
            <a:xfrm>
              <a:off x="15903826" y="-2960140"/>
              <a:ext cx="122223" cy="136736"/>
            </a:xfrm>
            <a:custGeom>
              <a:rect b="b" l="l" r="r" t="t"/>
              <a:pathLst>
                <a:path extrusionOk="0" h="136736" w="122223">
                  <a:moveTo>
                    <a:pt x="122223" y="136737"/>
                  </a:move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683" name="Google Shape;3683;p61"/>
          <p:cNvSpPr/>
          <p:nvPr/>
        </p:nvSpPr>
        <p:spPr>
          <a:xfrm>
            <a:off x="2301073" y="3697507"/>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684" name="Google Shape;3684;p61"/>
          <p:cNvSpPr/>
          <p:nvPr/>
        </p:nvSpPr>
        <p:spPr>
          <a:xfrm>
            <a:off x="2367620" y="3764055"/>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685" name="Google Shape;3685;p61"/>
          <p:cNvGrpSpPr/>
          <p:nvPr/>
        </p:nvGrpSpPr>
        <p:grpSpPr>
          <a:xfrm>
            <a:off x="2495500" y="3829511"/>
            <a:ext cx="345726" cy="486095"/>
            <a:chOff x="16815335" y="-2668843"/>
            <a:chExt cx="969271" cy="1362808"/>
          </a:xfrm>
        </p:grpSpPr>
        <p:sp>
          <p:nvSpPr>
            <p:cNvPr id="3686" name="Google Shape;3686;p61"/>
            <p:cNvSpPr/>
            <p:nvPr/>
          </p:nvSpPr>
          <p:spPr>
            <a:xfrm>
              <a:off x="17235962" y="-2068198"/>
              <a:ext cx="122621" cy="94951"/>
            </a:xfrm>
            <a:custGeom>
              <a:rect b="b" l="l" r="r" t="t"/>
              <a:pathLst>
                <a:path extrusionOk="0" h="78203" w="100993">
                  <a:moveTo>
                    <a:pt x="0" y="28787"/>
                  </a:moveTo>
                  <a:lnTo>
                    <a:pt x="35384" y="78204"/>
                  </a:lnTo>
                  <a:lnTo>
                    <a:pt x="100993"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7" name="Google Shape;3687;p61"/>
            <p:cNvSpPr/>
            <p:nvPr/>
          </p:nvSpPr>
          <p:spPr>
            <a:xfrm>
              <a:off x="17058437" y="-2267130"/>
              <a:ext cx="481747" cy="482038"/>
            </a:xfrm>
            <a:custGeom>
              <a:rect b="b" l="l" r="r" t="t"/>
              <a:pathLst>
                <a:path extrusionOk="0" h="397015" w="396775">
                  <a:moveTo>
                    <a:pt x="69568" y="122343"/>
                  </a:moveTo>
                  <a:cubicBezTo>
                    <a:pt x="62251" y="134578"/>
                    <a:pt x="56974" y="147532"/>
                    <a:pt x="53375" y="161085"/>
                  </a:cubicBezTo>
                  <a:lnTo>
                    <a:pt x="0" y="170321"/>
                  </a:lnTo>
                  <a:lnTo>
                    <a:pt x="0" y="226935"/>
                  </a:lnTo>
                  <a:lnTo>
                    <a:pt x="53375" y="235931"/>
                  </a:lnTo>
                  <a:cubicBezTo>
                    <a:pt x="56974" y="249844"/>
                    <a:pt x="62371" y="262798"/>
                    <a:pt x="69568" y="275033"/>
                  </a:cubicBezTo>
                  <a:lnTo>
                    <a:pt x="38142" y="318812"/>
                  </a:lnTo>
                  <a:lnTo>
                    <a:pt x="78204" y="358874"/>
                  </a:lnTo>
                  <a:lnTo>
                    <a:pt x="121983" y="327448"/>
                  </a:lnTo>
                  <a:cubicBezTo>
                    <a:pt x="134218" y="334765"/>
                    <a:pt x="147532" y="340042"/>
                    <a:pt x="161085" y="343641"/>
                  </a:cubicBezTo>
                  <a:lnTo>
                    <a:pt x="170081" y="397016"/>
                  </a:lnTo>
                  <a:lnTo>
                    <a:pt x="226695" y="397016"/>
                  </a:lnTo>
                  <a:lnTo>
                    <a:pt x="235691" y="343641"/>
                  </a:lnTo>
                  <a:cubicBezTo>
                    <a:pt x="249604" y="340042"/>
                    <a:pt x="262558" y="334645"/>
                    <a:pt x="274793" y="327448"/>
                  </a:cubicBezTo>
                  <a:lnTo>
                    <a:pt x="318572" y="358874"/>
                  </a:lnTo>
                  <a:lnTo>
                    <a:pt x="358634" y="318812"/>
                  </a:lnTo>
                  <a:lnTo>
                    <a:pt x="327208" y="275033"/>
                  </a:lnTo>
                  <a:cubicBezTo>
                    <a:pt x="334525" y="262798"/>
                    <a:pt x="340162" y="249484"/>
                    <a:pt x="343401" y="235571"/>
                  </a:cubicBezTo>
                  <a:lnTo>
                    <a:pt x="396776" y="226935"/>
                  </a:lnTo>
                  <a:lnTo>
                    <a:pt x="396776" y="170321"/>
                  </a:lnTo>
                  <a:lnTo>
                    <a:pt x="343401" y="161685"/>
                  </a:lnTo>
                  <a:cubicBezTo>
                    <a:pt x="340043" y="147772"/>
                    <a:pt x="334405" y="134818"/>
                    <a:pt x="327448" y="122583"/>
                  </a:cubicBezTo>
                  <a:lnTo>
                    <a:pt x="358634" y="78564"/>
                  </a:lnTo>
                  <a:lnTo>
                    <a:pt x="319172" y="38142"/>
                  </a:lnTo>
                  <a:lnTo>
                    <a:pt x="275152" y="69568"/>
                  </a:lnTo>
                  <a:cubicBezTo>
                    <a:pt x="262918" y="62251"/>
                    <a:pt x="249604" y="56974"/>
                    <a:pt x="236050" y="53375"/>
                  </a:cubicBezTo>
                  <a:lnTo>
                    <a:pt x="227055" y="0"/>
                  </a:lnTo>
                  <a:lnTo>
                    <a:pt x="170441" y="0"/>
                  </a:lnTo>
                  <a:lnTo>
                    <a:pt x="166843" y="2386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8" name="Google Shape;3688;p61"/>
            <p:cNvSpPr/>
            <p:nvPr/>
          </p:nvSpPr>
          <p:spPr>
            <a:xfrm>
              <a:off x="17104747" y="-2220674"/>
              <a:ext cx="149999" cy="71504"/>
            </a:xfrm>
            <a:custGeom>
              <a:rect b="b" l="l" r="r" t="t"/>
              <a:pathLst>
                <a:path extrusionOk="0" h="58892" w="123542">
                  <a:moveTo>
                    <a:pt x="123543" y="15233"/>
                  </a:moveTo>
                  <a:cubicBezTo>
                    <a:pt x="109629" y="18831"/>
                    <a:pt x="96675" y="24229"/>
                    <a:pt x="84441" y="31425"/>
                  </a:cubicBezTo>
                  <a:lnTo>
                    <a:pt x="40422" y="0"/>
                  </a:lnTo>
                  <a:lnTo>
                    <a:pt x="0" y="40061"/>
                  </a:lnTo>
                  <a:lnTo>
                    <a:pt x="13554" y="5889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89" name="Google Shape;3689;p61"/>
            <p:cNvSpPr/>
            <p:nvPr/>
          </p:nvSpPr>
          <p:spPr>
            <a:xfrm>
              <a:off x="17179254" y="-2146796"/>
              <a:ext cx="241470" cy="241515"/>
            </a:xfrm>
            <a:custGeom>
              <a:rect b="b" l="l" r="r" t="t"/>
              <a:pathLst>
                <a:path extrusionOk="0" h="198916" w="198879">
                  <a:moveTo>
                    <a:pt x="51983" y="11959"/>
                  </a:moveTo>
                  <a:cubicBezTo>
                    <a:pt x="100321" y="-14189"/>
                    <a:pt x="160653" y="4043"/>
                    <a:pt x="186921" y="52020"/>
                  </a:cubicBezTo>
                  <a:cubicBezTo>
                    <a:pt x="213069" y="100118"/>
                    <a:pt x="194837" y="160690"/>
                    <a:pt x="146859" y="186958"/>
                  </a:cubicBezTo>
                  <a:cubicBezTo>
                    <a:pt x="98761" y="213106"/>
                    <a:pt x="38189" y="194874"/>
                    <a:pt x="11922" y="146896"/>
                  </a:cubicBezTo>
                  <a:cubicBezTo>
                    <a:pt x="-6670" y="112472"/>
                    <a:pt x="-3311" y="70012"/>
                    <a:pt x="20558" y="39186"/>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0" name="Google Shape;3690;p61"/>
            <p:cNvSpPr/>
            <p:nvPr/>
          </p:nvSpPr>
          <p:spPr>
            <a:xfrm>
              <a:off x="17299311" y="-2668843"/>
              <a:ext cx="1199" cy="101233"/>
            </a:xfrm>
            <a:custGeom>
              <a:rect b="b" l="l" r="r" t="t"/>
              <a:pathLst>
                <a:path extrusionOk="0" h="101233" w="1199">
                  <a:moveTo>
                    <a:pt x="0" y="101233"/>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1" name="Google Shape;3691;p61"/>
            <p:cNvSpPr/>
            <p:nvPr/>
          </p:nvSpPr>
          <p:spPr>
            <a:xfrm>
              <a:off x="16937989" y="-2402206"/>
              <a:ext cx="722763" cy="820060"/>
            </a:xfrm>
            <a:custGeom>
              <a:rect b="b" l="l" r="r" t="t"/>
              <a:pathLst>
                <a:path extrusionOk="0" h="820060" w="722763">
                  <a:moveTo>
                    <a:pt x="361322" y="0"/>
                  </a:moveTo>
                  <a:cubicBezTo>
                    <a:pt x="161374" y="0"/>
                    <a:pt x="49" y="165283"/>
                    <a:pt x="49" y="369309"/>
                  </a:cubicBezTo>
                  <a:cubicBezTo>
                    <a:pt x="-1270" y="446673"/>
                    <a:pt x="24038" y="522598"/>
                    <a:pt x="72016" y="584009"/>
                  </a:cubicBezTo>
                  <a:cubicBezTo>
                    <a:pt x="131988" y="655976"/>
                    <a:pt x="205394" y="689321"/>
                    <a:pt x="228064" y="820060"/>
                  </a:cubicBezTo>
                  <a:lnTo>
                    <a:pt x="494700" y="820060"/>
                  </a:lnTo>
                  <a:cubicBezTo>
                    <a:pt x="516050" y="689441"/>
                    <a:pt x="590656" y="656096"/>
                    <a:pt x="650748" y="584009"/>
                  </a:cubicBezTo>
                  <a:cubicBezTo>
                    <a:pt x="698725" y="522718"/>
                    <a:pt x="724034" y="447993"/>
                    <a:pt x="722714" y="369309"/>
                  </a:cubicBezTo>
                  <a:cubicBezTo>
                    <a:pt x="724034" y="165283"/>
                    <a:pt x="561389" y="0"/>
                    <a:pt x="361442"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2" name="Google Shape;3692;p61"/>
            <p:cNvSpPr/>
            <p:nvPr/>
          </p:nvSpPr>
          <p:spPr>
            <a:xfrm>
              <a:off x="17191361" y="-1431616"/>
              <a:ext cx="217339" cy="1199"/>
            </a:xfrm>
            <a:custGeom>
              <a:rect b="b" l="l" r="r" t="t"/>
              <a:pathLst>
                <a:path extrusionOk="0" h="1199" w="217339">
                  <a:moveTo>
                    <a:pt x="0" y="0"/>
                  </a:moveTo>
                  <a:lnTo>
                    <a:pt x="21733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3" name="Google Shape;3693;p61"/>
            <p:cNvSpPr/>
            <p:nvPr/>
          </p:nvSpPr>
          <p:spPr>
            <a:xfrm>
              <a:off x="17235260" y="-1307234"/>
              <a:ext cx="129539" cy="1199"/>
            </a:xfrm>
            <a:custGeom>
              <a:rect b="b" l="l" r="r" t="t"/>
              <a:pathLst>
                <a:path extrusionOk="0" h="1199" w="129539">
                  <a:moveTo>
                    <a:pt x="0" y="0"/>
                  </a:moveTo>
                  <a:lnTo>
                    <a:pt x="12954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4" name="Google Shape;3694;p61"/>
            <p:cNvSpPr/>
            <p:nvPr/>
          </p:nvSpPr>
          <p:spPr>
            <a:xfrm>
              <a:off x="17713959" y="-2459540"/>
              <a:ext cx="70647" cy="70647"/>
            </a:xfrm>
            <a:custGeom>
              <a:rect b="b" l="l" r="r" t="t"/>
              <a:pathLst>
                <a:path extrusionOk="0" h="70647" w="70647">
                  <a:moveTo>
                    <a:pt x="0" y="70647"/>
                  </a:moveTo>
                  <a:lnTo>
                    <a:pt x="70647"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695" name="Google Shape;3695;p61"/>
            <p:cNvSpPr/>
            <p:nvPr/>
          </p:nvSpPr>
          <p:spPr>
            <a:xfrm>
              <a:off x="16815335" y="-2459540"/>
              <a:ext cx="70647" cy="70647"/>
            </a:xfrm>
            <a:custGeom>
              <a:rect b="b" l="l" r="r" t="t"/>
              <a:pathLst>
                <a:path extrusionOk="0" h="70647" w="70647">
                  <a:moveTo>
                    <a:pt x="70647" y="70647"/>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696" name="Google Shape;3696;p6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697" name="Google Shape;3697;p6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698" name="Google Shape;3698;p6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t/>
            </a:r>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3" name="Shape 3703"/>
        <p:cNvGrpSpPr/>
        <p:nvPr/>
      </p:nvGrpSpPr>
      <p:grpSpPr>
        <a:xfrm>
          <a:off x="0" y="0"/>
          <a:ext cx="0" cy="0"/>
          <a:chOff x="0" y="0"/>
          <a:chExt cx="0" cy="0"/>
        </a:xfrm>
      </p:grpSpPr>
      <p:sp>
        <p:nvSpPr>
          <p:cNvPr id="3704" name="Google Shape;3704;p62"/>
          <p:cNvSpPr/>
          <p:nvPr/>
        </p:nvSpPr>
        <p:spPr>
          <a:xfrm>
            <a:off x="976123" y="1605209"/>
            <a:ext cx="1774250" cy="1774249"/>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Lorem ipsum</a:t>
            </a:r>
            <a:br>
              <a:rPr b="1" i="0" lang="en-US" sz="1800" u="none" cap="none" strike="noStrike">
                <a:solidFill>
                  <a:srgbClr val="FFFFFF"/>
                </a:solidFill>
                <a:latin typeface="Calibri"/>
                <a:ea typeface="Calibri"/>
                <a:cs typeface="Calibri"/>
                <a:sym typeface="Calibri"/>
              </a:rPr>
            </a:br>
            <a:r>
              <a:rPr b="1" i="0" lang="en-US" sz="1800" u="none" cap="none" strike="noStrike">
                <a:solidFill>
                  <a:srgbClr val="FFFFFF"/>
                </a:solidFill>
                <a:latin typeface="Calibri"/>
                <a:ea typeface="Calibri"/>
                <a:cs typeface="Calibri"/>
                <a:sym typeface="Calibri"/>
              </a:rPr>
              <a:t>dolor sit amet</a:t>
            </a:r>
            <a:endParaRPr sz="1800">
              <a:solidFill>
                <a:schemeClr val="lt1"/>
              </a:solidFill>
              <a:latin typeface="Calibri"/>
              <a:ea typeface="Calibri"/>
              <a:cs typeface="Calibri"/>
              <a:sym typeface="Calibri"/>
            </a:endParaRPr>
          </a:p>
        </p:txBody>
      </p:sp>
      <p:sp>
        <p:nvSpPr>
          <p:cNvPr id="3705" name="Google Shape;3705;p62"/>
          <p:cNvSpPr txBox="1"/>
          <p:nvPr/>
        </p:nvSpPr>
        <p:spPr>
          <a:xfrm>
            <a:off x="3164140" y="580084"/>
            <a:ext cx="452956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Lorem ipsum dolor sit amet consectetur adipiscing elit.</a:t>
            </a:r>
            <a:endParaRPr/>
          </a:p>
        </p:txBody>
      </p:sp>
      <p:sp>
        <p:nvSpPr>
          <p:cNvPr id="3706" name="Google Shape;3706;p62"/>
          <p:cNvSpPr txBox="1"/>
          <p:nvPr/>
        </p:nvSpPr>
        <p:spPr>
          <a:xfrm>
            <a:off x="3856602" y="1313636"/>
            <a:ext cx="46415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Lorem ipsum dolor sit amet consectetur adipiscing elit.</a:t>
            </a:r>
            <a:endParaRPr/>
          </a:p>
        </p:txBody>
      </p:sp>
      <p:sp>
        <p:nvSpPr>
          <p:cNvPr id="3707" name="Google Shape;3707;p62"/>
          <p:cNvSpPr txBox="1"/>
          <p:nvPr/>
        </p:nvSpPr>
        <p:spPr>
          <a:xfrm>
            <a:off x="4150375" y="2299260"/>
            <a:ext cx="45890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Lorem ipsum dolor sit amet consectetur adipiscing elit.</a:t>
            </a:r>
            <a:endParaRPr/>
          </a:p>
        </p:txBody>
      </p:sp>
      <p:sp>
        <p:nvSpPr>
          <p:cNvPr id="3708" name="Google Shape;3708;p62"/>
          <p:cNvSpPr txBox="1"/>
          <p:nvPr/>
        </p:nvSpPr>
        <p:spPr>
          <a:xfrm>
            <a:off x="3856602" y="3180548"/>
            <a:ext cx="434780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Lorem ipsum dolor sit amet consectetur adipiscing elit.</a:t>
            </a:r>
            <a:endParaRPr/>
          </a:p>
        </p:txBody>
      </p:sp>
      <p:sp>
        <p:nvSpPr>
          <p:cNvPr id="3709" name="Google Shape;3709;p62"/>
          <p:cNvSpPr txBox="1"/>
          <p:nvPr/>
        </p:nvSpPr>
        <p:spPr>
          <a:xfrm>
            <a:off x="3073186" y="4073992"/>
            <a:ext cx="48251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Lorem ipsum dolor sit amet consectetur adipiscing elit.</a:t>
            </a:r>
            <a:endParaRPr/>
          </a:p>
        </p:txBody>
      </p:sp>
      <p:sp>
        <p:nvSpPr>
          <p:cNvPr id="3710" name="Google Shape;3710;p62"/>
          <p:cNvSpPr/>
          <p:nvPr/>
        </p:nvSpPr>
        <p:spPr>
          <a:xfrm>
            <a:off x="1800958" y="648250"/>
            <a:ext cx="1844086" cy="3688170"/>
          </a:xfrm>
          <a:custGeom>
            <a:rect b="b" l="l" r="r" t="t"/>
            <a:pathLst>
              <a:path extrusionOk="0" h="15108026" w="7554013">
                <a:moveTo>
                  <a:pt x="0" y="0"/>
                </a:moveTo>
                <a:cubicBezTo>
                  <a:pt x="4171966" y="0"/>
                  <a:pt x="7554013" y="3382047"/>
                  <a:pt x="7554013" y="7554013"/>
                </a:cubicBezTo>
                <a:cubicBezTo>
                  <a:pt x="7554013" y="11725979"/>
                  <a:pt x="4171966" y="15108026"/>
                  <a:pt x="0" y="15108026"/>
                </a:cubicBez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
              <a:solidFill>
                <a:schemeClr val="dk1"/>
              </a:solidFill>
              <a:latin typeface="Calibri"/>
              <a:ea typeface="Calibri"/>
              <a:cs typeface="Calibri"/>
              <a:sym typeface="Calibri"/>
            </a:endParaRPr>
          </a:p>
        </p:txBody>
      </p:sp>
      <p:sp>
        <p:nvSpPr>
          <p:cNvPr id="3711" name="Google Shape;3711;p62"/>
          <p:cNvSpPr/>
          <p:nvPr/>
        </p:nvSpPr>
        <p:spPr>
          <a:xfrm>
            <a:off x="2301073" y="535087"/>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712" name="Google Shape;3712;p62"/>
          <p:cNvSpPr/>
          <p:nvPr/>
        </p:nvSpPr>
        <p:spPr>
          <a:xfrm>
            <a:off x="2367620" y="601634"/>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713" name="Google Shape;3713;p62"/>
          <p:cNvGrpSpPr/>
          <p:nvPr/>
        </p:nvGrpSpPr>
        <p:grpSpPr>
          <a:xfrm>
            <a:off x="2503080" y="741047"/>
            <a:ext cx="361814" cy="337341"/>
            <a:chOff x="22123307" y="-2368353"/>
            <a:chExt cx="1270882" cy="1184925"/>
          </a:xfrm>
        </p:grpSpPr>
        <p:sp>
          <p:nvSpPr>
            <p:cNvPr id="3714" name="Google Shape;3714;p62"/>
            <p:cNvSpPr/>
            <p:nvPr/>
          </p:nvSpPr>
          <p:spPr>
            <a:xfrm>
              <a:off x="22213358" y="-2066861"/>
              <a:ext cx="848369" cy="9451"/>
            </a:xfrm>
            <a:custGeom>
              <a:rect b="b" l="l" r="r" t="t"/>
              <a:pathLst>
                <a:path extrusionOk="0" h="9451" w="848369">
                  <a:moveTo>
                    <a:pt x="0" y="0"/>
                  </a:moveTo>
                  <a:lnTo>
                    <a:pt x="84836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15" name="Google Shape;3715;p62"/>
            <p:cNvSpPr/>
            <p:nvPr/>
          </p:nvSpPr>
          <p:spPr>
            <a:xfrm>
              <a:off x="22123307" y="-2275732"/>
              <a:ext cx="633196" cy="931884"/>
            </a:xfrm>
            <a:custGeom>
              <a:rect b="b" l="l" r="r" t="t"/>
              <a:pathLst>
                <a:path extrusionOk="0" h="931884" w="633196">
                  <a:moveTo>
                    <a:pt x="633196" y="931885"/>
                  </a:moveTo>
                  <a:lnTo>
                    <a:pt x="59718" y="931885"/>
                  </a:lnTo>
                  <a:cubicBezTo>
                    <a:pt x="26541" y="931885"/>
                    <a:pt x="0" y="905421"/>
                    <a:pt x="0" y="872342"/>
                  </a:cubicBezTo>
                  <a:lnTo>
                    <a:pt x="0" y="58597"/>
                  </a:lnTo>
                  <a:cubicBezTo>
                    <a:pt x="0" y="25518"/>
                    <a:pt x="26541" y="0"/>
                    <a:pt x="59718" y="0"/>
                  </a:cubicBezTo>
                  <a:lnTo>
                    <a:pt x="222756"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16" name="Google Shape;3716;p62"/>
            <p:cNvSpPr/>
            <p:nvPr/>
          </p:nvSpPr>
          <p:spPr>
            <a:xfrm>
              <a:off x="22982104" y="-2276677"/>
              <a:ext cx="167802" cy="442314"/>
            </a:xfrm>
            <a:custGeom>
              <a:rect b="b" l="l" r="r" t="t"/>
              <a:pathLst>
                <a:path extrusionOk="0" h="442314" w="167802">
                  <a:moveTo>
                    <a:pt x="0" y="0"/>
                  </a:moveTo>
                  <a:lnTo>
                    <a:pt x="109008" y="0"/>
                  </a:lnTo>
                  <a:cubicBezTo>
                    <a:pt x="142185" y="0"/>
                    <a:pt x="168726" y="26463"/>
                    <a:pt x="167778" y="59542"/>
                  </a:cubicBezTo>
                  <a:lnTo>
                    <a:pt x="167778" y="442314"/>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17" name="Google Shape;3717;p62"/>
            <p:cNvSpPr/>
            <p:nvPr/>
          </p:nvSpPr>
          <p:spPr>
            <a:xfrm>
              <a:off x="22722379" y="-2276677"/>
              <a:ext cx="142184" cy="9451"/>
            </a:xfrm>
            <a:custGeom>
              <a:rect b="b" l="l" r="r" t="t"/>
              <a:pathLst>
                <a:path extrusionOk="0" h="9451" w="142184">
                  <a:moveTo>
                    <a:pt x="0" y="0"/>
                  </a:moveTo>
                  <a:lnTo>
                    <a:pt x="14218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18" name="Google Shape;3718;p62"/>
            <p:cNvSpPr/>
            <p:nvPr/>
          </p:nvSpPr>
          <p:spPr>
            <a:xfrm>
              <a:off x="22463603" y="-2276677"/>
              <a:ext cx="142184" cy="9451"/>
            </a:xfrm>
            <a:custGeom>
              <a:rect b="b" l="l" r="r" t="t"/>
              <a:pathLst>
                <a:path extrusionOk="0" h="9451" w="142184">
                  <a:moveTo>
                    <a:pt x="0" y="0"/>
                  </a:moveTo>
                  <a:lnTo>
                    <a:pt x="14218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19" name="Google Shape;3719;p62"/>
            <p:cNvSpPr/>
            <p:nvPr/>
          </p:nvSpPr>
          <p:spPr>
            <a:xfrm>
              <a:off x="22349855" y="-2368353"/>
              <a:ext cx="9478" cy="201309"/>
            </a:xfrm>
            <a:custGeom>
              <a:rect b="b" l="l" r="r" t="t"/>
              <a:pathLst>
                <a:path extrusionOk="0" h="201309" w="9478">
                  <a:moveTo>
                    <a:pt x="0" y="0"/>
                  </a:moveTo>
                  <a:lnTo>
                    <a:pt x="0" y="20131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0" name="Google Shape;3720;p62"/>
            <p:cNvSpPr/>
            <p:nvPr/>
          </p:nvSpPr>
          <p:spPr>
            <a:xfrm>
              <a:off x="22869304" y="-2368353"/>
              <a:ext cx="9478" cy="201309"/>
            </a:xfrm>
            <a:custGeom>
              <a:rect b="b" l="l" r="r" t="t"/>
              <a:pathLst>
                <a:path extrusionOk="0" h="201309" w="9478">
                  <a:moveTo>
                    <a:pt x="0" y="0"/>
                  </a:moveTo>
                  <a:lnTo>
                    <a:pt x="0" y="20131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1" name="Google Shape;3721;p62"/>
            <p:cNvSpPr/>
            <p:nvPr/>
          </p:nvSpPr>
          <p:spPr>
            <a:xfrm>
              <a:off x="22609579" y="-2368353"/>
              <a:ext cx="9478" cy="201309"/>
            </a:xfrm>
            <a:custGeom>
              <a:rect b="b" l="l" r="r" t="t"/>
              <a:pathLst>
                <a:path extrusionOk="0" h="201309" w="9478">
                  <a:moveTo>
                    <a:pt x="0" y="0"/>
                  </a:moveTo>
                  <a:lnTo>
                    <a:pt x="0" y="20131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2" name="Google Shape;3722;p62"/>
            <p:cNvSpPr/>
            <p:nvPr/>
          </p:nvSpPr>
          <p:spPr>
            <a:xfrm>
              <a:off x="22288242" y="-1799393"/>
              <a:ext cx="638883" cy="9451"/>
            </a:xfrm>
            <a:custGeom>
              <a:rect b="b" l="l" r="r" t="t"/>
              <a:pathLst>
                <a:path extrusionOk="0" h="9451" w="638883">
                  <a:moveTo>
                    <a:pt x="0" y="0"/>
                  </a:moveTo>
                  <a:lnTo>
                    <a:pt x="638884"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3" name="Google Shape;3723;p62"/>
            <p:cNvSpPr/>
            <p:nvPr/>
          </p:nvSpPr>
          <p:spPr>
            <a:xfrm>
              <a:off x="22288242" y="-1605644"/>
              <a:ext cx="480584" cy="9451"/>
            </a:xfrm>
            <a:custGeom>
              <a:rect b="b" l="l" r="r" t="t"/>
              <a:pathLst>
                <a:path extrusionOk="0" h="9451" w="480584">
                  <a:moveTo>
                    <a:pt x="0" y="0"/>
                  </a:moveTo>
                  <a:lnTo>
                    <a:pt x="480585"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4" name="Google Shape;3724;p62"/>
            <p:cNvSpPr/>
            <p:nvPr/>
          </p:nvSpPr>
          <p:spPr>
            <a:xfrm>
              <a:off x="22637068" y="-1952502"/>
              <a:ext cx="9478" cy="499966"/>
            </a:xfrm>
            <a:custGeom>
              <a:rect b="b" l="l" r="r" t="t"/>
              <a:pathLst>
                <a:path extrusionOk="0" h="499966" w="9478">
                  <a:moveTo>
                    <a:pt x="0" y="49996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5" name="Google Shape;3725;p62"/>
            <p:cNvSpPr/>
            <p:nvPr/>
          </p:nvSpPr>
          <p:spPr>
            <a:xfrm>
              <a:off x="22442749" y="-1952502"/>
              <a:ext cx="9478" cy="499966"/>
            </a:xfrm>
            <a:custGeom>
              <a:rect b="b" l="l" r="r" t="t"/>
              <a:pathLst>
                <a:path extrusionOk="0" h="499966" w="9478">
                  <a:moveTo>
                    <a:pt x="0" y="49996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6" name="Google Shape;3726;p62"/>
            <p:cNvSpPr/>
            <p:nvPr/>
          </p:nvSpPr>
          <p:spPr>
            <a:xfrm>
              <a:off x="22831388" y="-1952502"/>
              <a:ext cx="9478" cy="241004"/>
            </a:xfrm>
            <a:custGeom>
              <a:rect b="b" l="l" r="r" t="t"/>
              <a:pathLst>
                <a:path extrusionOk="0" h="241004" w="9478">
                  <a:moveTo>
                    <a:pt x="0" y="241005"/>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7" name="Google Shape;3727;p62"/>
            <p:cNvSpPr/>
            <p:nvPr/>
          </p:nvSpPr>
          <p:spPr>
            <a:xfrm>
              <a:off x="22964093" y="-1563114"/>
              <a:ext cx="285317" cy="221157"/>
            </a:xfrm>
            <a:custGeom>
              <a:rect b="b" l="l" r="r" t="t"/>
              <a:pathLst>
                <a:path extrusionOk="0" h="221157" w="285317">
                  <a:moveTo>
                    <a:pt x="0" y="82225"/>
                  </a:moveTo>
                  <a:lnTo>
                    <a:pt x="100477" y="221157"/>
                  </a:lnTo>
                  <a:lnTo>
                    <a:pt x="285318"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28" name="Google Shape;3728;p62"/>
            <p:cNvSpPr/>
            <p:nvPr/>
          </p:nvSpPr>
          <p:spPr>
            <a:xfrm>
              <a:off x="22831736" y="-1744327"/>
              <a:ext cx="562453" cy="560899"/>
            </a:xfrm>
            <a:custGeom>
              <a:rect b="b" l="l" r="r" t="t"/>
              <a:pathLst>
                <a:path extrusionOk="0" h="560899" w="562453">
                  <a:moveTo>
                    <a:pt x="147524" y="33775"/>
                  </a:moveTo>
                  <a:cubicBezTo>
                    <a:pt x="284022" y="-39945"/>
                    <a:pt x="454643" y="11092"/>
                    <a:pt x="528579" y="147189"/>
                  </a:cubicBezTo>
                  <a:cubicBezTo>
                    <a:pt x="602516" y="283285"/>
                    <a:pt x="551329" y="453406"/>
                    <a:pt x="414832" y="527125"/>
                  </a:cubicBezTo>
                  <a:cubicBezTo>
                    <a:pt x="278334" y="600844"/>
                    <a:pt x="107712" y="549808"/>
                    <a:pt x="33776" y="413711"/>
                  </a:cubicBezTo>
                  <a:cubicBezTo>
                    <a:pt x="-19306" y="316364"/>
                    <a:pt x="-8879" y="197280"/>
                    <a:pt x="58422" y="109384"/>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grpSp>
        <p:nvGrpSpPr>
          <p:cNvPr id="3729" name="Google Shape;3729;p62"/>
          <p:cNvGrpSpPr/>
          <p:nvPr/>
        </p:nvGrpSpPr>
        <p:grpSpPr>
          <a:xfrm>
            <a:off x="3006639" y="1138941"/>
            <a:ext cx="708462" cy="708462"/>
            <a:chOff x="17612113" y="3602349"/>
            <a:chExt cx="2488495" cy="2488494"/>
          </a:xfrm>
        </p:grpSpPr>
        <p:sp>
          <p:nvSpPr>
            <p:cNvPr id="3730" name="Google Shape;3730;p62"/>
            <p:cNvSpPr/>
            <p:nvPr/>
          </p:nvSpPr>
          <p:spPr>
            <a:xfrm>
              <a:off x="17612113" y="3602349"/>
              <a:ext cx="2488495" cy="2488494"/>
            </a:xfrm>
            <a:prstGeom prst="ellipse">
              <a:avLst/>
            </a:prstGeom>
            <a:solidFill>
              <a:srgbClr val="4E84C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731" name="Google Shape;3731;p62"/>
            <p:cNvSpPr/>
            <p:nvPr/>
          </p:nvSpPr>
          <p:spPr>
            <a:xfrm>
              <a:off x="17845862" y="3836098"/>
              <a:ext cx="2020997" cy="2020996"/>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732" name="Google Shape;3732;p62"/>
            <p:cNvSpPr/>
            <p:nvPr/>
          </p:nvSpPr>
          <p:spPr>
            <a:xfrm>
              <a:off x="18125448" y="4141258"/>
              <a:ext cx="1439952" cy="1439952"/>
            </a:xfrm>
            <a:prstGeom prst="rect">
              <a:avLst/>
            </a:prstGeom>
            <a:noFill/>
            <a:ln>
              <a:noFill/>
            </a:ln>
          </p:spPr>
        </p:sp>
      </p:grpSp>
      <p:sp>
        <p:nvSpPr>
          <p:cNvPr id="3733" name="Google Shape;3733;p62"/>
          <p:cNvSpPr/>
          <p:nvPr/>
        </p:nvSpPr>
        <p:spPr>
          <a:xfrm>
            <a:off x="3299772" y="2073141"/>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734" name="Google Shape;3734;p62"/>
          <p:cNvSpPr/>
          <p:nvPr/>
        </p:nvSpPr>
        <p:spPr>
          <a:xfrm>
            <a:off x="3366319" y="2139688"/>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735" name="Google Shape;3735;p62"/>
          <p:cNvGrpSpPr/>
          <p:nvPr/>
        </p:nvGrpSpPr>
        <p:grpSpPr>
          <a:xfrm>
            <a:off x="3496341" y="2284968"/>
            <a:ext cx="322632" cy="273508"/>
            <a:chOff x="35901930" y="-2632963"/>
            <a:chExt cx="1133253" cy="960707"/>
          </a:xfrm>
        </p:grpSpPr>
        <p:sp>
          <p:nvSpPr>
            <p:cNvPr id="3736" name="Google Shape;3736;p62"/>
            <p:cNvSpPr/>
            <p:nvPr/>
          </p:nvSpPr>
          <p:spPr>
            <a:xfrm>
              <a:off x="36032069" y="-1968514"/>
              <a:ext cx="9499" cy="186462"/>
            </a:xfrm>
            <a:custGeom>
              <a:rect b="b" l="l" r="r" t="t"/>
              <a:pathLst>
                <a:path extrusionOk="0" h="186462" w="9499">
                  <a:moveTo>
                    <a:pt x="0" y="186462"/>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37" name="Google Shape;3737;p62"/>
            <p:cNvSpPr/>
            <p:nvPr/>
          </p:nvSpPr>
          <p:spPr>
            <a:xfrm>
              <a:off x="36161258" y="-1994069"/>
              <a:ext cx="9499" cy="212018"/>
            </a:xfrm>
            <a:custGeom>
              <a:rect b="b" l="l" r="r" t="t"/>
              <a:pathLst>
                <a:path extrusionOk="0" h="212018" w="9499">
                  <a:moveTo>
                    <a:pt x="0" y="21201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38" name="Google Shape;3738;p62"/>
            <p:cNvSpPr/>
            <p:nvPr/>
          </p:nvSpPr>
          <p:spPr>
            <a:xfrm>
              <a:off x="36290447" y="-2029090"/>
              <a:ext cx="9499" cy="247038"/>
            </a:xfrm>
            <a:custGeom>
              <a:rect b="b" l="l" r="r" t="t"/>
              <a:pathLst>
                <a:path extrusionOk="0" h="247038" w="9499">
                  <a:moveTo>
                    <a:pt x="0" y="247039"/>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39" name="Google Shape;3739;p62"/>
            <p:cNvSpPr/>
            <p:nvPr/>
          </p:nvSpPr>
          <p:spPr>
            <a:xfrm>
              <a:off x="36419636" y="-2054646"/>
              <a:ext cx="9499" cy="272594"/>
            </a:xfrm>
            <a:custGeom>
              <a:rect b="b" l="l" r="r" t="t"/>
              <a:pathLst>
                <a:path extrusionOk="0" h="272594" w="9499">
                  <a:moveTo>
                    <a:pt x="0" y="272595"/>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0" name="Google Shape;3740;p62"/>
            <p:cNvSpPr/>
            <p:nvPr/>
          </p:nvSpPr>
          <p:spPr>
            <a:xfrm>
              <a:off x="36548825" y="-2116169"/>
              <a:ext cx="9499" cy="334117"/>
            </a:xfrm>
            <a:custGeom>
              <a:rect b="b" l="l" r="r" t="t"/>
              <a:pathLst>
                <a:path extrusionOk="0" h="334117" w="9499">
                  <a:moveTo>
                    <a:pt x="0" y="33411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1" name="Google Shape;3741;p62"/>
            <p:cNvSpPr/>
            <p:nvPr/>
          </p:nvSpPr>
          <p:spPr>
            <a:xfrm>
              <a:off x="36678013" y="-2207034"/>
              <a:ext cx="9499" cy="424982"/>
            </a:xfrm>
            <a:custGeom>
              <a:rect b="b" l="l" r="r" t="t"/>
              <a:pathLst>
                <a:path extrusionOk="0" h="424982" w="9499">
                  <a:moveTo>
                    <a:pt x="0" y="424983"/>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2" name="Google Shape;3742;p62"/>
            <p:cNvSpPr/>
            <p:nvPr/>
          </p:nvSpPr>
          <p:spPr>
            <a:xfrm>
              <a:off x="36807202" y="-2276129"/>
              <a:ext cx="9499" cy="494077"/>
            </a:xfrm>
            <a:custGeom>
              <a:rect b="b" l="l" r="r" t="t"/>
              <a:pathLst>
                <a:path extrusionOk="0" h="494077" w="9499">
                  <a:moveTo>
                    <a:pt x="0" y="494078"/>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3" name="Google Shape;3743;p62"/>
            <p:cNvSpPr/>
            <p:nvPr/>
          </p:nvSpPr>
          <p:spPr>
            <a:xfrm>
              <a:off x="35994072" y="-2546831"/>
              <a:ext cx="945169" cy="494077"/>
            </a:xfrm>
            <a:custGeom>
              <a:rect b="b" l="l" r="r" t="t"/>
              <a:pathLst>
                <a:path extrusionOk="0" h="494077" w="945169">
                  <a:moveTo>
                    <a:pt x="0" y="494078"/>
                  </a:moveTo>
                  <a:cubicBezTo>
                    <a:pt x="0" y="494078"/>
                    <a:pt x="275476" y="482720"/>
                    <a:pt x="554753" y="314241"/>
                  </a:cubicBezTo>
                  <a:cubicBezTo>
                    <a:pt x="730487" y="209179"/>
                    <a:pt x="945169" y="0"/>
                    <a:pt x="945169"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4" name="Google Shape;3744;p62"/>
            <p:cNvSpPr/>
            <p:nvPr/>
          </p:nvSpPr>
          <p:spPr>
            <a:xfrm>
              <a:off x="36773955" y="-2546831"/>
              <a:ext cx="165285" cy="163746"/>
            </a:xfrm>
            <a:custGeom>
              <a:rect b="b" l="l" r="r" t="t"/>
              <a:pathLst>
                <a:path extrusionOk="0" h="163746" w="165285">
                  <a:moveTo>
                    <a:pt x="138688" y="163746"/>
                  </a:moveTo>
                  <a:lnTo>
                    <a:pt x="165286" y="0"/>
                  </a:ln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5" name="Google Shape;3745;p62"/>
            <p:cNvSpPr/>
            <p:nvPr/>
          </p:nvSpPr>
          <p:spPr>
            <a:xfrm>
              <a:off x="35901930" y="-2632963"/>
              <a:ext cx="1133253" cy="960707"/>
            </a:xfrm>
            <a:custGeom>
              <a:rect b="b" l="l" r="r" t="t"/>
              <a:pathLst>
                <a:path extrusionOk="0" h="960707" w="1133253">
                  <a:moveTo>
                    <a:pt x="1133253" y="960707"/>
                  </a:moveTo>
                  <a:lnTo>
                    <a:pt x="0" y="960707"/>
                  </a:ln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46" name="Google Shape;3746;p62"/>
            <p:cNvSpPr/>
            <p:nvPr/>
          </p:nvSpPr>
          <p:spPr>
            <a:xfrm>
              <a:off x="36920243" y="-2312097"/>
              <a:ext cx="9499" cy="530045"/>
            </a:xfrm>
            <a:custGeom>
              <a:rect b="b" l="l" r="r" t="t"/>
              <a:pathLst>
                <a:path extrusionOk="0" h="530045" w="9499">
                  <a:moveTo>
                    <a:pt x="0" y="530045"/>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747" name="Google Shape;3747;p62"/>
          <p:cNvSpPr/>
          <p:nvPr/>
        </p:nvSpPr>
        <p:spPr>
          <a:xfrm>
            <a:off x="3028353" y="3021070"/>
            <a:ext cx="708462" cy="708462"/>
          </a:xfrm>
          <a:prstGeom prst="ellipse">
            <a:avLst/>
          </a:prstGeom>
          <a:solidFill>
            <a:srgbClr val="4E84C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748" name="Google Shape;3748;p62"/>
          <p:cNvSpPr/>
          <p:nvPr/>
        </p:nvSpPr>
        <p:spPr>
          <a:xfrm>
            <a:off x="3094900" y="3087618"/>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749" name="Google Shape;3749;p62"/>
          <p:cNvGrpSpPr/>
          <p:nvPr/>
        </p:nvGrpSpPr>
        <p:grpSpPr>
          <a:xfrm>
            <a:off x="3218553" y="3165348"/>
            <a:ext cx="328062" cy="373855"/>
            <a:chOff x="15439041" y="-3030308"/>
            <a:chExt cx="1483113" cy="1690136"/>
          </a:xfrm>
        </p:grpSpPr>
        <p:sp>
          <p:nvSpPr>
            <p:cNvPr id="3750" name="Google Shape;3750;p62"/>
            <p:cNvSpPr/>
            <p:nvPr/>
          </p:nvSpPr>
          <p:spPr>
            <a:xfrm>
              <a:off x="15894710" y="-1568785"/>
              <a:ext cx="580531" cy="228613"/>
            </a:xfrm>
            <a:custGeom>
              <a:rect b="b" l="l" r="r" t="t"/>
              <a:pathLst>
                <a:path extrusionOk="0" h="228613" w="580531">
                  <a:moveTo>
                    <a:pt x="0" y="228614"/>
                  </a:moveTo>
                  <a:lnTo>
                    <a:pt x="0" y="141654"/>
                  </a:lnTo>
                  <a:cubicBezTo>
                    <a:pt x="0" y="37902"/>
                    <a:pt x="74366" y="0"/>
                    <a:pt x="171041" y="0"/>
                  </a:cubicBezTo>
                  <a:lnTo>
                    <a:pt x="290266" y="130380"/>
                  </a:lnTo>
                  <a:lnTo>
                    <a:pt x="401094" y="0"/>
                  </a:lnTo>
                  <a:cubicBezTo>
                    <a:pt x="497890" y="0"/>
                    <a:pt x="580531" y="37902"/>
                    <a:pt x="580531" y="141654"/>
                  </a:cubicBezTo>
                  <a:lnTo>
                    <a:pt x="580531" y="228614"/>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1" name="Google Shape;3751;p62"/>
            <p:cNvSpPr/>
            <p:nvPr/>
          </p:nvSpPr>
          <p:spPr>
            <a:xfrm>
              <a:off x="16050398" y="-2003343"/>
              <a:ext cx="269155" cy="319651"/>
            </a:xfrm>
            <a:custGeom>
              <a:rect b="b" l="l" r="r" t="t"/>
              <a:pathLst>
                <a:path extrusionOk="0" h="319651" w="269155">
                  <a:moveTo>
                    <a:pt x="269155" y="185074"/>
                  </a:moveTo>
                  <a:cubicBezTo>
                    <a:pt x="269155" y="259440"/>
                    <a:pt x="208823" y="319652"/>
                    <a:pt x="134578" y="319652"/>
                  </a:cubicBezTo>
                  <a:cubicBezTo>
                    <a:pt x="60332" y="319652"/>
                    <a:pt x="0" y="259320"/>
                    <a:pt x="0" y="185074"/>
                  </a:cubicBezTo>
                  <a:lnTo>
                    <a:pt x="0" y="134578"/>
                  </a:lnTo>
                  <a:cubicBezTo>
                    <a:pt x="0" y="60212"/>
                    <a:pt x="60332" y="0"/>
                    <a:pt x="134578" y="0"/>
                  </a:cubicBezTo>
                  <a:cubicBezTo>
                    <a:pt x="208823" y="0"/>
                    <a:pt x="269155" y="60332"/>
                    <a:pt x="269155" y="134578"/>
                  </a:cubicBezTo>
                  <a:lnTo>
                    <a:pt x="269155" y="134578"/>
                  </a:lnTo>
                  <a:lnTo>
                    <a:pt x="269155" y="185074"/>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2" name="Google Shape;3752;p62"/>
            <p:cNvSpPr/>
            <p:nvPr/>
          </p:nvSpPr>
          <p:spPr>
            <a:xfrm>
              <a:off x="15439041" y="-1512550"/>
              <a:ext cx="379384" cy="172378"/>
            </a:xfrm>
            <a:custGeom>
              <a:rect b="b" l="l" r="r" t="t"/>
              <a:pathLst>
                <a:path extrusionOk="0" h="172378" w="379384">
                  <a:moveTo>
                    <a:pt x="0" y="172379"/>
                  </a:moveTo>
                  <a:lnTo>
                    <a:pt x="0" y="106889"/>
                  </a:lnTo>
                  <a:cubicBezTo>
                    <a:pt x="0" y="28685"/>
                    <a:pt x="56014" y="139"/>
                    <a:pt x="128940" y="139"/>
                  </a:cubicBezTo>
                  <a:lnTo>
                    <a:pt x="218779" y="98373"/>
                  </a:lnTo>
                  <a:lnTo>
                    <a:pt x="302260" y="139"/>
                  </a:lnTo>
                  <a:cubicBezTo>
                    <a:pt x="328648" y="-941"/>
                    <a:pt x="355036" y="4337"/>
                    <a:pt x="379384" y="13932"/>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3" name="Google Shape;3753;p62"/>
            <p:cNvSpPr/>
            <p:nvPr/>
          </p:nvSpPr>
          <p:spPr>
            <a:xfrm>
              <a:off x="15556227" y="-1839979"/>
              <a:ext cx="202945" cy="240968"/>
            </a:xfrm>
            <a:custGeom>
              <a:rect b="b" l="l" r="r" t="t"/>
              <a:pathLst>
                <a:path extrusionOk="0" h="240968" w="202945">
                  <a:moveTo>
                    <a:pt x="202946" y="139495"/>
                  </a:moveTo>
                  <a:cubicBezTo>
                    <a:pt x="202946" y="195509"/>
                    <a:pt x="157487" y="240968"/>
                    <a:pt x="101473" y="240968"/>
                  </a:cubicBezTo>
                  <a:cubicBezTo>
                    <a:pt x="45459" y="240968"/>
                    <a:pt x="0" y="195509"/>
                    <a:pt x="0" y="139495"/>
                  </a:cubicBezTo>
                  <a:lnTo>
                    <a:pt x="0" y="101473"/>
                  </a:lnTo>
                  <a:cubicBezTo>
                    <a:pt x="0" y="45459"/>
                    <a:pt x="45459" y="0"/>
                    <a:pt x="101473" y="0"/>
                  </a:cubicBezTo>
                  <a:cubicBezTo>
                    <a:pt x="157487" y="0"/>
                    <a:pt x="202946" y="45459"/>
                    <a:pt x="202946" y="101473"/>
                  </a:cubicBezTo>
                  <a:lnTo>
                    <a:pt x="202946" y="101473"/>
                  </a:lnTo>
                  <a:lnTo>
                    <a:pt x="202946" y="139495"/>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4" name="Google Shape;3754;p62"/>
            <p:cNvSpPr/>
            <p:nvPr/>
          </p:nvSpPr>
          <p:spPr>
            <a:xfrm>
              <a:off x="16542770" y="-1512550"/>
              <a:ext cx="379384" cy="172378"/>
            </a:xfrm>
            <a:custGeom>
              <a:rect b="b" l="l" r="r" t="t"/>
              <a:pathLst>
                <a:path extrusionOk="0" h="172378" w="379384">
                  <a:moveTo>
                    <a:pt x="379384" y="172379"/>
                  </a:moveTo>
                  <a:lnTo>
                    <a:pt x="379384" y="106889"/>
                  </a:lnTo>
                  <a:cubicBezTo>
                    <a:pt x="379384" y="28685"/>
                    <a:pt x="322291" y="139"/>
                    <a:pt x="250444" y="139"/>
                  </a:cubicBezTo>
                  <a:lnTo>
                    <a:pt x="160606" y="98373"/>
                  </a:lnTo>
                  <a:lnTo>
                    <a:pt x="77124" y="139"/>
                  </a:lnTo>
                  <a:cubicBezTo>
                    <a:pt x="50737" y="-941"/>
                    <a:pt x="24349" y="4337"/>
                    <a:pt x="0" y="13932"/>
                  </a:cubicBez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5" name="Google Shape;3755;p62"/>
            <p:cNvSpPr/>
            <p:nvPr/>
          </p:nvSpPr>
          <p:spPr>
            <a:xfrm>
              <a:off x="16601947" y="-1843173"/>
              <a:ext cx="202977" cy="247356"/>
            </a:xfrm>
            <a:custGeom>
              <a:rect b="b" l="l" r="r" t="t"/>
              <a:pathLst>
                <a:path extrusionOk="0" h="247356" w="202977">
                  <a:moveTo>
                    <a:pt x="76" y="142690"/>
                  </a:moveTo>
                  <a:cubicBezTo>
                    <a:pt x="-2083" y="198704"/>
                    <a:pt x="42296" y="245242"/>
                    <a:pt x="98310" y="247281"/>
                  </a:cubicBezTo>
                  <a:cubicBezTo>
                    <a:pt x="154324" y="249440"/>
                    <a:pt x="200863" y="205061"/>
                    <a:pt x="202902" y="149047"/>
                  </a:cubicBezTo>
                  <a:lnTo>
                    <a:pt x="202902" y="104667"/>
                  </a:lnTo>
                  <a:cubicBezTo>
                    <a:pt x="205061" y="48653"/>
                    <a:pt x="160681" y="2115"/>
                    <a:pt x="104667" y="76"/>
                  </a:cubicBezTo>
                  <a:cubicBezTo>
                    <a:pt x="48653" y="-2083"/>
                    <a:pt x="2115" y="42296"/>
                    <a:pt x="76" y="98310"/>
                  </a:cubicBezTo>
                  <a:lnTo>
                    <a:pt x="76" y="14269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6" name="Google Shape;3756;p62"/>
            <p:cNvSpPr/>
            <p:nvPr/>
          </p:nvSpPr>
          <p:spPr>
            <a:xfrm>
              <a:off x="15890512" y="-2701900"/>
              <a:ext cx="589647" cy="560860"/>
            </a:xfrm>
            <a:custGeom>
              <a:rect b="b" l="l" r="r" t="t"/>
              <a:pathLst>
                <a:path extrusionOk="0" h="560860" w="589647">
                  <a:moveTo>
                    <a:pt x="294824" y="0"/>
                  </a:moveTo>
                  <a:lnTo>
                    <a:pt x="364391" y="214221"/>
                  </a:lnTo>
                  <a:lnTo>
                    <a:pt x="589647" y="214221"/>
                  </a:lnTo>
                  <a:lnTo>
                    <a:pt x="407451" y="346639"/>
                  </a:lnTo>
                  <a:lnTo>
                    <a:pt x="477019" y="560860"/>
                  </a:lnTo>
                  <a:lnTo>
                    <a:pt x="294824" y="428442"/>
                  </a:lnTo>
                  <a:lnTo>
                    <a:pt x="112628" y="560860"/>
                  </a:lnTo>
                  <a:lnTo>
                    <a:pt x="182196" y="346639"/>
                  </a:lnTo>
                  <a:lnTo>
                    <a:pt x="0" y="214221"/>
                  </a:lnTo>
                  <a:lnTo>
                    <a:pt x="225256" y="214221"/>
                  </a:lnTo>
                  <a:lnTo>
                    <a:pt x="294824" y="0"/>
                  </a:lnTo>
                  <a:close/>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7" name="Google Shape;3757;p62"/>
            <p:cNvSpPr/>
            <p:nvPr/>
          </p:nvSpPr>
          <p:spPr>
            <a:xfrm>
              <a:off x="16194451" y="-3030308"/>
              <a:ext cx="1199" cy="183395"/>
            </a:xfrm>
            <a:custGeom>
              <a:rect b="b" l="l" r="r" t="t"/>
              <a:pathLst>
                <a:path extrusionOk="0" h="183395" w="1199">
                  <a:moveTo>
                    <a:pt x="0" y="183395"/>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8" name="Google Shape;3758;p62"/>
            <p:cNvSpPr/>
            <p:nvPr/>
          </p:nvSpPr>
          <p:spPr>
            <a:xfrm>
              <a:off x="16356616" y="-2975253"/>
              <a:ext cx="103631" cy="151249"/>
            </a:xfrm>
            <a:custGeom>
              <a:rect b="b" l="l" r="r" t="t"/>
              <a:pathLst>
                <a:path extrusionOk="0" h="151249" w="103631">
                  <a:moveTo>
                    <a:pt x="0" y="151250"/>
                  </a:moveTo>
                  <a:lnTo>
                    <a:pt x="103632"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59" name="Google Shape;3759;p62"/>
            <p:cNvSpPr/>
            <p:nvPr/>
          </p:nvSpPr>
          <p:spPr>
            <a:xfrm>
              <a:off x="15903826" y="-2960140"/>
              <a:ext cx="122223" cy="136736"/>
            </a:xfrm>
            <a:custGeom>
              <a:rect b="b" l="l" r="r" t="t"/>
              <a:pathLst>
                <a:path extrusionOk="0" h="136736" w="122223">
                  <a:moveTo>
                    <a:pt x="122223" y="136737"/>
                  </a:move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760" name="Google Shape;3760;p62"/>
          <p:cNvSpPr/>
          <p:nvPr/>
        </p:nvSpPr>
        <p:spPr>
          <a:xfrm>
            <a:off x="2301073" y="3697507"/>
            <a:ext cx="708462" cy="708462"/>
          </a:xfrm>
          <a:prstGeom prst="ellipse">
            <a:avLst/>
          </a:prstGeom>
          <a:solidFill>
            <a:srgbClr val="FBB034"/>
          </a:solidFill>
          <a:ln>
            <a:noFill/>
          </a:ln>
        </p:spPr>
        <p:txBody>
          <a:bodyPr anchorCtr="0" anchor="ctr" bIns="9175" lIns="18350" spcFirstLastPara="1" rIns="18350" wrap="square" tIns="9175">
            <a:noAutofit/>
          </a:bodyPr>
          <a:lstStyle/>
          <a:p>
            <a:pPr indent="0" lvl="0" marL="0" marR="0" rtl="0" algn="ctr">
              <a:spcBef>
                <a:spcPts val="0"/>
              </a:spcBef>
              <a:spcAft>
                <a:spcPts val="0"/>
              </a:spcAft>
              <a:buNone/>
            </a:pPr>
            <a:r>
              <a:t/>
            </a:r>
            <a:endParaRPr b="1" sz="300">
              <a:solidFill>
                <a:schemeClr val="dk1"/>
              </a:solidFill>
              <a:latin typeface="Calibri"/>
              <a:ea typeface="Calibri"/>
              <a:cs typeface="Calibri"/>
              <a:sym typeface="Calibri"/>
            </a:endParaRPr>
          </a:p>
        </p:txBody>
      </p:sp>
      <p:sp>
        <p:nvSpPr>
          <p:cNvPr id="3761" name="Google Shape;3761;p62"/>
          <p:cNvSpPr/>
          <p:nvPr/>
        </p:nvSpPr>
        <p:spPr>
          <a:xfrm>
            <a:off x="2367620" y="3764055"/>
            <a:ext cx="575367" cy="575367"/>
          </a:xfrm>
          <a:custGeom>
            <a:rect b="b" l="l" r="r" t="t"/>
            <a:pathLst>
              <a:path extrusionOk="0" h="620394" w="620394">
                <a:moveTo>
                  <a:pt x="309956" y="0"/>
                </a:moveTo>
                <a:lnTo>
                  <a:pt x="264153" y="3360"/>
                </a:lnTo>
                <a:lnTo>
                  <a:pt x="220437" y="13123"/>
                </a:lnTo>
                <a:lnTo>
                  <a:pt x="179286" y="28808"/>
                </a:lnTo>
                <a:lnTo>
                  <a:pt x="141182" y="49936"/>
                </a:lnTo>
                <a:lnTo>
                  <a:pt x="106602" y="76027"/>
                </a:lnTo>
                <a:lnTo>
                  <a:pt x="76027" y="106602"/>
                </a:lnTo>
                <a:lnTo>
                  <a:pt x="49936" y="141182"/>
                </a:lnTo>
                <a:lnTo>
                  <a:pt x="28808" y="179286"/>
                </a:lnTo>
                <a:lnTo>
                  <a:pt x="13123" y="220437"/>
                </a:lnTo>
                <a:lnTo>
                  <a:pt x="3360" y="264153"/>
                </a:lnTo>
                <a:lnTo>
                  <a:pt x="0" y="309956"/>
                </a:lnTo>
                <a:lnTo>
                  <a:pt x="3360" y="355759"/>
                </a:lnTo>
                <a:lnTo>
                  <a:pt x="13123" y="399475"/>
                </a:lnTo>
                <a:lnTo>
                  <a:pt x="28808" y="440625"/>
                </a:lnTo>
                <a:lnTo>
                  <a:pt x="49936" y="478730"/>
                </a:lnTo>
                <a:lnTo>
                  <a:pt x="76027" y="513309"/>
                </a:lnTo>
                <a:lnTo>
                  <a:pt x="106602" y="543885"/>
                </a:lnTo>
                <a:lnTo>
                  <a:pt x="141182" y="569976"/>
                </a:lnTo>
                <a:lnTo>
                  <a:pt x="179286" y="591104"/>
                </a:lnTo>
                <a:lnTo>
                  <a:pt x="220437" y="606789"/>
                </a:lnTo>
                <a:lnTo>
                  <a:pt x="264153" y="616551"/>
                </a:lnTo>
                <a:lnTo>
                  <a:pt x="309956" y="619912"/>
                </a:lnTo>
                <a:lnTo>
                  <a:pt x="355759" y="616551"/>
                </a:lnTo>
                <a:lnTo>
                  <a:pt x="399475" y="606789"/>
                </a:lnTo>
                <a:lnTo>
                  <a:pt x="440625" y="591104"/>
                </a:lnTo>
                <a:lnTo>
                  <a:pt x="478730" y="569976"/>
                </a:lnTo>
                <a:lnTo>
                  <a:pt x="513309" y="543885"/>
                </a:lnTo>
                <a:lnTo>
                  <a:pt x="543885" y="513309"/>
                </a:lnTo>
                <a:lnTo>
                  <a:pt x="569976" y="478730"/>
                </a:lnTo>
                <a:lnTo>
                  <a:pt x="591104" y="440625"/>
                </a:lnTo>
                <a:lnTo>
                  <a:pt x="606789" y="399475"/>
                </a:lnTo>
                <a:lnTo>
                  <a:pt x="616551" y="355759"/>
                </a:lnTo>
                <a:lnTo>
                  <a:pt x="619912" y="309956"/>
                </a:lnTo>
                <a:lnTo>
                  <a:pt x="616551" y="264153"/>
                </a:lnTo>
                <a:lnTo>
                  <a:pt x="606789" y="220437"/>
                </a:lnTo>
                <a:lnTo>
                  <a:pt x="591104" y="179286"/>
                </a:lnTo>
                <a:lnTo>
                  <a:pt x="569976" y="141182"/>
                </a:lnTo>
                <a:lnTo>
                  <a:pt x="543885" y="106602"/>
                </a:lnTo>
                <a:lnTo>
                  <a:pt x="513309" y="76027"/>
                </a:lnTo>
                <a:lnTo>
                  <a:pt x="478730" y="49936"/>
                </a:lnTo>
                <a:lnTo>
                  <a:pt x="440625" y="28808"/>
                </a:lnTo>
                <a:lnTo>
                  <a:pt x="399475" y="13123"/>
                </a:lnTo>
                <a:lnTo>
                  <a:pt x="355759" y="3360"/>
                </a:lnTo>
                <a:lnTo>
                  <a:pt x="309956"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3762" name="Google Shape;3762;p62"/>
          <p:cNvGrpSpPr/>
          <p:nvPr/>
        </p:nvGrpSpPr>
        <p:grpSpPr>
          <a:xfrm>
            <a:off x="2495500" y="3829511"/>
            <a:ext cx="345726" cy="486095"/>
            <a:chOff x="16815335" y="-2668843"/>
            <a:chExt cx="969271" cy="1362808"/>
          </a:xfrm>
        </p:grpSpPr>
        <p:sp>
          <p:nvSpPr>
            <p:cNvPr id="3763" name="Google Shape;3763;p62"/>
            <p:cNvSpPr/>
            <p:nvPr/>
          </p:nvSpPr>
          <p:spPr>
            <a:xfrm>
              <a:off x="17235962" y="-2068198"/>
              <a:ext cx="122621" cy="94951"/>
            </a:xfrm>
            <a:custGeom>
              <a:rect b="b" l="l" r="r" t="t"/>
              <a:pathLst>
                <a:path extrusionOk="0" h="78203" w="100993">
                  <a:moveTo>
                    <a:pt x="0" y="28787"/>
                  </a:moveTo>
                  <a:lnTo>
                    <a:pt x="35384" y="78204"/>
                  </a:lnTo>
                  <a:lnTo>
                    <a:pt x="100993"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4" name="Google Shape;3764;p62"/>
            <p:cNvSpPr/>
            <p:nvPr/>
          </p:nvSpPr>
          <p:spPr>
            <a:xfrm>
              <a:off x="17058437" y="-2267130"/>
              <a:ext cx="481747" cy="482038"/>
            </a:xfrm>
            <a:custGeom>
              <a:rect b="b" l="l" r="r" t="t"/>
              <a:pathLst>
                <a:path extrusionOk="0" h="397015" w="396775">
                  <a:moveTo>
                    <a:pt x="69568" y="122343"/>
                  </a:moveTo>
                  <a:cubicBezTo>
                    <a:pt x="62251" y="134578"/>
                    <a:pt x="56974" y="147532"/>
                    <a:pt x="53375" y="161085"/>
                  </a:cubicBezTo>
                  <a:lnTo>
                    <a:pt x="0" y="170321"/>
                  </a:lnTo>
                  <a:lnTo>
                    <a:pt x="0" y="226935"/>
                  </a:lnTo>
                  <a:lnTo>
                    <a:pt x="53375" y="235931"/>
                  </a:lnTo>
                  <a:cubicBezTo>
                    <a:pt x="56974" y="249844"/>
                    <a:pt x="62371" y="262798"/>
                    <a:pt x="69568" y="275033"/>
                  </a:cubicBezTo>
                  <a:lnTo>
                    <a:pt x="38142" y="318812"/>
                  </a:lnTo>
                  <a:lnTo>
                    <a:pt x="78204" y="358874"/>
                  </a:lnTo>
                  <a:lnTo>
                    <a:pt x="121983" y="327448"/>
                  </a:lnTo>
                  <a:cubicBezTo>
                    <a:pt x="134218" y="334765"/>
                    <a:pt x="147532" y="340042"/>
                    <a:pt x="161085" y="343641"/>
                  </a:cubicBezTo>
                  <a:lnTo>
                    <a:pt x="170081" y="397016"/>
                  </a:lnTo>
                  <a:lnTo>
                    <a:pt x="226695" y="397016"/>
                  </a:lnTo>
                  <a:lnTo>
                    <a:pt x="235691" y="343641"/>
                  </a:lnTo>
                  <a:cubicBezTo>
                    <a:pt x="249604" y="340042"/>
                    <a:pt x="262558" y="334645"/>
                    <a:pt x="274793" y="327448"/>
                  </a:cubicBezTo>
                  <a:lnTo>
                    <a:pt x="318572" y="358874"/>
                  </a:lnTo>
                  <a:lnTo>
                    <a:pt x="358634" y="318812"/>
                  </a:lnTo>
                  <a:lnTo>
                    <a:pt x="327208" y="275033"/>
                  </a:lnTo>
                  <a:cubicBezTo>
                    <a:pt x="334525" y="262798"/>
                    <a:pt x="340162" y="249484"/>
                    <a:pt x="343401" y="235571"/>
                  </a:cubicBezTo>
                  <a:lnTo>
                    <a:pt x="396776" y="226935"/>
                  </a:lnTo>
                  <a:lnTo>
                    <a:pt x="396776" y="170321"/>
                  </a:lnTo>
                  <a:lnTo>
                    <a:pt x="343401" y="161685"/>
                  </a:lnTo>
                  <a:cubicBezTo>
                    <a:pt x="340043" y="147772"/>
                    <a:pt x="334405" y="134818"/>
                    <a:pt x="327448" y="122583"/>
                  </a:cubicBezTo>
                  <a:lnTo>
                    <a:pt x="358634" y="78564"/>
                  </a:lnTo>
                  <a:lnTo>
                    <a:pt x="319172" y="38142"/>
                  </a:lnTo>
                  <a:lnTo>
                    <a:pt x="275152" y="69568"/>
                  </a:lnTo>
                  <a:cubicBezTo>
                    <a:pt x="262918" y="62251"/>
                    <a:pt x="249604" y="56974"/>
                    <a:pt x="236050" y="53375"/>
                  </a:cubicBezTo>
                  <a:lnTo>
                    <a:pt x="227055" y="0"/>
                  </a:lnTo>
                  <a:lnTo>
                    <a:pt x="170441" y="0"/>
                  </a:lnTo>
                  <a:lnTo>
                    <a:pt x="166843" y="2386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5" name="Google Shape;3765;p62"/>
            <p:cNvSpPr/>
            <p:nvPr/>
          </p:nvSpPr>
          <p:spPr>
            <a:xfrm>
              <a:off x="17104747" y="-2220674"/>
              <a:ext cx="149999" cy="71504"/>
            </a:xfrm>
            <a:custGeom>
              <a:rect b="b" l="l" r="r" t="t"/>
              <a:pathLst>
                <a:path extrusionOk="0" h="58892" w="123542">
                  <a:moveTo>
                    <a:pt x="123543" y="15233"/>
                  </a:moveTo>
                  <a:cubicBezTo>
                    <a:pt x="109629" y="18831"/>
                    <a:pt x="96675" y="24229"/>
                    <a:pt x="84441" y="31425"/>
                  </a:cubicBezTo>
                  <a:lnTo>
                    <a:pt x="40422" y="0"/>
                  </a:lnTo>
                  <a:lnTo>
                    <a:pt x="0" y="40061"/>
                  </a:lnTo>
                  <a:lnTo>
                    <a:pt x="13554" y="58893"/>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6" name="Google Shape;3766;p62"/>
            <p:cNvSpPr/>
            <p:nvPr/>
          </p:nvSpPr>
          <p:spPr>
            <a:xfrm>
              <a:off x="17179254" y="-2146796"/>
              <a:ext cx="241470" cy="241515"/>
            </a:xfrm>
            <a:custGeom>
              <a:rect b="b" l="l" r="r" t="t"/>
              <a:pathLst>
                <a:path extrusionOk="0" h="198916" w="198879">
                  <a:moveTo>
                    <a:pt x="51983" y="11959"/>
                  </a:moveTo>
                  <a:cubicBezTo>
                    <a:pt x="100321" y="-14189"/>
                    <a:pt x="160653" y="4043"/>
                    <a:pt x="186921" y="52020"/>
                  </a:cubicBezTo>
                  <a:cubicBezTo>
                    <a:pt x="213069" y="100118"/>
                    <a:pt x="194837" y="160690"/>
                    <a:pt x="146859" y="186958"/>
                  </a:cubicBezTo>
                  <a:cubicBezTo>
                    <a:pt x="98761" y="213106"/>
                    <a:pt x="38189" y="194874"/>
                    <a:pt x="11922" y="146896"/>
                  </a:cubicBezTo>
                  <a:cubicBezTo>
                    <a:pt x="-6670" y="112472"/>
                    <a:pt x="-3311" y="70012"/>
                    <a:pt x="20558" y="39186"/>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7" name="Google Shape;3767;p62"/>
            <p:cNvSpPr/>
            <p:nvPr/>
          </p:nvSpPr>
          <p:spPr>
            <a:xfrm>
              <a:off x="17299311" y="-2668843"/>
              <a:ext cx="1199" cy="101233"/>
            </a:xfrm>
            <a:custGeom>
              <a:rect b="b" l="l" r="r" t="t"/>
              <a:pathLst>
                <a:path extrusionOk="0" h="101233" w="1199">
                  <a:moveTo>
                    <a:pt x="0" y="101233"/>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8" name="Google Shape;3768;p62"/>
            <p:cNvSpPr/>
            <p:nvPr/>
          </p:nvSpPr>
          <p:spPr>
            <a:xfrm>
              <a:off x="16937989" y="-2402206"/>
              <a:ext cx="722763" cy="820060"/>
            </a:xfrm>
            <a:custGeom>
              <a:rect b="b" l="l" r="r" t="t"/>
              <a:pathLst>
                <a:path extrusionOk="0" h="820060" w="722763">
                  <a:moveTo>
                    <a:pt x="361322" y="0"/>
                  </a:moveTo>
                  <a:cubicBezTo>
                    <a:pt x="161374" y="0"/>
                    <a:pt x="49" y="165283"/>
                    <a:pt x="49" y="369309"/>
                  </a:cubicBezTo>
                  <a:cubicBezTo>
                    <a:pt x="-1270" y="446673"/>
                    <a:pt x="24038" y="522598"/>
                    <a:pt x="72016" y="584009"/>
                  </a:cubicBezTo>
                  <a:cubicBezTo>
                    <a:pt x="131988" y="655976"/>
                    <a:pt x="205394" y="689321"/>
                    <a:pt x="228064" y="820060"/>
                  </a:cubicBezTo>
                  <a:lnTo>
                    <a:pt x="494700" y="820060"/>
                  </a:lnTo>
                  <a:cubicBezTo>
                    <a:pt x="516050" y="689441"/>
                    <a:pt x="590656" y="656096"/>
                    <a:pt x="650748" y="584009"/>
                  </a:cubicBezTo>
                  <a:cubicBezTo>
                    <a:pt x="698725" y="522718"/>
                    <a:pt x="724034" y="447993"/>
                    <a:pt x="722714" y="369309"/>
                  </a:cubicBezTo>
                  <a:cubicBezTo>
                    <a:pt x="724034" y="165283"/>
                    <a:pt x="561389" y="0"/>
                    <a:pt x="361442" y="0"/>
                  </a:cubicBez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69" name="Google Shape;3769;p62"/>
            <p:cNvSpPr/>
            <p:nvPr/>
          </p:nvSpPr>
          <p:spPr>
            <a:xfrm>
              <a:off x="17191361" y="-1431616"/>
              <a:ext cx="217339" cy="1199"/>
            </a:xfrm>
            <a:custGeom>
              <a:rect b="b" l="l" r="r" t="t"/>
              <a:pathLst>
                <a:path extrusionOk="0" h="1199" w="217339">
                  <a:moveTo>
                    <a:pt x="0" y="0"/>
                  </a:moveTo>
                  <a:lnTo>
                    <a:pt x="217339"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70" name="Google Shape;3770;p62"/>
            <p:cNvSpPr/>
            <p:nvPr/>
          </p:nvSpPr>
          <p:spPr>
            <a:xfrm>
              <a:off x="17235260" y="-1307234"/>
              <a:ext cx="129539" cy="1199"/>
            </a:xfrm>
            <a:custGeom>
              <a:rect b="b" l="l" r="r" t="t"/>
              <a:pathLst>
                <a:path extrusionOk="0" h="1199" w="129539">
                  <a:moveTo>
                    <a:pt x="0" y="0"/>
                  </a:moveTo>
                  <a:lnTo>
                    <a:pt x="12954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71" name="Google Shape;3771;p62"/>
            <p:cNvSpPr/>
            <p:nvPr/>
          </p:nvSpPr>
          <p:spPr>
            <a:xfrm>
              <a:off x="17713959" y="-2459540"/>
              <a:ext cx="70647" cy="70647"/>
            </a:xfrm>
            <a:custGeom>
              <a:rect b="b" l="l" r="r" t="t"/>
              <a:pathLst>
                <a:path extrusionOk="0" h="70647" w="70647">
                  <a:moveTo>
                    <a:pt x="0" y="70647"/>
                  </a:moveTo>
                  <a:lnTo>
                    <a:pt x="7064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sp>
          <p:nvSpPr>
            <p:cNvPr id="3772" name="Google Shape;3772;p62"/>
            <p:cNvSpPr/>
            <p:nvPr/>
          </p:nvSpPr>
          <p:spPr>
            <a:xfrm>
              <a:off x="16815335" y="-2459540"/>
              <a:ext cx="70647" cy="70647"/>
            </a:xfrm>
            <a:custGeom>
              <a:rect b="b" l="l" r="r" t="t"/>
              <a:pathLst>
                <a:path extrusionOk="0" h="70647" w="70647">
                  <a:moveTo>
                    <a:pt x="70647" y="70647"/>
                  </a:moveTo>
                  <a:lnTo>
                    <a:pt x="0"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00">
                <a:solidFill>
                  <a:schemeClr val="dk1"/>
                </a:solidFill>
                <a:latin typeface="Calibri"/>
                <a:ea typeface="Calibri"/>
                <a:cs typeface="Calibri"/>
                <a:sym typeface="Calibri"/>
              </a:endParaRPr>
            </a:p>
          </p:txBody>
        </p:sp>
      </p:grpSp>
      <p:sp>
        <p:nvSpPr>
          <p:cNvPr id="3773" name="Google Shape;3773;p6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774" name="Google Shape;3774;p6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9" name="Shape 3779"/>
        <p:cNvGrpSpPr/>
        <p:nvPr/>
      </p:nvGrpSpPr>
      <p:grpSpPr>
        <a:xfrm>
          <a:off x="0" y="0"/>
          <a:ext cx="0" cy="0"/>
          <a:chOff x="0" y="0"/>
          <a:chExt cx="0" cy="0"/>
        </a:xfrm>
      </p:grpSpPr>
      <p:sp>
        <p:nvSpPr>
          <p:cNvPr id="3780" name="Google Shape;3780;p63"/>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781" name="Google Shape;3781;p63"/>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782" name="Google Shape;3782;p6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3783" name="Google Shape;3783;p63"/>
          <p:cNvGrpSpPr/>
          <p:nvPr/>
        </p:nvGrpSpPr>
        <p:grpSpPr>
          <a:xfrm>
            <a:off x="506606" y="1606106"/>
            <a:ext cx="8233914" cy="2046487"/>
            <a:chOff x="7028046" y="4206205"/>
            <a:chExt cx="31425650" cy="8561453"/>
          </a:xfrm>
        </p:grpSpPr>
        <p:sp>
          <p:nvSpPr>
            <p:cNvPr id="3784" name="Google Shape;3784;p63"/>
            <p:cNvSpPr/>
            <p:nvPr/>
          </p:nvSpPr>
          <p:spPr>
            <a:xfrm>
              <a:off x="13318222" y="4206205"/>
              <a:ext cx="6387546" cy="2853816"/>
            </a:xfrm>
            <a:prstGeom prst="round2SameRect">
              <a:avLst>
                <a:gd fmla="val 16667" name="adj1"/>
                <a:gd fmla="val 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85" name="Google Shape;3785;p63"/>
            <p:cNvSpPr/>
            <p:nvPr/>
          </p:nvSpPr>
          <p:spPr>
            <a:xfrm>
              <a:off x="25873351" y="4206205"/>
              <a:ext cx="6387546" cy="2853816"/>
            </a:xfrm>
            <a:prstGeom prst="round2SameRect">
              <a:avLst>
                <a:gd fmla="val 16667" name="adj1"/>
                <a:gd fmla="val 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86" name="Google Shape;3786;p63"/>
            <p:cNvSpPr/>
            <p:nvPr/>
          </p:nvSpPr>
          <p:spPr>
            <a:xfrm>
              <a:off x="7028046" y="7060023"/>
              <a:ext cx="6290175" cy="2853818"/>
            </a:xfrm>
            <a:prstGeom prst="round2SameRect">
              <a:avLst>
                <a:gd fmla="val 16667" name="adj1"/>
                <a:gd fmla="val 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87" name="Google Shape;3787;p63"/>
            <p:cNvSpPr/>
            <p:nvPr/>
          </p:nvSpPr>
          <p:spPr>
            <a:xfrm>
              <a:off x="19705765" y="7060023"/>
              <a:ext cx="6192801" cy="2853818"/>
            </a:xfrm>
            <a:prstGeom prst="round2SameRect">
              <a:avLst>
                <a:gd fmla="val 16667" name="adj1"/>
                <a:gd fmla="val 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88" name="Google Shape;3788;p63"/>
            <p:cNvSpPr/>
            <p:nvPr/>
          </p:nvSpPr>
          <p:spPr>
            <a:xfrm>
              <a:off x="32260895" y="7060023"/>
              <a:ext cx="6192801" cy="2853818"/>
            </a:xfrm>
            <a:prstGeom prst="round2SameRect">
              <a:avLst>
                <a:gd fmla="val 16667" name="adj1"/>
                <a:gd fmla="val 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89" name="Google Shape;3789;p63"/>
            <p:cNvSpPr/>
            <p:nvPr/>
          </p:nvSpPr>
          <p:spPr>
            <a:xfrm flipH="1" rot="10800000">
              <a:off x="13318222" y="7060021"/>
              <a:ext cx="6387546" cy="2853816"/>
            </a:xfrm>
            <a:prstGeom prst="round2SameRect">
              <a:avLst>
                <a:gd fmla="val 16667" name="adj1"/>
                <a:gd fmla="val 0"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90" name="Google Shape;3790;p63"/>
            <p:cNvSpPr/>
            <p:nvPr/>
          </p:nvSpPr>
          <p:spPr>
            <a:xfrm flipH="1" rot="10800000">
              <a:off x="25873351" y="7060021"/>
              <a:ext cx="6387546" cy="2853816"/>
            </a:xfrm>
            <a:prstGeom prst="round2SameRect">
              <a:avLst>
                <a:gd fmla="val 16667" name="adj1"/>
                <a:gd fmla="val 0"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91" name="Google Shape;3791;p63"/>
            <p:cNvSpPr/>
            <p:nvPr/>
          </p:nvSpPr>
          <p:spPr>
            <a:xfrm flipH="1" rot="10800000">
              <a:off x="7028046" y="9913842"/>
              <a:ext cx="6290176"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92" name="Google Shape;3792;p63"/>
            <p:cNvSpPr/>
            <p:nvPr/>
          </p:nvSpPr>
          <p:spPr>
            <a:xfrm flipH="1" rot="10800000">
              <a:off x="19705764" y="9913842"/>
              <a:ext cx="6192799"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93" name="Google Shape;3793;p63"/>
            <p:cNvSpPr/>
            <p:nvPr/>
          </p:nvSpPr>
          <p:spPr>
            <a:xfrm flipH="1" rot="10800000">
              <a:off x="32260897" y="9913842"/>
              <a:ext cx="6192799"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794" name="Google Shape;3794;p63"/>
            <p:cNvSpPr txBox="1"/>
            <p:nvPr/>
          </p:nvSpPr>
          <p:spPr>
            <a:xfrm>
              <a:off x="7834618" y="10179069"/>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000000"/>
                  </a:solidFill>
                  <a:latin typeface="Calibri"/>
                  <a:ea typeface="Calibri"/>
                  <a:cs typeface="Calibri"/>
                  <a:sym typeface="Calibri"/>
                </a:rPr>
                <a:t>Lorem ipsum dolor</a:t>
              </a:r>
              <a:endParaRPr/>
            </a:p>
          </p:txBody>
        </p:sp>
        <p:sp>
          <p:nvSpPr>
            <p:cNvPr id="3795" name="Google Shape;3795;p63"/>
            <p:cNvSpPr txBox="1"/>
            <p:nvPr/>
          </p:nvSpPr>
          <p:spPr>
            <a:xfrm>
              <a:off x="20611904" y="10179069"/>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000000"/>
                  </a:solidFill>
                  <a:latin typeface="Calibri"/>
                  <a:ea typeface="Calibri"/>
                  <a:cs typeface="Calibri"/>
                  <a:sym typeface="Calibri"/>
                </a:rPr>
                <a:t>Lorem ipsum dolor</a:t>
              </a:r>
              <a:endParaRPr/>
            </a:p>
          </p:txBody>
        </p:sp>
        <p:sp>
          <p:nvSpPr>
            <p:cNvPr id="3796" name="Google Shape;3796;p63"/>
            <p:cNvSpPr txBox="1"/>
            <p:nvPr/>
          </p:nvSpPr>
          <p:spPr>
            <a:xfrm>
              <a:off x="32266407" y="10179069"/>
              <a:ext cx="6150212" cy="2227461"/>
            </a:xfrm>
            <a:prstGeom prst="rect">
              <a:avLst/>
            </a:prstGeom>
            <a:noFill/>
            <a:ln>
              <a:noFill/>
            </a:ln>
          </p:spPr>
          <p:txBody>
            <a:bodyPr anchorCtr="0" anchor="ctr" bIns="0" lIns="3650" spcFirstLastPara="1" rIns="3650" wrap="square" tIns="0">
              <a:noAutofit/>
            </a:bodyPr>
            <a:lstStyle/>
            <a:p>
              <a:pPr indent="0" lvl="0" marL="0" marR="0" rtl="0" algn="ctr">
                <a:spcBef>
                  <a:spcPts val="0"/>
                </a:spcBef>
                <a:spcAft>
                  <a:spcPts val="0"/>
                </a:spcAft>
                <a:buNone/>
              </a:pPr>
              <a:r>
                <a:rPr b="1" lang="en-US" sz="1000">
                  <a:solidFill>
                    <a:srgbClr val="000000"/>
                  </a:solidFill>
                  <a:latin typeface="Calibri"/>
                  <a:ea typeface="Calibri"/>
                  <a:cs typeface="Calibri"/>
                  <a:sym typeface="Calibri"/>
                </a:rPr>
                <a:t>Lorem ipsum dolor</a:t>
              </a:r>
              <a:endParaRPr/>
            </a:p>
          </p:txBody>
        </p:sp>
        <p:sp>
          <p:nvSpPr>
            <p:cNvPr id="3797" name="Google Shape;3797;p63"/>
            <p:cNvSpPr txBox="1"/>
            <p:nvPr/>
          </p:nvSpPr>
          <p:spPr>
            <a:xfrm>
              <a:off x="14087397" y="7320032"/>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Lorem ipsum dolor</a:t>
              </a:r>
              <a:endParaRPr/>
            </a:p>
          </p:txBody>
        </p:sp>
        <p:sp>
          <p:nvSpPr>
            <p:cNvPr id="3798" name="Google Shape;3798;p63"/>
            <p:cNvSpPr txBox="1"/>
            <p:nvPr/>
          </p:nvSpPr>
          <p:spPr>
            <a:xfrm>
              <a:off x="26484091" y="7320032"/>
              <a:ext cx="5339865"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Lorem ipsum dolor</a:t>
              </a:r>
              <a:endParaRPr/>
            </a:p>
          </p:txBody>
        </p:sp>
      </p:grpSp>
      <p:grpSp>
        <p:nvGrpSpPr>
          <p:cNvPr id="3799" name="Google Shape;3799;p63"/>
          <p:cNvGrpSpPr/>
          <p:nvPr/>
        </p:nvGrpSpPr>
        <p:grpSpPr>
          <a:xfrm>
            <a:off x="5994194" y="1796588"/>
            <a:ext cx="520290" cy="313777"/>
            <a:chOff x="5994194" y="1796588"/>
            <a:chExt cx="520290" cy="313777"/>
          </a:xfrm>
        </p:grpSpPr>
        <p:sp>
          <p:nvSpPr>
            <p:cNvPr id="3800" name="Google Shape;3800;p63"/>
            <p:cNvSpPr/>
            <p:nvPr/>
          </p:nvSpPr>
          <p:spPr>
            <a:xfrm>
              <a:off x="6379125" y="2032723"/>
              <a:ext cx="61173" cy="7072"/>
            </a:xfrm>
            <a:custGeom>
              <a:rect b="b" l="l" r="r" t="t"/>
              <a:pathLst>
                <a:path extrusionOk="0" h="16217" w="140284">
                  <a:moveTo>
                    <a:pt x="0" y="0"/>
                  </a:moveTo>
                  <a:lnTo>
                    <a:pt x="140285"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1" name="Google Shape;3801;p63"/>
            <p:cNvSpPr/>
            <p:nvPr/>
          </p:nvSpPr>
          <p:spPr>
            <a:xfrm>
              <a:off x="6069865" y="2004081"/>
              <a:ext cx="122134" cy="106284"/>
            </a:xfrm>
            <a:custGeom>
              <a:rect b="b" l="l" r="r" t="t"/>
              <a:pathLst>
                <a:path extrusionOk="0" h="243736" w="280083">
                  <a:moveTo>
                    <a:pt x="280083" y="241647"/>
                  </a:moveTo>
                  <a:cubicBezTo>
                    <a:pt x="260135" y="245864"/>
                    <a:pt x="216509" y="248296"/>
                    <a:pt x="188614" y="201265"/>
                  </a:cubicBezTo>
                  <a:lnTo>
                    <a:pt x="71197" y="0"/>
                  </a:ln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2" name="Google Shape;3802;p63"/>
            <p:cNvSpPr/>
            <p:nvPr/>
          </p:nvSpPr>
          <p:spPr>
            <a:xfrm>
              <a:off x="6241998" y="2018508"/>
              <a:ext cx="30622" cy="55232"/>
            </a:xfrm>
            <a:custGeom>
              <a:rect b="b" l="l" r="r" t="t"/>
              <a:pathLst>
                <a:path extrusionOk="0" h="126661" w="70223">
                  <a:moveTo>
                    <a:pt x="0" y="0"/>
                  </a:moveTo>
                  <a:lnTo>
                    <a:pt x="70224" y="126662"/>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3" name="Google Shape;3803;p63"/>
            <p:cNvSpPr/>
            <p:nvPr/>
          </p:nvSpPr>
          <p:spPr>
            <a:xfrm>
              <a:off x="6197727" y="2054575"/>
              <a:ext cx="19872" cy="34582"/>
            </a:xfrm>
            <a:custGeom>
              <a:rect b="b" l="l" r="r" t="t"/>
              <a:pathLst>
                <a:path extrusionOk="0" h="79305" w="45572">
                  <a:moveTo>
                    <a:pt x="0" y="0"/>
                  </a:moveTo>
                  <a:lnTo>
                    <a:pt x="45572" y="79306"/>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4" name="Google Shape;3804;p63"/>
            <p:cNvSpPr/>
            <p:nvPr/>
          </p:nvSpPr>
          <p:spPr>
            <a:xfrm>
              <a:off x="6272479" y="2073599"/>
              <a:ext cx="39745" cy="16716"/>
            </a:xfrm>
            <a:custGeom>
              <a:rect b="b" l="l" r="r" t="t"/>
              <a:pathLst>
                <a:path extrusionOk="0" h="38335" w="91144">
                  <a:moveTo>
                    <a:pt x="91145" y="29192"/>
                  </a:moveTo>
                  <a:cubicBezTo>
                    <a:pt x="70710" y="37788"/>
                    <a:pt x="31625" y="54006"/>
                    <a:pt x="0" y="0"/>
                  </a:cubicBez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5" name="Google Shape;3805;p63"/>
            <p:cNvSpPr/>
            <p:nvPr/>
          </p:nvSpPr>
          <p:spPr>
            <a:xfrm>
              <a:off x="6217600" y="2089158"/>
              <a:ext cx="32248" cy="15287"/>
            </a:xfrm>
            <a:custGeom>
              <a:rect b="b" l="l" r="r" t="t"/>
              <a:pathLst>
                <a:path extrusionOk="0" h="35058" w="73953">
                  <a:moveTo>
                    <a:pt x="73954" y="27408"/>
                  </a:moveTo>
                  <a:cubicBezTo>
                    <a:pt x="73954" y="27408"/>
                    <a:pt x="31138" y="56925"/>
                    <a:pt x="0" y="0"/>
                  </a:cubicBez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6" name="Google Shape;3806;p63"/>
            <p:cNvSpPr/>
            <p:nvPr/>
          </p:nvSpPr>
          <p:spPr>
            <a:xfrm>
              <a:off x="6069794" y="1825795"/>
              <a:ext cx="100988" cy="7072"/>
            </a:xfrm>
            <a:custGeom>
              <a:rect b="b" l="l" r="r" t="t"/>
              <a:pathLst>
                <a:path extrusionOk="0" h="16217" w="231591">
                  <a:moveTo>
                    <a:pt x="0" y="0"/>
                  </a:moveTo>
                  <a:lnTo>
                    <a:pt x="231592"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7" name="Google Shape;3807;p63"/>
            <p:cNvSpPr/>
            <p:nvPr/>
          </p:nvSpPr>
          <p:spPr>
            <a:xfrm>
              <a:off x="5994194" y="1796588"/>
              <a:ext cx="73549" cy="239671"/>
            </a:xfrm>
            <a:custGeom>
              <a:rect b="b" l="l" r="r" t="t"/>
              <a:pathLst>
                <a:path extrusionOk="0" h="549625" w="168666">
                  <a:moveTo>
                    <a:pt x="1297" y="0"/>
                  </a:moveTo>
                  <a:lnTo>
                    <a:pt x="168666" y="0"/>
                  </a:lnTo>
                  <a:lnTo>
                    <a:pt x="168666" y="549625"/>
                  </a:lnTo>
                  <a:lnTo>
                    <a:pt x="0" y="549625"/>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8" name="Google Shape;3808;p63"/>
            <p:cNvSpPr/>
            <p:nvPr/>
          </p:nvSpPr>
          <p:spPr>
            <a:xfrm>
              <a:off x="6440935" y="1817238"/>
              <a:ext cx="73549" cy="239671"/>
            </a:xfrm>
            <a:custGeom>
              <a:rect b="b" l="l" r="r" t="t"/>
              <a:pathLst>
                <a:path extrusionOk="0" h="549625" w="168666">
                  <a:moveTo>
                    <a:pt x="167369" y="0"/>
                  </a:moveTo>
                  <a:lnTo>
                    <a:pt x="0" y="0"/>
                  </a:lnTo>
                  <a:lnTo>
                    <a:pt x="0" y="549625"/>
                  </a:lnTo>
                  <a:lnTo>
                    <a:pt x="168666" y="549625"/>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09" name="Google Shape;3809;p63"/>
            <p:cNvSpPr/>
            <p:nvPr/>
          </p:nvSpPr>
          <p:spPr>
            <a:xfrm>
              <a:off x="6148294" y="1807691"/>
              <a:ext cx="291439" cy="234720"/>
            </a:xfrm>
            <a:custGeom>
              <a:rect b="b" l="l" r="r" t="t"/>
              <a:pathLst>
                <a:path extrusionOk="0" h="538272" w="668340">
                  <a:moveTo>
                    <a:pt x="543138" y="538273"/>
                  </a:moveTo>
                  <a:lnTo>
                    <a:pt x="353875" y="177262"/>
                  </a:lnTo>
                  <a:cubicBezTo>
                    <a:pt x="337819" y="176289"/>
                    <a:pt x="256243" y="168828"/>
                    <a:pt x="256243" y="168828"/>
                  </a:cubicBezTo>
                  <a:lnTo>
                    <a:pt x="144339" y="282353"/>
                  </a:lnTo>
                  <a:cubicBezTo>
                    <a:pt x="51086" y="353713"/>
                    <a:pt x="0" y="248620"/>
                    <a:pt x="0" y="248620"/>
                  </a:cubicBezTo>
                  <a:lnTo>
                    <a:pt x="143691" y="61303"/>
                  </a:lnTo>
                  <a:cubicBezTo>
                    <a:pt x="191858" y="811"/>
                    <a:pt x="240349" y="0"/>
                    <a:pt x="240349" y="0"/>
                  </a:cubicBezTo>
                  <a:lnTo>
                    <a:pt x="456534" y="324"/>
                  </a:lnTo>
                  <a:lnTo>
                    <a:pt x="668340" y="92442"/>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10" name="Google Shape;3810;p63"/>
            <p:cNvSpPr/>
            <p:nvPr/>
          </p:nvSpPr>
          <p:spPr>
            <a:xfrm>
              <a:off x="6288603" y="1986684"/>
              <a:ext cx="101979" cy="89721"/>
            </a:xfrm>
            <a:custGeom>
              <a:rect b="b" l="l" r="r" t="t"/>
              <a:pathLst>
                <a:path extrusionOk="0" h="205753" w="233862">
                  <a:moveTo>
                    <a:pt x="233862" y="113363"/>
                  </a:moveTo>
                  <a:cubicBezTo>
                    <a:pt x="225267" y="137690"/>
                    <a:pt x="170126" y="279759"/>
                    <a:pt x="99091" y="155368"/>
                  </a:cubicBezTo>
                  <a:lnTo>
                    <a:pt x="0" y="0"/>
                  </a:lnTo>
                </a:path>
              </a:pathLst>
            </a:custGeom>
            <a:noFill/>
            <a:ln cap="rnd"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11" name="Google Shape;3811;p63"/>
            <p:cNvSpPr/>
            <p:nvPr/>
          </p:nvSpPr>
          <p:spPr>
            <a:xfrm>
              <a:off x="6492843" y="1991564"/>
              <a:ext cx="11174" cy="11173"/>
            </a:xfrm>
            <a:custGeom>
              <a:rect b="b" l="l" r="r" t="t"/>
              <a:pathLst>
                <a:path extrusionOk="0" h="25623" w="25624">
                  <a:moveTo>
                    <a:pt x="25624" y="12812"/>
                  </a:moveTo>
                  <a:cubicBezTo>
                    <a:pt x="25624" y="19948"/>
                    <a:pt x="19948" y="25624"/>
                    <a:pt x="12812" y="25624"/>
                  </a:cubicBezTo>
                  <a:cubicBezTo>
                    <a:pt x="5676" y="25624"/>
                    <a:pt x="0" y="19948"/>
                    <a:pt x="0" y="12812"/>
                  </a:cubicBezTo>
                  <a:cubicBezTo>
                    <a:pt x="0" y="5676"/>
                    <a:pt x="5676" y="0"/>
                    <a:pt x="12812" y="0"/>
                  </a:cubicBezTo>
                  <a:cubicBezTo>
                    <a:pt x="19948" y="0"/>
                    <a:pt x="25624" y="5676"/>
                    <a:pt x="25624" y="12812"/>
                  </a:cubicBezTo>
                  <a:close/>
                </a:path>
              </a:pathLst>
            </a:custGeom>
            <a:solidFill>
              <a:srgbClr val="394553"/>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12" name="Google Shape;3812;p63"/>
            <p:cNvSpPr/>
            <p:nvPr/>
          </p:nvSpPr>
          <p:spPr>
            <a:xfrm>
              <a:off x="6004448" y="1970206"/>
              <a:ext cx="11174" cy="11174"/>
            </a:xfrm>
            <a:custGeom>
              <a:rect b="b" l="l" r="r" t="t"/>
              <a:pathLst>
                <a:path extrusionOk="0" h="25624" w="25624">
                  <a:moveTo>
                    <a:pt x="25624" y="12812"/>
                  </a:moveTo>
                  <a:cubicBezTo>
                    <a:pt x="25624" y="19948"/>
                    <a:pt x="19948" y="25625"/>
                    <a:pt x="12812" y="25625"/>
                  </a:cubicBezTo>
                  <a:cubicBezTo>
                    <a:pt x="5676" y="25625"/>
                    <a:pt x="0" y="19948"/>
                    <a:pt x="0" y="12812"/>
                  </a:cubicBezTo>
                  <a:cubicBezTo>
                    <a:pt x="0" y="5676"/>
                    <a:pt x="5676" y="0"/>
                    <a:pt x="12812" y="0"/>
                  </a:cubicBezTo>
                  <a:cubicBezTo>
                    <a:pt x="19948" y="0"/>
                    <a:pt x="25624" y="5676"/>
                    <a:pt x="25624" y="12812"/>
                  </a:cubicBezTo>
                  <a:close/>
                </a:path>
              </a:pathLst>
            </a:custGeom>
            <a:solidFill>
              <a:srgbClr val="394553"/>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grpSp>
      <p:sp>
        <p:nvSpPr>
          <p:cNvPr id="3813" name="Google Shape;3813;p63"/>
          <p:cNvSpPr/>
          <p:nvPr/>
        </p:nvSpPr>
        <p:spPr>
          <a:xfrm>
            <a:off x="7703348" y="2369162"/>
            <a:ext cx="513700" cy="513699"/>
          </a:xfrm>
          <a:prstGeom prst="rect">
            <a:avLst/>
          </a:prstGeom>
          <a:noFill/>
          <a:ln>
            <a:noFill/>
          </a:ln>
        </p:spPr>
      </p:sp>
      <p:sp>
        <p:nvSpPr>
          <p:cNvPr id="3814" name="Google Shape;3814;p63"/>
          <p:cNvSpPr/>
          <p:nvPr/>
        </p:nvSpPr>
        <p:spPr>
          <a:xfrm>
            <a:off x="2707126" y="1682464"/>
            <a:ext cx="511868" cy="489219"/>
          </a:xfrm>
          <a:prstGeom prst="rect">
            <a:avLst/>
          </a:prstGeom>
          <a:noFill/>
          <a:ln>
            <a:noFill/>
          </a:ln>
        </p:spPr>
      </p:sp>
      <p:sp>
        <p:nvSpPr>
          <p:cNvPr id="3815" name="Google Shape;3815;p63"/>
          <p:cNvSpPr/>
          <p:nvPr/>
        </p:nvSpPr>
        <p:spPr>
          <a:xfrm>
            <a:off x="4431421" y="2371114"/>
            <a:ext cx="445379" cy="538370"/>
          </a:xfrm>
          <a:prstGeom prst="rect">
            <a:avLst/>
          </a:prstGeom>
          <a:noFill/>
          <a:ln>
            <a:noFill/>
          </a:ln>
        </p:spPr>
      </p:sp>
      <p:sp>
        <p:nvSpPr>
          <p:cNvPr id="3816" name="Google Shape;3816;p63"/>
          <p:cNvSpPr/>
          <p:nvPr/>
        </p:nvSpPr>
        <p:spPr>
          <a:xfrm>
            <a:off x="1070609" y="2322575"/>
            <a:ext cx="560629" cy="613187"/>
          </a:xfrm>
          <a:prstGeom prst="rect">
            <a:avLst/>
          </a:prstGeom>
          <a:noFill/>
          <a:ln>
            <a:noFill/>
          </a:ln>
        </p:spPr>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1" name="Shape 3821"/>
        <p:cNvGrpSpPr/>
        <p:nvPr/>
      </p:nvGrpSpPr>
      <p:grpSpPr>
        <a:xfrm>
          <a:off x="0" y="0"/>
          <a:ext cx="0" cy="0"/>
          <a:chOff x="0" y="0"/>
          <a:chExt cx="0" cy="0"/>
        </a:xfrm>
      </p:grpSpPr>
      <p:sp>
        <p:nvSpPr>
          <p:cNvPr id="3822" name="Google Shape;3822;p64"/>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3823" name="Google Shape;3823;p64"/>
          <p:cNvGrpSpPr/>
          <p:nvPr/>
        </p:nvGrpSpPr>
        <p:grpSpPr>
          <a:xfrm>
            <a:off x="506606" y="1606106"/>
            <a:ext cx="8233914" cy="2046487"/>
            <a:chOff x="7028046" y="4206205"/>
            <a:chExt cx="31425650" cy="8561453"/>
          </a:xfrm>
        </p:grpSpPr>
        <p:sp>
          <p:nvSpPr>
            <p:cNvPr id="3824" name="Google Shape;3824;p64"/>
            <p:cNvSpPr/>
            <p:nvPr/>
          </p:nvSpPr>
          <p:spPr>
            <a:xfrm>
              <a:off x="13318222" y="4206205"/>
              <a:ext cx="6387546" cy="2853816"/>
            </a:xfrm>
            <a:prstGeom prst="round2SameRect">
              <a:avLst>
                <a:gd fmla="val 16667" name="adj1"/>
                <a:gd fmla="val 0" name="adj2"/>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25" name="Google Shape;3825;p64"/>
            <p:cNvSpPr/>
            <p:nvPr/>
          </p:nvSpPr>
          <p:spPr>
            <a:xfrm>
              <a:off x="25873351" y="4206205"/>
              <a:ext cx="6387546" cy="2853816"/>
            </a:xfrm>
            <a:prstGeom prst="round2SameRect">
              <a:avLst>
                <a:gd fmla="val 16667" name="adj1"/>
                <a:gd fmla="val 0" name="adj2"/>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26" name="Google Shape;3826;p64"/>
            <p:cNvSpPr/>
            <p:nvPr/>
          </p:nvSpPr>
          <p:spPr>
            <a:xfrm>
              <a:off x="7028046" y="7060023"/>
              <a:ext cx="6290175" cy="2853818"/>
            </a:xfrm>
            <a:prstGeom prst="round2SameRect">
              <a:avLst>
                <a:gd fmla="val 16667" name="adj1"/>
                <a:gd fmla="val 0" name="adj2"/>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27" name="Google Shape;3827;p64"/>
            <p:cNvSpPr/>
            <p:nvPr/>
          </p:nvSpPr>
          <p:spPr>
            <a:xfrm>
              <a:off x="19705765" y="7060023"/>
              <a:ext cx="6192801" cy="2853818"/>
            </a:xfrm>
            <a:prstGeom prst="round2SameRect">
              <a:avLst>
                <a:gd fmla="val 16667" name="adj1"/>
                <a:gd fmla="val 0" name="adj2"/>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28" name="Google Shape;3828;p64"/>
            <p:cNvSpPr/>
            <p:nvPr/>
          </p:nvSpPr>
          <p:spPr>
            <a:xfrm>
              <a:off x="32260895" y="7060023"/>
              <a:ext cx="6192801" cy="2853818"/>
            </a:xfrm>
            <a:prstGeom prst="round2SameRect">
              <a:avLst>
                <a:gd fmla="val 16667" name="adj1"/>
                <a:gd fmla="val 0" name="adj2"/>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29" name="Google Shape;3829;p64"/>
            <p:cNvSpPr/>
            <p:nvPr/>
          </p:nvSpPr>
          <p:spPr>
            <a:xfrm flipH="1" rot="10800000">
              <a:off x="13318222" y="7060021"/>
              <a:ext cx="6387546" cy="2853816"/>
            </a:xfrm>
            <a:prstGeom prst="round2SameRect">
              <a:avLst>
                <a:gd fmla="val 16667" name="adj1"/>
                <a:gd fmla="val 0"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30" name="Google Shape;3830;p64"/>
            <p:cNvSpPr/>
            <p:nvPr/>
          </p:nvSpPr>
          <p:spPr>
            <a:xfrm flipH="1" rot="10800000">
              <a:off x="25873351" y="7060021"/>
              <a:ext cx="6387546" cy="2853816"/>
            </a:xfrm>
            <a:prstGeom prst="round2SameRect">
              <a:avLst>
                <a:gd fmla="val 16667" name="adj1"/>
                <a:gd fmla="val 0" name="adj2"/>
              </a:avLst>
            </a:prstGeom>
            <a:solidFill>
              <a:srgbClr val="4E8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31" name="Google Shape;3831;p64"/>
            <p:cNvSpPr/>
            <p:nvPr/>
          </p:nvSpPr>
          <p:spPr>
            <a:xfrm flipH="1" rot="10800000">
              <a:off x="7028046" y="9913842"/>
              <a:ext cx="6290176"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32" name="Google Shape;3832;p64"/>
            <p:cNvSpPr/>
            <p:nvPr/>
          </p:nvSpPr>
          <p:spPr>
            <a:xfrm flipH="1" rot="10800000">
              <a:off x="19705764" y="9913842"/>
              <a:ext cx="6192799"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33" name="Google Shape;3833;p64"/>
            <p:cNvSpPr/>
            <p:nvPr/>
          </p:nvSpPr>
          <p:spPr>
            <a:xfrm flipH="1" rot="10800000">
              <a:off x="32260897" y="9913842"/>
              <a:ext cx="6192799" cy="2853816"/>
            </a:xfrm>
            <a:prstGeom prst="round2SameRect">
              <a:avLst>
                <a:gd fmla="val 16667" name="adj1"/>
                <a:gd fmla="val 0" name="adj2"/>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2">
                <a:solidFill>
                  <a:schemeClr val="lt1"/>
                </a:solidFill>
                <a:latin typeface="Calibri"/>
                <a:ea typeface="Calibri"/>
                <a:cs typeface="Calibri"/>
                <a:sym typeface="Calibri"/>
              </a:endParaRPr>
            </a:p>
          </p:txBody>
        </p:sp>
        <p:sp>
          <p:nvSpPr>
            <p:cNvPr id="3834" name="Google Shape;3834;p64"/>
            <p:cNvSpPr txBox="1"/>
            <p:nvPr/>
          </p:nvSpPr>
          <p:spPr>
            <a:xfrm>
              <a:off x="7834618" y="10179069"/>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000000"/>
                  </a:solidFill>
                  <a:latin typeface="Calibri"/>
                  <a:ea typeface="Calibri"/>
                  <a:cs typeface="Calibri"/>
                  <a:sym typeface="Calibri"/>
                </a:rPr>
                <a:t>Lorem ipsum dolor</a:t>
              </a:r>
              <a:endParaRPr/>
            </a:p>
          </p:txBody>
        </p:sp>
        <p:sp>
          <p:nvSpPr>
            <p:cNvPr id="3835" name="Google Shape;3835;p64"/>
            <p:cNvSpPr txBox="1"/>
            <p:nvPr/>
          </p:nvSpPr>
          <p:spPr>
            <a:xfrm>
              <a:off x="20611904" y="10179069"/>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000000"/>
                  </a:solidFill>
                  <a:latin typeface="Calibri"/>
                  <a:ea typeface="Calibri"/>
                  <a:cs typeface="Calibri"/>
                  <a:sym typeface="Calibri"/>
                </a:rPr>
                <a:t>Lorem ipsum dolor</a:t>
              </a:r>
              <a:endParaRPr/>
            </a:p>
          </p:txBody>
        </p:sp>
        <p:sp>
          <p:nvSpPr>
            <p:cNvPr id="3836" name="Google Shape;3836;p64"/>
            <p:cNvSpPr txBox="1"/>
            <p:nvPr/>
          </p:nvSpPr>
          <p:spPr>
            <a:xfrm>
              <a:off x="32266407" y="10179069"/>
              <a:ext cx="6150212" cy="2227461"/>
            </a:xfrm>
            <a:prstGeom prst="rect">
              <a:avLst/>
            </a:prstGeom>
            <a:noFill/>
            <a:ln>
              <a:noFill/>
            </a:ln>
          </p:spPr>
          <p:txBody>
            <a:bodyPr anchorCtr="0" anchor="ctr" bIns="0" lIns="3650" spcFirstLastPara="1" rIns="3650" wrap="square" tIns="0">
              <a:noAutofit/>
            </a:bodyPr>
            <a:lstStyle/>
            <a:p>
              <a:pPr indent="0" lvl="0" marL="0" marR="0" rtl="0" algn="ctr">
                <a:spcBef>
                  <a:spcPts val="0"/>
                </a:spcBef>
                <a:spcAft>
                  <a:spcPts val="0"/>
                </a:spcAft>
                <a:buNone/>
              </a:pPr>
              <a:r>
                <a:rPr b="1" lang="en-US" sz="1000">
                  <a:solidFill>
                    <a:srgbClr val="000000"/>
                  </a:solidFill>
                  <a:latin typeface="Calibri"/>
                  <a:ea typeface="Calibri"/>
                  <a:cs typeface="Calibri"/>
                  <a:sym typeface="Calibri"/>
                </a:rPr>
                <a:t>Lorem ipsum dolor</a:t>
              </a:r>
              <a:endParaRPr/>
            </a:p>
          </p:txBody>
        </p:sp>
        <p:sp>
          <p:nvSpPr>
            <p:cNvPr id="3837" name="Google Shape;3837;p64"/>
            <p:cNvSpPr txBox="1"/>
            <p:nvPr/>
          </p:nvSpPr>
          <p:spPr>
            <a:xfrm>
              <a:off x="14087397" y="7320032"/>
              <a:ext cx="4631957"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Lorem ipsum dolor</a:t>
              </a:r>
              <a:endParaRPr/>
            </a:p>
          </p:txBody>
        </p:sp>
        <p:sp>
          <p:nvSpPr>
            <p:cNvPr id="3838" name="Google Shape;3838;p64"/>
            <p:cNvSpPr txBox="1"/>
            <p:nvPr/>
          </p:nvSpPr>
          <p:spPr>
            <a:xfrm>
              <a:off x="26484091" y="7320032"/>
              <a:ext cx="5339865" cy="2227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Lorem ipsum dolor</a:t>
              </a:r>
              <a:endParaRPr/>
            </a:p>
          </p:txBody>
        </p:sp>
      </p:grpSp>
      <p:grpSp>
        <p:nvGrpSpPr>
          <p:cNvPr id="3839" name="Google Shape;3839;p64"/>
          <p:cNvGrpSpPr/>
          <p:nvPr/>
        </p:nvGrpSpPr>
        <p:grpSpPr>
          <a:xfrm>
            <a:off x="5994194" y="1796588"/>
            <a:ext cx="520290" cy="313777"/>
            <a:chOff x="5994194" y="1796588"/>
            <a:chExt cx="520290" cy="313777"/>
          </a:xfrm>
        </p:grpSpPr>
        <p:sp>
          <p:nvSpPr>
            <p:cNvPr id="3840" name="Google Shape;3840;p64"/>
            <p:cNvSpPr/>
            <p:nvPr/>
          </p:nvSpPr>
          <p:spPr>
            <a:xfrm>
              <a:off x="6379125" y="2032723"/>
              <a:ext cx="61173" cy="7072"/>
            </a:xfrm>
            <a:custGeom>
              <a:rect b="b" l="l" r="r" t="t"/>
              <a:pathLst>
                <a:path extrusionOk="0" h="16217" w="140284">
                  <a:moveTo>
                    <a:pt x="0" y="0"/>
                  </a:moveTo>
                  <a:lnTo>
                    <a:pt x="140285"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1" name="Google Shape;3841;p64"/>
            <p:cNvSpPr/>
            <p:nvPr/>
          </p:nvSpPr>
          <p:spPr>
            <a:xfrm>
              <a:off x="6069865" y="2004081"/>
              <a:ext cx="122134" cy="106284"/>
            </a:xfrm>
            <a:custGeom>
              <a:rect b="b" l="l" r="r" t="t"/>
              <a:pathLst>
                <a:path extrusionOk="0" h="243736" w="280083">
                  <a:moveTo>
                    <a:pt x="280083" y="241647"/>
                  </a:moveTo>
                  <a:cubicBezTo>
                    <a:pt x="260135" y="245864"/>
                    <a:pt x="216509" y="248296"/>
                    <a:pt x="188614" y="201265"/>
                  </a:cubicBezTo>
                  <a:lnTo>
                    <a:pt x="71197" y="0"/>
                  </a:ln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2" name="Google Shape;3842;p64"/>
            <p:cNvSpPr/>
            <p:nvPr/>
          </p:nvSpPr>
          <p:spPr>
            <a:xfrm>
              <a:off x="6241998" y="2018508"/>
              <a:ext cx="30622" cy="55232"/>
            </a:xfrm>
            <a:custGeom>
              <a:rect b="b" l="l" r="r" t="t"/>
              <a:pathLst>
                <a:path extrusionOk="0" h="126661" w="70223">
                  <a:moveTo>
                    <a:pt x="0" y="0"/>
                  </a:moveTo>
                  <a:lnTo>
                    <a:pt x="70224" y="126662"/>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3" name="Google Shape;3843;p64"/>
            <p:cNvSpPr/>
            <p:nvPr/>
          </p:nvSpPr>
          <p:spPr>
            <a:xfrm>
              <a:off x="6197727" y="2054575"/>
              <a:ext cx="19872" cy="34582"/>
            </a:xfrm>
            <a:custGeom>
              <a:rect b="b" l="l" r="r" t="t"/>
              <a:pathLst>
                <a:path extrusionOk="0" h="79305" w="45572">
                  <a:moveTo>
                    <a:pt x="0" y="0"/>
                  </a:moveTo>
                  <a:lnTo>
                    <a:pt x="45572" y="79306"/>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4" name="Google Shape;3844;p64"/>
            <p:cNvSpPr/>
            <p:nvPr/>
          </p:nvSpPr>
          <p:spPr>
            <a:xfrm>
              <a:off x="6272479" y="2073599"/>
              <a:ext cx="39745" cy="16716"/>
            </a:xfrm>
            <a:custGeom>
              <a:rect b="b" l="l" r="r" t="t"/>
              <a:pathLst>
                <a:path extrusionOk="0" h="38335" w="91144">
                  <a:moveTo>
                    <a:pt x="91145" y="29192"/>
                  </a:moveTo>
                  <a:cubicBezTo>
                    <a:pt x="70710" y="37788"/>
                    <a:pt x="31625" y="54006"/>
                    <a:pt x="0" y="0"/>
                  </a:cubicBez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5" name="Google Shape;3845;p64"/>
            <p:cNvSpPr/>
            <p:nvPr/>
          </p:nvSpPr>
          <p:spPr>
            <a:xfrm>
              <a:off x="6217600" y="2089158"/>
              <a:ext cx="32248" cy="15287"/>
            </a:xfrm>
            <a:custGeom>
              <a:rect b="b" l="l" r="r" t="t"/>
              <a:pathLst>
                <a:path extrusionOk="0" h="35058" w="73953">
                  <a:moveTo>
                    <a:pt x="73954" y="27408"/>
                  </a:moveTo>
                  <a:cubicBezTo>
                    <a:pt x="73954" y="27408"/>
                    <a:pt x="31138" y="56925"/>
                    <a:pt x="0" y="0"/>
                  </a:cubicBez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6" name="Google Shape;3846;p64"/>
            <p:cNvSpPr/>
            <p:nvPr/>
          </p:nvSpPr>
          <p:spPr>
            <a:xfrm>
              <a:off x="6069794" y="1825795"/>
              <a:ext cx="100988" cy="7072"/>
            </a:xfrm>
            <a:custGeom>
              <a:rect b="b" l="l" r="r" t="t"/>
              <a:pathLst>
                <a:path extrusionOk="0" h="16217" w="231591">
                  <a:moveTo>
                    <a:pt x="0" y="0"/>
                  </a:moveTo>
                  <a:lnTo>
                    <a:pt x="231592"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7" name="Google Shape;3847;p64"/>
            <p:cNvSpPr/>
            <p:nvPr/>
          </p:nvSpPr>
          <p:spPr>
            <a:xfrm>
              <a:off x="5994194" y="1796588"/>
              <a:ext cx="73549" cy="239671"/>
            </a:xfrm>
            <a:custGeom>
              <a:rect b="b" l="l" r="r" t="t"/>
              <a:pathLst>
                <a:path extrusionOk="0" h="549625" w="168666">
                  <a:moveTo>
                    <a:pt x="1297" y="0"/>
                  </a:moveTo>
                  <a:lnTo>
                    <a:pt x="168666" y="0"/>
                  </a:lnTo>
                  <a:lnTo>
                    <a:pt x="168666" y="549625"/>
                  </a:lnTo>
                  <a:lnTo>
                    <a:pt x="0" y="549625"/>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8" name="Google Shape;3848;p64"/>
            <p:cNvSpPr/>
            <p:nvPr/>
          </p:nvSpPr>
          <p:spPr>
            <a:xfrm>
              <a:off x="6440935" y="1817238"/>
              <a:ext cx="73549" cy="239671"/>
            </a:xfrm>
            <a:custGeom>
              <a:rect b="b" l="l" r="r" t="t"/>
              <a:pathLst>
                <a:path extrusionOk="0" h="549625" w="168666">
                  <a:moveTo>
                    <a:pt x="167369" y="0"/>
                  </a:moveTo>
                  <a:lnTo>
                    <a:pt x="0" y="0"/>
                  </a:lnTo>
                  <a:lnTo>
                    <a:pt x="0" y="549625"/>
                  </a:lnTo>
                  <a:lnTo>
                    <a:pt x="168666" y="549625"/>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49" name="Google Shape;3849;p64"/>
            <p:cNvSpPr/>
            <p:nvPr/>
          </p:nvSpPr>
          <p:spPr>
            <a:xfrm>
              <a:off x="6148294" y="1807691"/>
              <a:ext cx="291439" cy="234720"/>
            </a:xfrm>
            <a:custGeom>
              <a:rect b="b" l="l" r="r" t="t"/>
              <a:pathLst>
                <a:path extrusionOk="0" h="538272" w="668340">
                  <a:moveTo>
                    <a:pt x="543138" y="538273"/>
                  </a:moveTo>
                  <a:lnTo>
                    <a:pt x="353875" y="177262"/>
                  </a:lnTo>
                  <a:cubicBezTo>
                    <a:pt x="337819" y="176289"/>
                    <a:pt x="256243" y="168828"/>
                    <a:pt x="256243" y="168828"/>
                  </a:cubicBezTo>
                  <a:lnTo>
                    <a:pt x="144339" y="282353"/>
                  </a:lnTo>
                  <a:cubicBezTo>
                    <a:pt x="51086" y="353713"/>
                    <a:pt x="0" y="248620"/>
                    <a:pt x="0" y="248620"/>
                  </a:cubicBezTo>
                  <a:lnTo>
                    <a:pt x="143691" y="61303"/>
                  </a:lnTo>
                  <a:cubicBezTo>
                    <a:pt x="191858" y="811"/>
                    <a:pt x="240349" y="0"/>
                    <a:pt x="240349" y="0"/>
                  </a:cubicBezTo>
                  <a:lnTo>
                    <a:pt x="456534" y="324"/>
                  </a:lnTo>
                  <a:lnTo>
                    <a:pt x="668340" y="92442"/>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50" name="Google Shape;3850;p64"/>
            <p:cNvSpPr/>
            <p:nvPr/>
          </p:nvSpPr>
          <p:spPr>
            <a:xfrm>
              <a:off x="6288603" y="1986684"/>
              <a:ext cx="101979" cy="89721"/>
            </a:xfrm>
            <a:custGeom>
              <a:rect b="b" l="l" r="r" t="t"/>
              <a:pathLst>
                <a:path extrusionOk="0" h="205753" w="233862">
                  <a:moveTo>
                    <a:pt x="233862" y="113363"/>
                  </a:moveTo>
                  <a:cubicBezTo>
                    <a:pt x="225267" y="137690"/>
                    <a:pt x="170126" y="279759"/>
                    <a:pt x="99091" y="155368"/>
                  </a:cubicBezTo>
                  <a:lnTo>
                    <a:pt x="0" y="0"/>
                  </a:lnTo>
                </a:path>
              </a:pathLst>
            </a:custGeom>
            <a:noFill/>
            <a:ln cap="rnd"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51" name="Google Shape;3851;p64"/>
            <p:cNvSpPr/>
            <p:nvPr/>
          </p:nvSpPr>
          <p:spPr>
            <a:xfrm>
              <a:off x="6492843" y="1991564"/>
              <a:ext cx="11174" cy="11173"/>
            </a:xfrm>
            <a:custGeom>
              <a:rect b="b" l="l" r="r" t="t"/>
              <a:pathLst>
                <a:path extrusionOk="0" h="25623" w="25624">
                  <a:moveTo>
                    <a:pt x="25624" y="12812"/>
                  </a:moveTo>
                  <a:cubicBezTo>
                    <a:pt x="25624" y="19948"/>
                    <a:pt x="19948" y="25624"/>
                    <a:pt x="12812" y="25624"/>
                  </a:cubicBezTo>
                  <a:cubicBezTo>
                    <a:pt x="5676" y="25624"/>
                    <a:pt x="0" y="19948"/>
                    <a:pt x="0" y="12812"/>
                  </a:cubicBezTo>
                  <a:cubicBezTo>
                    <a:pt x="0" y="5676"/>
                    <a:pt x="5676" y="0"/>
                    <a:pt x="12812" y="0"/>
                  </a:cubicBezTo>
                  <a:cubicBezTo>
                    <a:pt x="19948" y="0"/>
                    <a:pt x="25624" y="5676"/>
                    <a:pt x="25624" y="12812"/>
                  </a:cubicBezTo>
                  <a:close/>
                </a:path>
              </a:pathLst>
            </a:custGeom>
            <a:solidFill>
              <a:srgbClr val="394553"/>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852" name="Google Shape;3852;p64"/>
            <p:cNvSpPr/>
            <p:nvPr/>
          </p:nvSpPr>
          <p:spPr>
            <a:xfrm>
              <a:off x="6004448" y="1970206"/>
              <a:ext cx="11174" cy="11174"/>
            </a:xfrm>
            <a:custGeom>
              <a:rect b="b" l="l" r="r" t="t"/>
              <a:pathLst>
                <a:path extrusionOk="0" h="25624" w="25624">
                  <a:moveTo>
                    <a:pt x="25624" y="12812"/>
                  </a:moveTo>
                  <a:cubicBezTo>
                    <a:pt x="25624" y="19948"/>
                    <a:pt x="19948" y="25625"/>
                    <a:pt x="12812" y="25625"/>
                  </a:cubicBezTo>
                  <a:cubicBezTo>
                    <a:pt x="5676" y="25625"/>
                    <a:pt x="0" y="19948"/>
                    <a:pt x="0" y="12812"/>
                  </a:cubicBezTo>
                  <a:cubicBezTo>
                    <a:pt x="0" y="5676"/>
                    <a:pt x="5676" y="0"/>
                    <a:pt x="12812" y="0"/>
                  </a:cubicBezTo>
                  <a:cubicBezTo>
                    <a:pt x="19948" y="0"/>
                    <a:pt x="25624" y="5676"/>
                    <a:pt x="25624" y="12812"/>
                  </a:cubicBezTo>
                  <a:close/>
                </a:path>
              </a:pathLst>
            </a:custGeom>
            <a:solidFill>
              <a:srgbClr val="394553"/>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grpSp>
      <p:sp>
        <p:nvSpPr>
          <p:cNvPr id="3853" name="Google Shape;3853;p64"/>
          <p:cNvSpPr/>
          <p:nvPr/>
        </p:nvSpPr>
        <p:spPr>
          <a:xfrm>
            <a:off x="7703348" y="2369162"/>
            <a:ext cx="513700" cy="513699"/>
          </a:xfrm>
          <a:prstGeom prst="rect">
            <a:avLst/>
          </a:prstGeom>
          <a:noFill/>
          <a:ln>
            <a:noFill/>
          </a:ln>
        </p:spPr>
      </p:sp>
      <p:sp>
        <p:nvSpPr>
          <p:cNvPr id="3854" name="Google Shape;3854;p64"/>
          <p:cNvSpPr/>
          <p:nvPr/>
        </p:nvSpPr>
        <p:spPr>
          <a:xfrm>
            <a:off x="2707126" y="1682464"/>
            <a:ext cx="511868" cy="489219"/>
          </a:xfrm>
          <a:prstGeom prst="rect">
            <a:avLst/>
          </a:prstGeom>
          <a:noFill/>
          <a:ln>
            <a:noFill/>
          </a:ln>
        </p:spPr>
      </p:sp>
      <p:sp>
        <p:nvSpPr>
          <p:cNvPr id="3855" name="Google Shape;3855;p64"/>
          <p:cNvSpPr/>
          <p:nvPr/>
        </p:nvSpPr>
        <p:spPr>
          <a:xfrm>
            <a:off x="4431421" y="2371114"/>
            <a:ext cx="445379" cy="538370"/>
          </a:xfrm>
          <a:prstGeom prst="rect">
            <a:avLst/>
          </a:prstGeom>
          <a:noFill/>
          <a:ln>
            <a:noFill/>
          </a:ln>
        </p:spPr>
      </p:sp>
      <p:sp>
        <p:nvSpPr>
          <p:cNvPr id="3856" name="Google Shape;3856;p64"/>
          <p:cNvSpPr/>
          <p:nvPr/>
        </p:nvSpPr>
        <p:spPr>
          <a:xfrm>
            <a:off x="1070609" y="2322575"/>
            <a:ext cx="560629" cy="613187"/>
          </a:xfrm>
          <a:prstGeom prst="rect">
            <a:avLst/>
          </a:prstGeom>
          <a:noFill/>
          <a:ln>
            <a:noFill/>
          </a:ln>
        </p:spPr>
      </p:sp>
      <p:sp>
        <p:nvSpPr>
          <p:cNvPr id="3857" name="Google Shape;3857;p64"/>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858" name="Google Shape;3858;p64"/>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2" name="Shape 3862"/>
        <p:cNvGrpSpPr/>
        <p:nvPr/>
      </p:nvGrpSpPr>
      <p:grpSpPr>
        <a:xfrm>
          <a:off x="0" y="0"/>
          <a:ext cx="0" cy="0"/>
          <a:chOff x="0" y="0"/>
          <a:chExt cx="0" cy="0"/>
        </a:xfrm>
      </p:grpSpPr>
      <p:sp>
        <p:nvSpPr>
          <p:cNvPr id="3863" name="Google Shape;3863;p65"/>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864" name="Google Shape;3864;p65"/>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865" name="Google Shape;3865;p65"/>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aphicFrame>
        <p:nvGraphicFramePr>
          <p:cNvPr id="3866" name="Google Shape;3866;p65"/>
          <p:cNvGraphicFramePr/>
          <p:nvPr/>
        </p:nvGraphicFramePr>
        <p:xfrm>
          <a:off x="273050" y="842963"/>
          <a:ext cx="8395192" cy="1790167"/>
        </p:xfrm>
        <a:graphic>
          <a:graphicData uri="http://schemas.openxmlformats.org/drawingml/2006/chart">
            <c:chart r:id="rId3"/>
          </a:graphicData>
        </a:graphic>
      </p:graphicFrame>
      <p:graphicFrame>
        <p:nvGraphicFramePr>
          <p:cNvPr id="3867" name="Google Shape;3867;p65"/>
          <p:cNvGraphicFramePr/>
          <p:nvPr/>
        </p:nvGraphicFramePr>
        <p:xfrm>
          <a:off x="779434" y="2945421"/>
          <a:ext cx="1521750" cy="1655498"/>
        </p:xfrm>
        <a:graphic>
          <a:graphicData uri="http://schemas.openxmlformats.org/drawingml/2006/chart">
            <c:chart r:id="rId4"/>
          </a:graphicData>
        </a:graphic>
      </p:graphicFrame>
      <p:graphicFrame>
        <p:nvGraphicFramePr>
          <p:cNvPr id="3868" name="Google Shape;3868;p65"/>
          <p:cNvGraphicFramePr/>
          <p:nvPr/>
        </p:nvGraphicFramePr>
        <p:xfrm>
          <a:off x="2800561" y="2945421"/>
          <a:ext cx="1521750" cy="1655498"/>
        </p:xfrm>
        <a:graphic>
          <a:graphicData uri="http://schemas.openxmlformats.org/drawingml/2006/chart">
            <c:chart r:id="rId5"/>
          </a:graphicData>
        </a:graphic>
      </p:graphicFrame>
      <p:graphicFrame>
        <p:nvGraphicFramePr>
          <p:cNvPr id="3869" name="Google Shape;3869;p65"/>
          <p:cNvGraphicFramePr/>
          <p:nvPr/>
        </p:nvGraphicFramePr>
        <p:xfrm>
          <a:off x="4821688" y="2945421"/>
          <a:ext cx="1521750" cy="1655498"/>
        </p:xfrm>
        <a:graphic>
          <a:graphicData uri="http://schemas.openxmlformats.org/drawingml/2006/chart">
            <c:chart r:id="rId6"/>
          </a:graphicData>
        </a:graphic>
      </p:graphicFrame>
      <p:graphicFrame>
        <p:nvGraphicFramePr>
          <p:cNvPr id="3870" name="Google Shape;3870;p65"/>
          <p:cNvGraphicFramePr/>
          <p:nvPr/>
        </p:nvGraphicFramePr>
        <p:xfrm>
          <a:off x="6842816" y="2945421"/>
          <a:ext cx="1521750" cy="1655498"/>
        </p:xfrm>
        <a:graphic>
          <a:graphicData uri="http://schemas.openxmlformats.org/drawingml/2006/chart">
            <c:chart r:id="rId7"/>
          </a:graphicData>
        </a:graphic>
      </p:graphicFrame>
      <p:sp>
        <p:nvSpPr>
          <p:cNvPr id="3871" name="Google Shape;3871;p65"/>
          <p:cNvSpPr txBox="1"/>
          <p:nvPr/>
        </p:nvSpPr>
        <p:spPr>
          <a:xfrm>
            <a:off x="1161873" y="333528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35%</a:t>
            </a:r>
            <a:endParaRPr/>
          </a:p>
        </p:txBody>
      </p:sp>
      <p:sp>
        <p:nvSpPr>
          <p:cNvPr id="3872" name="Google Shape;3872;p65"/>
          <p:cNvSpPr txBox="1"/>
          <p:nvPr/>
        </p:nvSpPr>
        <p:spPr>
          <a:xfrm>
            <a:off x="3180734" y="333528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70%</a:t>
            </a:r>
            <a:endParaRPr/>
          </a:p>
        </p:txBody>
      </p:sp>
      <p:sp>
        <p:nvSpPr>
          <p:cNvPr id="3873" name="Google Shape;3873;p65"/>
          <p:cNvSpPr txBox="1"/>
          <p:nvPr/>
        </p:nvSpPr>
        <p:spPr>
          <a:xfrm>
            <a:off x="5201861" y="333528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40%</a:t>
            </a:r>
            <a:endParaRPr/>
          </a:p>
        </p:txBody>
      </p:sp>
      <p:sp>
        <p:nvSpPr>
          <p:cNvPr id="3874" name="Google Shape;3874;p65"/>
          <p:cNvSpPr txBox="1"/>
          <p:nvPr/>
        </p:nvSpPr>
        <p:spPr>
          <a:xfrm>
            <a:off x="7222989" y="333528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90%</a:t>
            </a:r>
            <a:endParaRPr/>
          </a:p>
        </p:txBody>
      </p:sp>
      <p:sp>
        <p:nvSpPr>
          <p:cNvPr id="3875" name="Google Shape;3875;p65"/>
          <p:cNvSpPr txBox="1"/>
          <p:nvPr/>
        </p:nvSpPr>
        <p:spPr>
          <a:xfrm>
            <a:off x="1065757" y="266914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Analysis 1</a:t>
            </a:r>
            <a:endParaRPr/>
          </a:p>
        </p:txBody>
      </p:sp>
      <p:sp>
        <p:nvSpPr>
          <p:cNvPr id="3876" name="Google Shape;3876;p65"/>
          <p:cNvSpPr txBox="1"/>
          <p:nvPr/>
        </p:nvSpPr>
        <p:spPr>
          <a:xfrm>
            <a:off x="3086884" y="266914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Analysis 2</a:t>
            </a:r>
            <a:endParaRPr/>
          </a:p>
        </p:txBody>
      </p:sp>
      <p:sp>
        <p:nvSpPr>
          <p:cNvPr id="3877" name="Google Shape;3877;p65"/>
          <p:cNvSpPr txBox="1"/>
          <p:nvPr/>
        </p:nvSpPr>
        <p:spPr>
          <a:xfrm>
            <a:off x="5108011" y="266914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Analysis 3</a:t>
            </a:r>
            <a:endParaRPr/>
          </a:p>
        </p:txBody>
      </p:sp>
      <p:sp>
        <p:nvSpPr>
          <p:cNvPr id="3878" name="Google Shape;3878;p65"/>
          <p:cNvSpPr txBox="1"/>
          <p:nvPr/>
        </p:nvSpPr>
        <p:spPr>
          <a:xfrm>
            <a:off x="7129139" y="266914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Analysis 4</a:t>
            </a:r>
            <a:endParaRP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2" name="Shape 3882"/>
        <p:cNvGrpSpPr/>
        <p:nvPr/>
      </p:nvGrpSpPr>
      <p:grpSpPr>
        <a:xfrm>
          <a:off x="0" y="0"/>
          <a:ext cx="0" cy="0"/>
          <a:chOff x="0" y="0"/>
          <a:chExt cx="0" cy="0"/>
        </a:xfrm>
      </p:grpSpPr>
      <p:sp>
        <p:nvSpPr>
          <p:cNvPr id="3883" name="Google Shape;3883;p66"/>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aphicFrame>
        <p:nvGraphicFramePr>
          <p:cNvPr id="3884" name="Google Shape;3884;p66"/>
          <p:cNvGraphicFramePr/>
          <p:nvPr/>
        </p:nvGraphicFramePr>
        <p:xfrm>
          <a:off x="273050" y="842963"/>
          <a:ext cx="8395192" cy="1790167"/>
        </p:xfrm>
        <a:graphic>
          <a:graphicData uri="http://schemas.openxmlformats.org/drawingml/2006/chart">
            <c:chart r:id="rId3"/>
          </a:graphicData>
        </a:graphic>
      </p:graphicFrame>
      <p:graphicFrame>
        <p:nvGraphicFramePr>
          <p:cNvPr id="3885" name="Google Shape;3885;p66"/>
          <p:cNvGraphicFramePr/>
          <p:nvPr/>
        </p:nvGraphicFramePr>
        <p:xfrm>
          <a:off x="779434" y="2918751"/>
          <a:ext cx="1521750" cy="1655498"/>
        </p:xfrm>
        <a:graphic>
          <a:graphicData uri="http://schemas.openxmlformats.org/drawingml/2006/chart">
            <c:chart r:id="rId4"/>
          </a:graphicData>
        </a:graphic>
      </p:graphicFrame>
      <p:graphicFrame>
        <p:nvGraphicFramePr>
          <p:cNvPr id="3886" name="Google Shape;3886;p66"/>
          <p:cNvGraphicFramePr/>
          <p:nvPr/>
        </p:nvGraphicFramePr>
        <p:xfrm>
          <a:off x="2800561" y="2918751"/>
          <a:ext cx="1521750" cy="1655498"/>
        </p:xfrm>
        <a:graphic>
          <a:graphicData uri="http://schemas.openxmlformats.org/drawingml/2006/chart">
            <c:chart r:id="rId5"/>
          </a:graphicData>
        </a:graphic>
      </p:graphicFrame>
      <p:graphicFrame>
        <p:nvGraphicFramePr>
          <p:cNvPr id="3887" name="Google Shape;3887;p66"/>
          <p:cNvGraphicFramePr/>
          <p:nvPr/>
        </p:nvGraphicFramePr>
        <p:xfrm>
          <a:off x="4821688" y="2918751"/>
          <a:ext cx="1521750" cy="1655498"/>
        </p:xfrm>
        <a:graphic>
          <a:graphicData uri="http://schemas.openxmlformats.org/drawingml/2006/chart">
            <c:chart r:id="rId6"/>
          </a:graphicData>
        </a:graphic>
      </p:graphicFrame>
      <p:graphicFrame>
        <p:nvGraphicFramePr>
          <p:cNvPr id="3888" name="Google Shape;3888;p66"/>
          <p:cNvGraphicFramePr/>
          <p:nvPr/>
        </p:nvGraphicFramePr>
        <p:xfrm>
          <a:off x="6842816" y="2918751"/>
          <a:ext cx="1521750" cy="1655498"/>
        </p:xfrm>
        <a:graphic>
          <a:graphicData uri="http://schemas.openxmlformats.org/drawingml/2006/chart">
            <c:chart r:id="rId7"/>
          </a:graphicData>
        </a:graphic>
      </p:graphicFrame>
      <p:sp>
        <p:nvSpPr>
          <p:cNvPr id="3889" name="Google Shape;3889;p66"/>
          <p:cNvSpPr txBox="1"/>
          <p:nvPr/>
        </p:nvSpPr>
        <p:spPr>
          <a:xfrm>
            <a:off x="1161873" y="330861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dk1"/>
                </a:solidFill>
                <a:latin typeface="Calibri"/>
                <a:ea typeface="Calibri"/>
                <a:cs typeface="Calibri"/>
                <a:sym typeface="Calibri"/>
              </a:rPr>
              <a:t>35%</a:t>
            </a:r>
            <a:endParaRPr/>
          </a:p>
        </p:txBody>
      </p:sp>
      <p:sp>
        <p:nvSpPr>
          <p:cNvPr id="3890" name="Google Shape;3890;p66"/>
          <p:cNvSpPr txBox="1"/>
          <p:nvPr/>
        </p:nvSpPr>
        <p:spPr>
          <a:xfrm>
            <a:off x="3180734" y="330861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dk1"/>
                </a:solidFill>
                <a:latin typeface="Calibri"/>
                <a:ea typeface="Calibri"/>
                <a:cs typeface="Calibri"/>
                <a:sym typeface="Calibri"/>
              </a:rPr>
              <a:t>70%</a:t>
            </a:r>
            <a:endParaRPr/>
          </a:p>
        </p:txBody>
      </p:sp>
      <p:sp>
        <p:nvSpPr>
          <p:cNvPr id="3891" name="Google Shape;3891;p66"/>
          <p:cNvSpPr txBox="1"/>
          <p:nvPr/>
        </p:nvSpPr>
        <p:spPr>
          <a:xfrm>
            <a:off x="5201861" y="330861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dk1"/>
                </a:solidFill>
                <a:latin typeface="Calibri"/>
                <a:ea typeface="Calibri"/>
                <a:cs typeface="Calibri"/>
                <a:sym typeface="Calibri"/>
              </a:rPr>
              <a:t>40%</a:t>
            </a:r>
            <a:endParaRPr/>
          </a:p>
        </p:txBody>
      </p:sp>
      <p:sp>
        <p:nvSpPr>
          <p:cNvPr id="3892" name="Google Shape;3892;p66"/>
          <p:cNvSpPr txBox="1"/>
          <p:nvPr/>
        </p:nvSpPr>
        <p:spPr>
          <a:xfrm>
            <a:off x="7222989" y="3308616"/>
            <a:ext cx="761404"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Lorem ipsum.</a:t>
            </a:r>
            <a:endParaRPr/>
          </a:p>
          <a:p>
            <a:pPr indent="0" lvl="0" marL="0" marR="0" rtl="0" algn="ctr">
              <a:spcBef>
                <a:spcPts val="0"/>
              </a:spcBef>
              <a:spcAft>
                <a:spcPts val="0"/>
              </a:spcAft>
              <a:buNone/>
            </a:pPr>
            <a:r>
              <a:rPr b="1" lang="en-US" sz="2000">
                <a:solidFill>
                  <a:schemeClr val="dk1"/>
                </a:solidFill>
                <a:latin typeface="Calibri"/>
                <a:ea typeface="Calibri"/>
                <a:cs typeface="Calibri"/>
                <a:sym typeface="Calibri"/>
              </a:rPr>
              <a:t>90%</a:t>
            </a:r>
            <a:endParaRPr/>
          </a:p>
        </p:txBody>
      </p:sp>
      <p:sp>
        <p:nvSpPr>
          <p:cNvPr id="3893" name="Google Shape;3893;p66"/>
          <p:cNvSpPr txBox="1"/>
          <p:nvPr/>
        </p:nvSpPr>
        <p:spPr>
          <a:xfrm>
            <a:off x="1065757" y="267392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Analysis 1</a:t>
            </a:r>
            <a:endParaRPr/>
          </a:p>
        </p:txBody>
      </p:sp>
      <p:sp>
        <p:nvSpPr>
          <p:cNvPr id="3894" name="Google Shape;3894;p66"/>
          <p:cNvSpPr txBox="1"/>
          <p:nvPr/>
        </p:nvSpPr>
        <p:spPr>
          <a:xfrm>
            <a:off x="3086884" y="267392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Analysis 2</a:t>
            </a:r>
            <a:endParaRPr/>
          </a:p>
        </p:txBody>
      </p:sp>
      <p:sp>
        <p:nvSpPr>
          <p:cNvPr id="3895" name="Google Shape;3895;p66"/>
          <p:cNvSpPr txBox="1"/>
          <p:nvPr/>
        </p:nvSpPr>
        <p:spPr>
          <a:xfrm>
            <a:off x="5108011" y="267392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Analysis 3</a:t>
            </a:r>
            <a:endParaRPr/>
          </a:p>
        </p:txBody>
      </p:sp>
      <p:sp>
        <p:nvSpPr>
          <p:cNvPr id="3896" name="Google Shape;3896;p66"/>
          <p:cNvSpPr txBox="1"/>
          <p:nvPr/>
        </p:nvSpPr>
        <p:spPr>
          <a:xfrm>
            <a:off x="7129139" y="2673924"/>
            <a:ext cx="949106"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Analysis 4</a:t>
            </a:r>
            <a:endParaRPr/>
          </a:p>
        </p:txBody>
      </p:sp>
      <p:sp>
        <p:nvSpPr>
          <p:cNvPr id="3897" name="Google Shape;3897;p66"/>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898" name="Google Shape;3898;p66"/>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3" name="Shape 3903"/>
        <p:cNvGrpSpPr/>
        <p:nvPr/>
      </p:nvGrpSpPr>
      <p:grpSpPr>
        <a:xfrm>
          <a:off x="0" y="0"/>
          <a:ext cx="0" cy="0"/>
          <a:chOff x="0" y="0"/>
          <a:chExt cx="0" cy="0"/>
        </a:xfrm>
      </p:grpSpPr>
      <p:sp>
        <p:nvSpPr>
          <p:cNvPr id="3904" name="Google Shape;3904;p67"/>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3905" name="Google Shape;3905;p67"/>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3906" name="Google Shape;3906;p67"/>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3907" name="Google Shape;3907;p67"/>
          <p:cNvGrpSpPr/>
          <p:nvPr/>
        </p:nvGrpSpPr>
        <p:grpSpPr>
          <a:xfrm>
            <a:off x="6811664" y="1496715"/>
            <a:ext cx="1899810" cy="2573146"/>
            <a:chOff x="31312802" y="3793062"/>
            <a:chExt cx="7256331" cy="9828145"/>
          </a:xfrm>
        </p:grpSpPr>
        <p:sp>
          <p:nvSpPr>
            <p:cNvPr id="3908" name="Google Shape;3908;p67"/>
            <p:cNvSpPr/>
            <p:nvPr/>
          </p:nvSpPr>
          <p:spPr>
            <a:xfrm>
              <a:off x="31332636" y="3793062"/>
              <a:ext cx="7236497" cy="9814145"/>
            </a:xfrm>
            <a:custGeom>
              <a:rect b="b" l="l" r="r" t="t"/>
              <a:pathLst>
                <a:path extrusionOk="0" h="5221838" w="3850342">
                  <a:moveTo>
                    <a:pt x="1925792" y="5221839"/>
                  </a:moveTo>
                  <a:cubicBezTo>
                    <a:pt x="1906547" y="5221839"/>
                    <a:pt x="1891027" y="5205076"/>
                    <a:pt x="1892890" y="5185830"/>
                  </a:cubicBezTo>
                  <a:cubicBezTo>
                    <a:pt x="1894751" y="5168447"/>
                    <a:pt x="1910271" y="5156030"/>
                    <a:pt x="1927035" y="5156030"/>
                  </a:cubicBezTo>
                  <a:lnTo>
                    <a:pt x="3266149" y="5156030"/>
                  </a:lnTo>
                  <a:cubicBezTo>
                    <a:pt x="3551728" y="5156030"/>
                    <a:pt x="3783915" y="4920113"/>
                    <a:pt x="3783915" y="4633908"/>
                  </a:cubicBezTo>
                  <a:lnTo>
                    <a:pt x="3783915" y="577997"/>
                  </a:lnTo>
                  <a:cubicBezTo>
                    <a:pt x="3783915" y="294275"/>
                    <a:pt x="3552969" y="65808"/>
                    <a:pt x="3268632" y="65808"/>
                  </a:cubicBezTo>
                  <a:lnTo>
                    <a:pt x="581711" y="65808"/>
                  </a:lnTo>
                  <a:cubicBezTo>
                    <a:pt x="297375" y="65808"/>
                    <a:pt x="65808" y="294275"/>
                    <a:pt x="65808" y="577997"/>
                  </a:cubicBezTo>
                  <a:lnTo>
                    <a:pt x="65808" y="2064274"/>
                  </a:lnTo>
                  <a:cubicBezTo>
                    <a:pt x="36629" y="2097800"/>
                    <a:pt x="0" y="2077312"/>
                    <a:pt x="0" y="2048754"/>
                  </a:cubicBezTo>
                  <a:lnTo>
                    <a:pt x="0" y="577997"/>
                  </a:lnTo>
                  <a:cubicBezTo>
                    <a:pt x="0" y="257646"/>
                    <a:pt x="261367" y="0"/>
                    <a:pt x="582332" y="0"/>
                  </a:cubicBezTo>
                  <a:lnTo>
                    <a:pt x="3269254" y="0"/>
                  </a:lnTo>
                  <a:cubicBezTo>
                    <a:pt x="3589597" y="0"/>
                    <a:pt x="3850343" y="257646"/>
                    <a:pt x="3850343" y="577997"/>
                  </a:cubicBezTo>
                  <a:lnTo>
                    <a:pt x="3850343" y="4633908"/>
                  </a:lnTo>
                  <a:cubicBezTo>
                    <a:pt x="3850343" y="4956742"/>
                    <a:pt x="3588356" y="5221839"/>
                    <a:pt x="3266149" y="5221839"/>
                  </a:cubicBezTo>
                  <a:lnTo>
                    <a:pt x="1925172" y="5221839"/>
                  </a:lnTo>
                  <a:close/>
                </a:path>
              </a:pathLst>
            </a:custGeom>
            <a:solidFill>
              <a:srgbClr val="7F7F7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909" name="Google Shape;3909;p67"/>
            <p:cNvSpPr/>
            <p:nvPr/>
          </p:nvSpPr>
          <p:spPr>
            <a:xfrm>
              <a:off x="31312802" y="9382141"/>
              <a:ext cx="3297379" cy="4239066"/>
            </a:xfrm>
            <a:custGeom>
              <a:rect b="b" l="l" r="r" t="t"/>
              <a:pathLst>
                <a:path extrusionOk="0" h="2255491" w="1754445">
                  <a:moveTo>
                    <a:pt x="1710367" y="2255491"/>
                  </a:moveTo>
                  <a:cubicBezTo>
                    <a:pt x="1686155" y="2255491"/>
                    <a:pt x="1666288" y="2235625"/>
                    <a:pt x="1666288" y="2211412"/>
                  </a:cubicBezTo>
                  <a:cubicBezTo>
                    <a:pt x="1666288" y="2187200"/>
                    <a:pt x="1686155" y="2167333"/>
                    <a:pt x="1710367" y="2167333"/>
                  </a:cubicBezTo>
                  <a:cubicBezTo>
                    <a:pt x="1734578" y="2167333"/>
                    <a:pt x="1754446" y="2187200"/>
                    <a:pt x="1754446" y="2211412"/>
                  </a:cubicBezTo>
                  <a:cubicBezTo>
                    <a:pt x="1754446" y="2235625"/>
                    <a:pt x="1734578" y="2255491"/>
                    <a:pt x="1710367" y="2255491"/>
                  </a:cubicBezTo>
                  <a:close/>
                  <a:moveTo>
                    <a:pt x="1485008" y="2255491"/>
                  </a:moveTo>
                  <a:cubicBezTo>
                    <a:pt x="1460796" y="2255491"/>
                    <a:pt x="1440930" y="2235625"/>
                    <a:pt x="1440930" y="2211412"/>
                  </a:cubicBezTo>
                  <a:cubicBezTo>
                    <a:pt x="1440930" y="2187200"/>
                    <a:pt x="1460796" y="2167333"/>
                    <a:pt x="1485008" y="2167333"/>
                  </a:cubicBezTo>
                  <a:cubicBezTo>
                    <a:pt x="1509221" y="2167333"/>
                    <a:pt x="1529087" y="2187200"/>
                    <a:pt x="1529087" y="2211412"/>
                  </a:cubicBezTo>
                  <a:cubicBezTo>
                    <a:pt x="1529087" y="2235625"/>
                    <a:pt x="1509221" y="2255491"/>
                    <a:pt x="1485008" y="2255491"/>
                  </a:cubicBezTo>
                  <a:close/>
                  <a:moveTo>
                    <a:pt x="1259649" y="2255491"/>
                  </a:moveTo>
                  <a:cubicBezTo>
                    <a:pt x="1235437" y="2255491"/>
                    <a:pt x="1215571" y="2235625"/>
                    <a:pt x="1215571" y="2211412"/>
                  </a:cubicBezTo>
                  <a:cubicBezTo>
                    <a:pt x="1215571" y="2187200"/>
                    <a:pt x="1235437" y="2167333"/>
                    <a:pt x="1259649" y="2167333"/>
                  </a:cubicBezTo>
                  <a:cubicBezTo>
                    <a:pt x="1283862" y="2167333"/>
                    <a:pt x="1303728" y="2187200"/>
                    <a:pt x="1303728" y="2211412"/>
                  </a:cubicBezTo>
                  <a:cubicBezTo>
                    <a:pt x="1303728" y="2235625"/>
                    <a:pt x="1283862" y="2255491"/>
                    <a:pt x="1259649" y="2255491"/>
                  </a:cubicBezTo>
                  <a:close/>
                  <a:moveTo>
                    <a:pt x="1034291" y="2255491"/>
                  </a:moveTo>
                  <a:cubicBezTo>
                    <a:pt x="1010078" y="2255491"/>
                    <a:pt x="990212" y="2235625"/>
                    <a:pt x="990212" y="2211412"/>
                  </a:cubicBezTo>
                  <a:cubicBezTo>
                    <a:pt x="990212" y="2187200"/>
                    <a:pt x="1010078" y="2167333"/>
                    <a:pt x="1034291" y="2167333"/>
                  </a:cubicBezTo>
                  <a:cubicBezTo>
                    <a:pt x="1058503" y="2167333"/>
                    <a:pt x="1078369" y="2187200"/>
                    <a:pt x="1078369" y="2211412"/>
                  </a:cubicBezTo>
                  <a:cubicBezTo>
                    <a:pt x="1078369" y="2235625"/>
                    <a:pt x="1058503" y="2255491"/>
                    <a:pt x="1034291" y="2255491"/>
                  </a:cubicBezTo>
                  <a:close/>
                  <a:moveTo>
                    <a:pt x="808932" y="2255491"/>
                  </a:moveTo>
                  <a:cubicBezTo>
                    <a:pt x="784719" y="2255491"/>
                    <a:pt x="764853" y="2235625"/>
                    <a:pt x="764853" y="2211412"/>
                  </a:cubicBezTo>
                  <a:cubicBezTo>
                    <a:pt x="764853" y="2187200"/>
                    <a:pt x="784719" y="2167333"/>
                    <a:pt x="808932" y="2167333"/>
                  </a:cubicBezTo>
                  <a:cubicBezTo>
                    <a:pt x="833144" y="2167333"/>
                    <a:pt x="853010" y="2187200"/>
                    <a:pt x="853010" y="2211412"/>
                  </a:cubicBezTo>
                  <a:cubicBezTo>
                    <a:pt x="853010" y="2235625"/>
                    <a:pt x="833144" y="2255491"/>
                    <a:pt x="808932" y="2255491"/>
                  </a:cubicBezTo>
                  <a:close/>
                  <a:moveTo>
                    <a:pt x="582952" y="2253008"/>
                  </a:moveTo>
                  <a:cubicBezTo>
                    <a:pt x="570536" y="2253008"/>
                    <a:pt x="559362" y="2248662"/>
                    <a:pt x="551911" y="2240591"/>
                  </a:cubicBezTo>
                  <a:cubicBezTo>
                    <a:pt x="543841" y="2231900"/>
                    <a:pt x="539494" y="2220725"/>
                    <a:pt x="539494" y="2208929"/>
                  </a:cubicBezTo>
                  <a:cubicBezTo>
                    <a:pt x="539494" y="2185337"/>
                    <a:pt x="559362" y="2166712"/>
                    <a:pt x="582952" y="2166092"/>
                  </a:cubicBezTo>
                  <a:lnTo>
                    <a:pt x="583573" y="2166092"/>
                  </a:lnTo>
                  <a:cubicBezTo>
                    <a:pt x="583573" y="2166092"/>
                    <a:pt x="584195" y="2166712"/>
                    <a:pt x="584195" y="2166712"/>
                  </a:cubicBezTo>
                  <a:cubicBezTo>
                    <a:pt x="595990" y="2166712"/>
                    <a:pt x="606544" y="2172300"/>
                    <a:pt x="615236" y="2180371"/>
                  </a:cubicBezTo>
                  <a:cubicBezTo>
                    <a:pt x="623927" y="2189062"/>
                    <a:pt x="627652" y="2198375"/>
                    <a:pt x="627652" y="2210171"/>
                  </a:cubicBezTo>
                  <a:cubicBezTo>
                    <a:pt x="627652" y="2233762"/>
                    <a:pt x="607785" y="2252387"/>
                    <a:pt x="583573" y="2252387"/>
                  </a:cubicBezTo>
                  <a:lnTo>
                    <a:pt x="583573" y="2252387"/>
                  </a:lnTo>
                  <a:close/>
                  <a:moveTo>
                    <a:pt x="365044" y="2205825"/>
                  </a:moveTo>
                  <a:cubicBezTo>
                    <a:pt x="358836" y="2205825"/>
                    <a:pt x="352628" y="2204583"/>
                    <a:pt x="347039" y="2202100"/>
                  </a:cubicBezTo>
                  <a:cubicBezTo>
                    <a:pt x="325311" y="2192167"/>
                    <a:pt x="315378" y="2166092"/>
                    <a:pt x="325311" y="2143741"/>
                  </a:cubicBezTo>
                  <a:cubicBezTo>
                    <a:pt x="332762" y="2128220"/>
                    <a:pt x="348282" y="2118287"/>
                    <a:pt x="365664" y="2118287"/>
                  </a:cubicBezTo>
                  <a:cubicBezTo>
                    <a:pt x="383047" y="2118287"/>
                    <a:pt x="378080" y="2119529"/>
                    <a:pt x="383669" y="2122012"/>
                  </a:cubicBezTo>
                  <a:cubicBezTo>
                    <a:pt x="406018" y="2131946"/>
                    <a:pt x="415330" y="2158021"/>
                    <a:pt x="405398" y="2180371"/>
                  </a:cubicBezTo>
                  <a:cubicBezTo>
                    <a:pt x="397948" y="2195892"/>
                    <a:pt x="382427" y="2205825"/>
                    <a:pt x="365664" y="2205825"/>
                  </a:cubicBezTo>
                  <a:close/>
                  <a:moveTo>
                    <a:pt x="184384" y="2073587"/>
                  </a:moveTo>
                  <a:cubicBezTo>
                    <a:pt x="171968" y="2073587"/>
                    <a:pt x="160173" y="2068000"/>
                    <a:pt x="151480" y="2058687"/>
                  </a:cubicBezTo>
                  <a:cubicBezTo>
                    <a:pt x="143411" y="2049995"/>
                    <a:pt x="139685" y="2038820"/>
                    <a:pt x="140307" y="2027024"/>
                  </a:cubicBezTo>
                  <a:cubicBezTo>
                    <a:pt x="140307" y="2015229"/>
                    <a:pt x="145893" y="2004675"/>
                    <a:pt x="154584" y="1996604"/>
                  </a:cubicBezTo>
                  <a:cubicBezTo>
                    <a:pt x="162655" y="1989154"/>
                    <a:pt x="173209" y="1985428"/>
                    <a:pt x="183764" y="1985428"/>
                  </a:cubicBezTo>
                  <a:cubicBezTo>
                    <a:pt x="194318" y="1985428"/>
                    <a:pt x="207976" y="1991016"/>
                    <a:pt x="216667" y="1999708"/>
                  </a:cubicBezTo>
                  <a:cubicBezTo>
                    <a:pt x="224738" y="2008399"/>
                    <a:pt x="228463" y="2019574"/>
                    <a:pt x="227842" y="2031370"/>
                  </a:cubicBezTo>
                  <a:cubicBezTo>
                    <a:pt x="227842" y="2043166"/>
                    <a:pt x="222255" y="2053720"/>
                    <a:pt x="213562" y="2061791"/>
                  </a:cubicBezTo>
                  <a:cubicBezTo>
                    <a:pt x="205493" y="2069241"/>
                    <a:pt x="194938" y="2072966"/>
                    <a:pt x="184384" y="2072966"/>
                  </a:cubicBezTo>
                  <a:close/>
                  <a:moveTo>
                    <a:pt x="72016" y="1879887"/>
                  </a:moveTo>
                  <a:cubicBezTo>
                    <a:pt x="53391" y="1879887"/>
                    <a:pt x="36628" y="1868091"/>
                    <a:pt x="30420" y="1850087"/>
                  </a:cubicBezTo>
                  <a:cubicBezTo>
                    <a:pt x="26696" y="1838912"/>
                    <a:pt x="27316" y="1827116"/>
                    <a:pt x="32904" y="1816562"/>
                  </a:cubicBezTo>
                  <a:cubicBezTo>
                    <a:pt x="37871" y="1806008"/>
                    <a:pt x="47183" y="1797937"/>
                    <a:pt x="58357" y="1794212"/>
                  </a:cubicBezTo>
                  <a:cubicBezTo>
                    <a:pt x="62704" y="1792970"/>
                    <a:pt x="67669" y="1791728"/>
                    <a:pt x="72016" y="1791728"/>
                  </a:cubicBezTo>
                  <a:cubicBezTo>
                    <a:pt x="90641" y="1791728"/>
                    <a:pt x="107403" y="1803524"/>
                    <a:pt x="113611" y="1821528"/>
                  </a:cubicBezTo>
                  <a:cubicBezTo>
                    <a:pt x="117335" y="1832703"/>
                    <a:pt x="116715" y="1844499"/>
                    <a:pt x="111127" y="1855053"/>
                  </a:cubicBezTo>
                  <a:cubicBezTo>
                    <a:pt x="106161" y="1865607"/>
                    <a:pt x="96849" y="1873678"/>
                    <a:pt x="85674" y="1877403"/>
                  </a:cubicBezTo>
                  <a:cubicBezTo>
                    <a:pt x="81328" y="1878645"/>
                    <a:pt x="76362" y="1879887"/>
                    <a:pt x="72016" y="1879887"/>
                  </a:cubicBezTo>
                  <a:close/>
                  <a:moveTo>
                    <a:pt x="44079" y="1657628"/>
                  </a:moveTo>
                  <a:cubicBezTo>
                    <a:pt x="19866" y="1657628"/>
                    <a:pt x="0" y="1637761"/>
                    <a:pt x="0" y="1613549"/>
                  </a:cubicBezTo>
                  <a:cubicBezTo>
                    <a:pt x="0" y="1589336"/>
                    <a:pt x="19866" y="1569469"/>
                    <a:pt x="44079" y="1569469"/>
                  </a:cubicBezTo>
                  <a:cubicBezTo>
                    <a:pt x="68291" y="1569469"/>
                    <a:pt x="88157" y="1589336"/>
                    <a:pt x="88157" y="1613549"/>
                  </a:cubicBezTo>
                  <a:cubicBezTo>
                    <a:pt x="88157" y="1637761"/>
                    <a:pt x="68291" y="1657628"/>
                    <a:pt x="44079" y="1657628"/>
                  </a:cubicBezTo>
                  <a:close/>
                  <a:moveTo>
                    <a:pt x="44079" y="1432265"/>
                  </a:moveTo>
                  <a:cubicBezTo>
                    <a:pt x="19866" y="1432265"/>
                    <a:pt x="0" y="1412398"/>
                    <a:pt x="0" y="1388186"/>
                  </a:cubicBezTo>
                  <a:cubicBezTo>
                    <a:pt x="0" y="1363973"/>
                    <a:pt x="19866" y="1344107"/>
                    <a:pt x="44079" y="1344107"/>
                  </a:cubicBezTo>
                  <a:cubicBezTo>
                    <a:pt x="68291" y="1344107"/>
                    <a:pt x="88157" y="1363973"/>
                    <a:pt x="88157" y="1388186"/>
                  </a:cubicBezTo>
                  <a:cubicBezTo>
                    <a:pt x="88157" y="1412398"/>
                    <a:pt x="68291" y="1432265"/>
                    <a:pt x="44079" y="1432265"/>
                  </a:cubicBezTo>
                  <a:close/>
                  <a:moveTo>
                    <a:pt x="44079" y="1206902"/>
                  </a:moveTo>
                  <a:cubicBezTo>
                    <a:pt x="19866" y="1206902"/>
                    <a:pt x="0" y="1187036"/>
                    <a:pt x="0" y="1162823"/>
                  </a:cubicBezTo>
                  <a:cubicBezTo>
                    <a:pt x="0" y="1138611"/>
                    <a:pt x="19866" y="1118744"/>
                    <a:pt x="44079" y="1118744"/>
                  </a:cubicBezTo>
                  <a:cubicBezTo>
                    <a:pt x="68291" y="1118744"/>
                    <a:pt x="88157" y="1138611"/>
                    <a:pt x="88157" y="1162823"/>
                  </a:cubicBezTo>
                  <a:cubicBezTo>
                    <a:pt x="88157" y="1187036"/>
                    <a:pt x="68291" y="1206902"/>
                    <a:pt x="44079" y="1206902"/>
                  </a:cubicBezTo>
                  <a:close/>
                  <a:moveTo>
                    <a:pt x="44079" y="981539"/>
                  </a:moveTo>
                  <a:cubicBezTo>
                    <a:pt x="19866" y="981539"/>
                    <a:pt x="0" y="961673"/>
                    <a:pt x="0" y="937460"/>
                  </a:cubicBezTo>
                  <a:cubicBezTo>
                    <a:pt x="0" y="913248"/>
                    <a:pt x="19866" y="893381"/>
                    <a:pt x="44079" y="893381"/>
                  </a:cubicBezTo>
                  <a:cubicBezTo>
                    <a:pt x="68291" y="893381"/>
                    <a:pt x="88157" y="913248"/>
                    <a:pt x="88157" y="937460"/>
                  </a:cubicBezTo>
                  <a:cubicBezTo>
                    <a:pt x="88157" y="961673"/>
                    <a:pt x="68291" y="981539"/>
                    <a:pt x="44079" y="981539"/>
                  </a:cubicBezTo>
                  <a:close/>
                  <a:moveTo>
                    <a:pt x="44079" y="756176"/>
                  </a:moveTo>
                  <a:cubicBezTo>
                    <a:pt x="19866" y="756176"/>
                    <a:pt x="0" y="736310"/>
                    <a:pt x="0" y="712097"/>
                  </a:cubicBezTo>
                  <a:cubicBezTo>
                    <a:pt x="0" y="687884"/>
                    <a:pt x="19866" y="668018"/>
                    <a:pt x="44079" y="668018"/>
                  </a:cubicBezTo>
                  <a:cubicBezTo>
                    <a:pt x="68291" y="668018"/>
                    <a:pt x="88157" y="687884"/>
                    <a:pt x="88157" y="712097"/>
                  </a:cubicBezTo>
                  <a:cubicBezTo>
                    <a:pt x="88157" y="736310"/>
                    <a:pt x="68291" y="756176"/>
                    <a:pt x="44079" y="756176"/>
                  </a:cubicBezTo>
                  <a:close/>
                  <a:moveTo>
                    <a:pt x="44079" y="530813"/>
                  </a:moveTo>
                  <a:cubicBezTo>
                    <a:pt x="19866" y="530813"/>
                    <a:pt x="0" y="510947"/>
                    <a:pt x="0" y="486734"/>
                  </a:cubicBezTo>
                  <a:cubicBezTo>
                    <a:pt x="0" y="462522"/>
                    <a:pt x="19866" y="442655"/>
                    <a:pt x="44079" y="442655"/>
                  </a:cubicBezTo>
                  <a:cubicBezTo>
                    <a:pt x="68291" y="442655"/>
                    <a:pt x="88157" y="462522"/>
                    <a:pt x="88157" y="486734"/>
                  </a:cubicBezTo>
                  <a:cubicBezTo>
                    <a:pt x="88157" y="510947"/>
                    <a:pt x="68291" y="530813"/>
                    <a:pt x="44079" y="530813"/>
                  </a:cubicBezTo>
                  <a:close/>
                  <a:moveTo>
                    <a:pt x="44079" y="305451"/>
                  </a:moveTo>
                  <a:cubicBezTo>
                    <a:pt x="19866" y="305451"/>
                    <a:pt x="0" y="285584"/>
                    <a:pt x="0" y="261372"/>
                  </a:cubicBezTo>
                  <a:cubicBezTo>
                    <a:pt x="0" y="237159"/>
                    <a:pt x="19866" y="217292"/>
                    <a:pt x="44079" y="217292"/>
                  </a:cubicBezTo>
                  <a:cubicBezTo>
                    <a:pt x="68291" y="217292"/>
                    <a:pt x="88157" y="237159"/>
                    <a:pt x="88157" y="261372"/>
                  </a:cubicBezTo>
                  <a:cubicBezTo>
                    <a:pt x="88157" y="285584"/>
                    <a:pt x="68291" y="305451"/>
                    <a:pt x="44079" y="305451"/>
                  </a:cubicBezTo>
                  <a:close/>
                  <a:moveTo>
                    <a:pt x="44079" y="88159"/>
                  </a:moveTo>
                  <a:cubicBezTo>
                    <a:pt x="19866" y="88159"/>
                    <a:pt x="0" y="68292"/>
                    <a:pt x="0" y="44079"/>
                  </a:cubicBezTo>
                  <a:cubicBezTo>
                    <a:pt x="0" y="19867"/>
                    <a:pt x="19866" y="0"/>
                    <a:pt x="44079" y="0"/>
                  </a:cubicBezTo>
                  <a:cubicBezTo>
                    <a:pt x="68291" y="0"/>
                    <a:pt x="88157" y="19867"/>
                    <a:pt x="88157" y="44079"/>
                  </a:cubicBezTo>
                  <a:cubicBezTo>
                    <a:pt x="88157" y="68292"/>
                    <a:pt x="68291" y="88159"/>
                    <a:pt x="44079" y="88159"/>
                  </a:cubicBezTo>
                  <a:close/>
                </a:path>
              </a:pathLst>
            </a:custGeom>
            <a:solidFill>
              <a:srgbClr val="7F7F7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grpSp>
      <p:grpSp>
        <p:nvGrpSpPr>
          <p:cNvPr id="3910" name="Google Shape;3910;p67"/>
          <p:cNvGrpSpPr/>
          <p:nvPr/>
        </p:nvGrpSpPr>
        <p:grpSpPr>
          <a:xfrm>
            <a:off x="2559314" y="1565311"/>
            <a:ext cx="2357733" cy="2574979"/>
            <a:chOff x="15070933" y="3791895"/>
            <a:chExt cx="9005370" cy="9835146"/>
          </a:xfrm>
        </p:grpSpPr>
        <p:sp>
          <p:nvSpPr>
            <p:cNvPr id="3911" name="Google Shape;3911;p67"/>
            <p:cNvSpPr/>
            <p:nvPr/>
          </p:nvSpPr>
          <p:spPr>
            <a:xfrm>
              <a:off x="19027554" y="9362306"/>
              <a:ext cx="3298546" cy="4264735"/>
            </a:xfrm>
            <a:custGeom>
              <a:rect b="b" l="l" r="r" t="t"/>
              <a:pathLst>
                <a:path extrusionOk="0" h="2269149" w="1755066">
                  <a:moveTo>
                    <a:pt x="947997" y="2269150"/>
                  </a:moveTo>
                  <a:cubicBezTo>
                    <a:pt x="923785" y="2269150"/>
                    <a:pt x="903918" y="2249284"/>
                    <a:pt x="903918" y="2225071"/>
                  </a:cubicBezTo>
                  <a:cubicBezTo>
                    <a:pt x="903918" y="2200858"/>
                    <a:pt x="923785" y="2180992"/>
                    <a:pt x="947997" y="2180992"/>
                  </a:cubicBezTo>
                  <a:cubicBezTo>
                    <a:pt x="972208" y="2180992"/>
                    <a:pt x="992075" y="2200858"/>
                    <a:pt x="992075" y="2225071"/>
                  </a:cubicBezTo>
                  <a:cubicBezTo>
                    <a:pt x="992075" y="2249284"/>
                    <a:pt x="972208" y="2269150"/>
                    <a:pt x="947997" y="2269150"/>
                  </a:cubicBezTo>
                  <a:close/>
                  <a:moveTo>
                    <a:pt x="722017" y="2269150"/>
                  </a:moveTo>
                  <a:cubicBezTo>
                    <a:pt x="697805" y="2269150"/>
                    <a:pt x="677939" y="2249284"/>
                    <a:pt x="677939" y="2225071"/>
                  </a:cubicBezTo>
                  <a:cubicBezTo>
                    <a:pt x="677939" y="2200858"/>
                    <a:pt x="697805" y="2180992"/>
                    <a:pt x="722017" y="2180992"/>
                  </a:cubicBezTo>
                  <a:cubicBezTo>
                    <a:pt x="746229" y="2180992"/>
                    <a:pt x="766096" y="2200858"/>
                    <a:pt x="766096" y="2225071"/>
                  </a:cubicBezTo>
                  <a:cubicBezTo>
                    <a:pt x="766096" y="2249284"/>
                    <a:pt x="746229" y="2269150"/>
                    <a:pt x="722017" y="2269150"/>
                  </a:cubicBezTo>
                  <a:close/>
                  <a:moveTo>
                    <a:pt x="496038" y="2269150"/>
                  </a:moveTo>
                  <a:cubicBezTo>
                    <a:pt x="471825" y="2269150"/>
                    <a:pt x="451959" y="2249284"/>
                    <a:pt x="451959" y="2225071"/>
                  </a:cubicBezTo>
                  <a:cubicBezTo>
                    <a:pt x="451959" y="2200858"/>
                    <a:pt x="471825" y="2180992"/>
                    <a:pt x="496038" y="2180992"/>
                  </a:cubicBezTo>
                  <a:cubicBezTo>
                    <a:pt x="520250" y="2180992"/>
                    <a:pt x="540116" y="2200858"/>
                    <a:pt x="540116" y="2225071"/>
                  </a:cubicBezTo>
                  <a:cubicBezTo>
                    <a:pt x="540116" y="2249284"/>
                    <a:pt x="520250" y="2269150"/>
                    <a:pt x="496038" y="2269150"/>
                  </a:cubicBezTo>
                  <a:close/>
                  <a:moveTo>
                    <a:pt x="270058" y="2269150"/>
                  </a:moveTo>
                  <a:cubicBezTo>
                    <a:pt x="245846" y="2269150"/>
                    <a:pt x="225980" y="2249284"/>
                    <a:pt x="225980" y="2225071"/>
                  </a:cubicBezTo>
                  <a:cubicBezTo>
                    <a:pt x="225980" y="2200858"/>
                    <a:pt x="245846" y="2180992"/>
                    <a:pt x="270058" y="2180992"/>
                  </a:cubicBezTo>
                  <a:cubicBezTo>
                    <a:pt x="294270" y="2180992"/>
                    <a:pt x="314136" y="2200858"/>
                    <a:pt x="314136" y="2225071"/>
                  </a:cubicBezTo>
                  <a:cubicBezTo>
                    <a:pt x="314136" y="2249284"/>
                    <a:pt x="294270" y="2269150"/>
                    <a:pt x="270058" y="2269150"/>
                  </a:cubicBezTo>
                  <a:close/>
                  <a:moveTo>
                    <a:pt x="44078" y="2269150"/>
                  </a:moveTo>
                  <a:cubicBezTo>
                    <a:pt x="19867" y="2269150"/>
                    <a:pt x="0" y="2249284"/>
                    <a:pt x="0" y="2225071"/>
                  </a:cubicBezTo>
                  <a:cubicBezTo>
                    <a:pt x="0" y="2200858"/>
                    <a:pt x="19867" y="2180992"/>
                    <a:pt x="44078" y="2180992"/>
                  </a:cubicBezTo>
                  <a:cubicBezTo>
                    <a:pt x="68291" y="2180992"/>
                    <a:pt x="88157" y="2200858"/>
                    <a:pt x="88157" y="2225071"/>
                  </a:cubicBezTo>
                  <a:cubicBezTo>
                    <a:pt x="88157" y="2249284"/>
                    <a:pt x="68291" y="2269150"/>
                    <a:pt x="44078" y="2269150"/>
                  </a:cubicBezTo>
                  <a:close/>
                  <a:moveTo>
                    <a:pt x="1172734" y="2264184"/>
                  </a:moveTo>
                  <a:cubicBezTo>
                    <a:pt x="1148522" y="2264184"/>
                    <a:pt x="1129277" y="2246800"/>
                    <a:pt x="1128656" y="2223208"/>
                  </a:cubicBezTo>
                  <a:cubicBezTo>
                    <a:pt x="1128656" y="2211412"/>
                    <a:pt x="1133002" y="2199617"/>
                    <a:pt x="1141073" y="2191546"/>
                  </a:cubicBezTo>
                  <a:cubicBezTo>
                    <a:pt x="1149764" y="2182233"/>
                    <a:pt x="1160939" y="2177888"/>
                    <a:pt x="1172114" y="2177888"/>
                  </a:cubicBezTo>
                  <a:lnTo>
                    <a:pt x="1172734" y="2177888"/>
                  </a:lnTo>
                  <a:cubicBezTo>
                    <a:pt x="1196326" y="2177888"/>
                    <a:pt x="1216192" y="2198375"/>
                    <a:pt x="1216813" y="2222587"/>
                  </a:cubicBezTo>
                  <a:cubicBezTo>
                    <a:pt x="1216813" y="2234383"/>
                    <a:pt x="1212467" y="2243696"/>
                    <a:pt x="1204396" y="2252388"/>
                  </a:cubicBezTo>
                  <a:cubicBezTo>
                    <a:pt x="1196326" y="2260458"/>
                    <a:pt x="1185772" y="2264184"/>
                    <a:pt x="1173355" y="2264184"/>
                  </a:cubicBezTo>
                  <a:lnTo>
                    <a:pt x="1172734" y="2264184"/>
                  </a:lnTo>
                  <a:close/>
                  <a:moveTo>
                    <a:pt x="1391264" y="2219483"/>
                  </a:moveTo>
                  <a:cubicBezTo>
                    <a:pt x="1373881" y="2219483"/>
                    <a:pt x="1358361" y="2209550"/>
                    <a:pt x="1350910" y="2194029"/>
                  </a:cubicBezTo>
                  <a:cubicBezTo>
                    <a:pt x="1340977" y="2171679"/>
                    <a:pt x="1350910" y="2145604"/>
                    <a:pt x="1372639" y="2135671"/>
                  </a:cubicBezTo>
                  <a:cubicBezTo>
                    <a:pt x="1378227" y="2133187"/>
                    <a:pt x="1384435" y="2131946"/>
                    <a:pt x="1391264" y="2131946"/>
                  </a:cubicBezTo>
                  <a:cubicBezTo>
                    <a:pt x="1408647" y="2131946"/>
                    <a:pt x="1424168" y="2141879"/>
                    <a:pt x="1430997" y="2157400"/>
                  </a:cubicBezTo>
                  <a:cubicBezTo>
                    <a:pt x="1440930" y="2179750"/>
                    <a:pt x="1430997" y="2205825"/>
                    <a:pt x="1409268" y="2215758"/>
                  </a:cubicBezTo>
                  <a:cubicBezTo>
                    <a:pt x="1403680" y="2218242"/>
                    <a:pt x="1397472" y="2220104"/>
                    <a:pt x="1391264" y="2220104"/>
                  </a:cubicBezTo>
                  <a:close/>
                  <a:moveTo>
                    <a:pt x="1571302" y="2082279"/>
                  </a:moveTo>
                  <a:cubicBezTo>
                    <a:pt x="1558886" y="2082279"/>
                    <a:pt x="1548953" y="2079795"/>
                    <a:pt x="1542124" y="2072966"/>
                  </a:cubicBezTo>
                  <a:cubicBezTo>
                    <a:pt x="1532812" y="2064896"/>
                    <a:pt x="1528466" y="2054962"/>
                    <a:pt x="1527224" y="2043787"/>
                  </a:cubicBezTo>
                  <a:cubicBezTo>
                    <a:pt x="1526603" y="2031991"/>
                    <a:pt x="1530328" y="2021437"/>
                    <a:pt x="1538399" y="2012745"/>
                  </a:cubicBezTo>
                  <a:cubicBezTo>
                    <a:pt x="1546469" y="2003433"/>
                    <a:pt x="1558265" y="1998466"/>
                    <a:pt x="1571302" y="1998466"/>
                  </a:cubicBezTo>
                  <a:cubicBezTo>
                    <a:pt x="1584340" y="1998466"/>
                    <a:pt x="1592411" y="2002812"/>
                    <a:pt x="1600482" y="2009641"/>
                  </a:cubicBezTo>
                  <a:cubicBezTo>
                    <a:pt x="1609173" y="2017712"/>
                    <a:pt x="1614139" y="2028266"/>
                    <a:pt x="1614760" y="2040062"/>
                  </a:cubicBezTo>
                  <a:cubicBezTo>
                    <a:pt x="1615381" y="2051237"/>
                    <a:pt x="1611656" y="2060550"/>
                    <a:pt x="1603586" y="2069862"/>
                  </a:cubicBezTo>
                  <a:cubicBezTo>
                    <a:pt x="1594273" y="2080416"/>
                    <a:pt x="1580615" y="2082279"/>
                    <a:pt x="1570682" y="2082279"/>
                  </a:cubicBezTo>
                  <a:lnTo>
                    <a:pt x="1570682" y="2082279"/>
                  </a:lnTo>
                  <a:close/>
                  <a:moveTo>
                    <a:pt x="1683672" y="1892924"/>
                  </a:moveTo>
                  <a:cubicBezTo>
                    <a:pt x="1678705" y="1892924"/>
                    <a:pt x="1674360" y="1892304"/>
                    <a:pt x="1670013" y="1890441"/>
                  </a:cubicBezTo>
                  <a:cubicBezTo>
                    <a:pt x="1647043" y="1882991"/>
                    <a:pt x="1634627" y="1858158"/>
                    <a:pt x="1642076" y="1835187"/>
                  </a:cubicBezTo>
                  <a:cubicBezTo>
                    <a:pt x="1648285" y="1817182"/>
                    <a:pt x="1665047" y="1804766"/>
                    <a:pt x="1683672" y="1804766"/>
                  </a:cubicBezTo>
                  <a:cubicBezTo>
                    <a:pt x="1702297" y="1804766"/>
                    <a:pt x="1692984" y="1805387"/>
                    <a:pt x="1697330" y="1807249"/>
                  </a:cubicBezTo>
                  <a:cubicBezTo>
                    <a:pt x="1708505" y="1810974"/>
                    <a:pt x="1717817" y="1818424"/>
                    <a:pt x="1722783" y="1828978"/>
                  </a:cubicBezTo>
                  <a:cubicBezTo>
                    <a:pt x="1728371" y="1839533"/>
                    <a:pt x="1728992" y="1851328"/>
                    <a:pt x="1725267" y="1862503"/>
                  </a:cubicBezTo>
                  <a:cubicBezTo>
                    <a:pt x="1719059" y="1880508"/>
                    <a:pt x="1702297" y="1892924"/>
                    <a:pt x="1683672" y="1892924"/>
                  </a:cubicBezTo>
                  <a:close/>
                  <a:moveTo>
                    <a:pt x="1710988" y="1670045"/>
                  </a:moveTo>
                  <a:cubicBezTo>
                    <a:pt x="1686776" y="1670045"/>
                    <a:pt x="1666909" y="1650178"/>
                    <a:pt x="1666909" y="1625966"/>
                  </a:cubicBezTo>
                  <a:cubicBezTo>
                    <a:pt x="1666909" y="1601753"/>
                    <a:pt x="1686776" y="1581886"/>
                    <a:pt x="1710988" y="1581886"/>
                  </a:cubicBezTo>
                  <a:cubicBezTo>
                    <a:pt x="1735200" y="1581886"/>
                    <a:pt x="1755067" y="1601753"/>
                    <a:pt x="1755067" y="1625966"/>
                  </a:cubicBezTo>
                  <a:cubicBezTo>
                    <a:pt x="1755067" y="1650178"/>
                    <a:pt x="1735200" y="1670045"/>
                    <a:pt x="1710988" y="1670045"/>
                  </a:cubicBezTo>
                  <a:close/>
                  <a:moveTo>
                    <a:pt x="1710988" y="1444061"/>
                  </a:moveTo>
                  <a:cubicBezTo>
                    <a:pt x="1686776" y="1444061"/>
                    <a:pt x="1666909" y="1424194"/>
                    <a:pt x="1666909" y="1399982"/>
                  </a:cubicBezTo>
                  <a:cubicBezTo>
                    <a:pt x="1666909" y="1375769"/>
                    <a:pt x="1686776" y="1355903"/>
                    <a:pt x="1710988" y="1355903"/>
                  </a:cubicBezTo>
                  <a:cubicBezTo>
                    <a:pt x="1735200" y="1355903"/>
                    <a:pt x="1755067" y="1375769"/>
                    <a:pt x="1755067" y="1399982"/>
                  </a:cubicBezTo>
                  <a:cubicBezTo>
                    <a:pt x="1755067" y="1424194"/>
                    <a:pt x="1735200" y="1444061"/>
                    <a:pt x="1710988" y="1444061"/>
                  </a:cubicBezTo>
                  <a:close/>
                  <a:moveTo>
                    <a:pt x="1710988" y="1218077"/>
                  </a:moveTo>
                  <a:cubicBezTo>
                    <a:pt x="1686776" y="1218077"/>
                    <a:pt x="1666909" y="1198210"/>
                    <a:pt x="1666909" y="1173998"/>
                  </a:cubicBezTo>
                  <a:cubicBezTo>
                    <a:pt x="1666909" y="1149785"/>
                    <a:pt x="1686776" y="1129919"/>
                    <a:pt x="1710988" y="1129919"/>
                  </a:cubicBezTo>
                  <a:cubicBezTo>
                    <a:pt x="1735200" y="1129919"/>
                    <a:pt x="1755067" y="1149785"/>
                    <a:pt x="1755067" y="1173998"/>
                  </a:cubicBezTo>
                  <a:cubicBezTo>
                    <a:pt x="1755067" y="1198210"/>
                    <a:pt x="1735200" y="1218077"/>
                    <a:pt x="1710988" y="1218077"/>
                  </a:cubicBezTo>
                  <a:close/>
                  <a:moveTo>
                    <a:pt x="1710988" y="992094"/>
                  </a:moveTo>
                  <a:cubicBezTo>
                    <a:pt x="1686776" y="992094"/>
                    <a:pt x="1666909" y="972227"/>
                    <a:pt x="1666909" y="948014"/>
                  </a:cubicBezTo>
                  <a:cubicBezTo>
                    <a:pt x="1666909" y="923802"/>
                    <a:pt x="1686776" y="903935"/>
                    <a:pt x="1710988" y="903935"/>
                  </a:cubicBezTo>
                  <a:cubicBezTo>
                    <a:pt x="1735200" y="903935"/>
                    <a:pt x="1755067" y="923802"/>
                    <a:pt x="1755067" y="948014"/>
                  </a:cubicBezTo>
                  <a:cubicBezTo>
                    <a:pt x="1755067" y="972227"/>
                    <a:pt x="1735200" y="992094"/>
                    <a:pt x="1710988" y="992094"/>
                  </a:cubicBezTo>
                  <a:close/>
                  <a:moveTo>
                    <a:pt x="1710988" y="766110"/>
                  </a:moveTo>
                  <a:cubicBezTo>
                    <a:pt x="1686776" y="766110"/>
                    <a:pt x="1666909" y="746243"/>
                    <a:pt x="1666909" y="722031"/>
                  </a:cubicBezTo>
                  <a:cubicBezTo>
                    <a:pt x="1666909" y="697818"/>
                    <a:pt x="1686776" y="677951"/>
                    <a:pt x="1710988" y="677951"/>
                  </a:cubicBezTo>
                  <a:cubicBezTo>
                    <a:pt x="1735200" y="677951"/>
                    <a:pt x="1755067" y="697818"/>
                    <a:pt x="1755067" y="722031"/>
                  </a:cubicBezTo>
                  <a:cubicBezTo>
                    <a:pt x="1755067" y="746243"/>
                    <a:pt x="1735200" y="766110"/>
                    <a:pt x="1710988" y="766110"/>
                  </a:cubicBezTo>
                  <a:close/>
                  <a:moveTo>
                    <a:pt x="1710988" y="540126"/>
                  </a:moveTo>
                  <a:cubicBezTo>
                    <a:pt x="1686776" y="540126"/>
                    <a:pt x="1666909" y="520260"/>
                    <a:pt x="1666909" y="496047"/>
                  </a:cubicBezTo>
                  <a:cubicBezTo>
                    <a:pt x="1666909" y="471834"/>
                    <a:pt x="1686776" y="451968"/>
                    <a:pt x="1710988" y="451968"/>
                  </a:cubicBezTo>
                  <a:cubicBezTo>
                    <a:pt x="1735200" y="451968"/>
                    <a:pt x="1755067" y="471834"/>
                    <a:pt x="1755067" y="496047"/>
                  </a:cubicBezTo>
                  <a:cubicBezTo>
                    <a:pt x="1755067" y="520260"/>
                    <a:pt x="1735200" y="540126"/>
                    <a:pt x="1710988" y="540126"/>
                  </a:cubicBezTo>
                  <a:close/>
                  <a:moveTo>
                    <a:pt x="1710988" y="314142"/>
                  </a:moveTo>
                  <a:cubicBezTo>
                    <a:pt x="1686776" y="314142"/>
                    <a:pt x="1666909" y="294276"/>
                    <a:pt x="1666909" y="270063"/>
                  </a:cubicBezTo>
                  <a:cubicBezTo>
                    <a:pt x="1666909" y="245851"/>
                    <a:pt x="1686776" y="225984"/>
                    <a:pt x="1710988" y="225984"/>
                  </a:cubicBezTo>
                  <a:cubicBezTo>
                    <a:pt x="1735200" y="225984"/>
                    <a:pt x="1755067" y="245851"/>
                    <a:pt x="1755067" y="270063"/>
                  </a:cubicBezTo>
                  <a:cubicBezTo>
                    <a:pt x="1755067" y="294276"/>
                    <a:pt x="1735200" y="314142"/>
                    <a:pt x="1710988" y="314142"/>
                  </a:cubicBezTo>
                  <a:close/>
                  <a:moveTo>
                    <a:pt x="1710988" y="88159"/>
                  </a:moveTo>
                  <a:cubicBezTo>
                    <a:pt x="1686776" y="88159"/>
                    <a:pt x="1666909" y="68292"/>
                    <a:pt x="1666909" y="44079"/>
                  </a:cubicBezTo>
                  <a:cubicBezTo>
                    <a:pt x="1666909" y="19867"/>
                    <a:pt x="1686776" y="0"/>
                    <a:pt x="1710988" y="0"/>
                  </a:cubicBezTo>
                  <a:cubicBezTo>
                    <a:pt x="1735200" y="0"/>
                    <a:pt x="1755067" y="19867"/>
                    <a:pt x="1755067" y="44079"/>
                  </a:cubicBezTo>
                  <a:cubicBezTo>
                    <a:pt x="1755067" y="68292"/>
                    <a:pt x="1735200" y="88159"/>
                    <a:pt x="1710988" y="88159"/>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12" name="Google Shape;3912;p67"/>
            <p:cNvSpPr/>
            <p:nvPr/>
          </p:nvSpPr>
          <p:spPr>
            <a:xfrm>
              <a:off x="15070933" y="9369307"/>
              <a:ext cx="3677755" cy="4236732"/>
            </a:xfrm>
            <a:custGeom>
              <a:rect b="b" l="l" r="r" t="t"/>
              <a:pathLst>
                <a:path extrusionOk="0" h="2254249" w="1956833">
                  <a:moveTo>
                    <a:pt x="581711" y="2254250"/>
                  </a:moveTo>
                  <a:cubicBezTo>
                    <a:pt x="260746" y="2254250"/>
                    <a:pt x="0" y="1993499"/>
                    <a:pt x="0" y="1672528"/>
                  </a:cubicBezTo>
                  <a:lnTo>
                    <a:pt x="0" y="32904"/>
                  </a:lnTo>
                  <a:cubicBezTo>
                    <a:pt x="0" y="14900"/>
                    <a:pt x="14900" y="0"/>
                    <a:pt x="32904" y="0"/>
                  </a:cubicBezTo>
                  <a:cubicBezTo>
                    <a:pt x="50907" y="0"/>
                    <a:pt x="65807" y="14900"/>
                    <a:pt x="65807" y="32904"/>
                  </a:cubicBezTo>
                  <a:lnTo>
                    <a:pt x="65807" y="1672528"/>
                  </a:lnTo>
                  <a:cubicBezTo>
                    <a:pt x="65807" y="1956870"/>
                    <a:pt x="297374" y="2188441"/>
                    <a:pt x="581711" y="2188441"/>
                  </a:cubicBezTo>
                  <a:lnTo>
                    <a:pt x="1923930" y="2188441"/>
                  </a:lnTo>
                  <a:cubicBezTo>
                    <a:pt x="1941934" y="2188441"/>
                    <a:pt x="1956833" y="2203341"/>
                    <a:pt x="1956833" y="2221346"/>
                  </a:cubicBezTo>
                  <a:cubicBezTo>
                    <a:pt x="1956833" y="2239350"/>
                    <a:pt x="1941934" y="2254250"/>
                    <a:pt x="1923930" y="2254250"/>
                  </a:cubicBezTo>
                  <a:lnTo>
                    <a:pt x="581711" y="225425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13" name="Google Shape;3913;p67"/>
            <p:cNvSpPr/>
            <p:nvPr/>
          </p:nvSpPr>
          <p:spPr>
            <a:xfrm>
              <a:off x="15070933" y="3791895"/>
              <a:ext cx="8885187" cy="4809642"/>
            </a:xfrm>
            <a:custGeom>
              <a:rect b="b" l="l" r="r" t="t"/>
              <a:pathLst>
                <a:path extrusionOk="0" h="2559079" w="4727565">
                  <a:moveTo>
                    <a:pt x="4004307" y="2559080"/>
                  </a:moveTo>
                  <a:cubicBezTo>
                    <a:pt x="3883247" y="2559080"/>
                    <a:pt x="3784536" y="2460367"/>
                    <a:pt x="3784536" y="2339304"/>
                  </a:cubicBezTo>
                  <a:lnTo>
                    <a:pt x="3784536" y="584205"/>
                  </a:lnTo>
                  <a:cubicBezTo>
                    <a:pt x="3784536" y="298621"/>
                    <a:pt x="3551727" y="65808"/>
                    <a:pt x="3266149" y="65808"/>
                  </a:cubicBezTo>
                  <a:lnTo>
                    <a:pt x="581711" y="65808"/>
                  </a:lnTo>
                  <a:cubicBezTo>
                    <a:pt x="297374" y="65808"/>
                    <a:pt x="65807" y="297380"/>
                    <a:pt x="65807" y="581722"/>
                  </a:cubicBezTo>
                  <a:lnTo>
                    <a:pt x="65807" y="2032612"/>
                  </a:lnTo>
                  <a:cubicBezTo>
                    <a:pt x="65807" y="2050616"/>
                    <a:pt x="50907" y="2065516"/>
                    <a:pt x="32904" y="2065516"/>
                  </a:cubicBezTo>
                  <a:cubicBezTo>
                    <a:pt x="14900" y="2065516"/>
                    <a:pt x="0" y="2050616"/>
                    <a:pt x="0" y="2032612"/>
                  </a:cubicBezTo>
                  <a:lnTo>
                    <a:pt x="0" y="581722"/>
                  </a:lnTo>
                  <a:cubicBezTo>
                    <a:pt x="0" y="260750"/>
                    <a:pt x="260746" y="0"/>
                    <a:pt x="581711" y="0"/>
                  </a:cubicBezTo>
                  <a:lnTo>
                    <a:pt x="3266149" y="0"/>
                  </a:lnTo>
                  <a:cubicBezTo>
                    <a:pt x="3588356" y="0"/>
                    <a:pt x="3850343" y="261992"/>
                    <a:pt x="3850343" y="584205"/>
                  </a:cubicBezTo>
                  <a:lnTo>
                    <a:pt x="3850343" y="2339304"/>
                  </a:lnTo>
                  <a:cubicBezTo>
                    <a:pt x="3850343" y="2424359"/>
                    <a:pt x="3919255" y="2493271"/>
                    <a:pt x="4004307" y="2493271"/>
                  </a:cubicBezTo>
                  <a:lnTo>
                    <a:pt x="4694662" y="2493271"/>
                  </a:lnTo>
                  <a:cubicBezTo>
                    <a:pt x="4712666" y="2493271"/>
                    <a:pt x="4727566" y="2508171"/>
                    <a:pt x="4727566" y="2526175"/>
                  </a:cubicBezTo>
                  <a:cubicBezTo>
                    <a:pt x="4727566" y="2544180"/>
                    <a:pt x="4712666" y="2559080"/>
                    <a:pt x="4694662" y="2559080"/>
                  </a:cubicBezTo>
                  <a:lnTo>
                    <a:pt x="4004307" y="255908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highlight>
                  <a:srgbClr val="FCB035"/>
                </a:highlight>
                <a:latin typeface="Calibri"/>
                <a:ea typeface="Calibri"/>
                <a:cs typeface="Calibri"/>
                <a:sym typeface="Calibri"/>
              </a:endParaRPr>
            </a:p>
          </p:txBody>
        </p:sp>
        <p:sp>
          <p:nvSpPr>
            <p:cNvPr id="3914" name="Google Shape;3914;p67"/>
            <p:cNvSpPr/>
            <p:nvPr/>
          </p:nvSpPr>
          <p:spPr>
            <a:xfrm>
              <a:off x="23201716" y="8057798"/>
              <a:ext cx="874587" cy="963795"/>
            </a:xfrm>
            <a:custGeom>
              <a:rect b="b" l="l" r="r" t="t"/>
              <a:pathLst>
                <a:path extrusionOk="0" h="512809" w="465344">
                  <a:moveTo>
                    <a:pt x="33251" y="512809"/>
                  </a:moveTo>
                  <a:cubicBezTo>
                    <a:pt x="21456" y="512809"/>
                    <a:pt x="10901" y="506601"/>
                    <a:pt x="4693" y="496668"/>
                  </a:cubicBezTo>
                  <a:cubicBezTo>
                    <a:pt x="-4619" y="481147"/>
                    <a:pt x="348" y="460659"/>
                    <a:pt x="15868" y="451347"/>
                  </a:cubicBezTo>
                  <a:lnTo>
                    <a:pt x="338075" y="256405"/>
                  </a:lnTo>
                  <a:lnTo>
                    <a:pt x="15868" y="61463"/>
                  </a:lnTo>
                  <a:cubicBezTo>
                    <a:pt x="8418" y="57117"/>
                    <a:pt x="2831" y="49667"/>
                    <a:pt x="968" y="40975"/>
                  </a:cubicBezTo>
                  <a:cubicBezTo>
                    <a:pt x="-895" y="32283"/>
                    <a:pt x="348" y="23592"/>
                    <a:pt x="4693" y="16142"/>
                  </a:cubicBezTo>
                  <a:cubicBezTo>
                    <a:pt x="10901" y="6208"/>
                    <a:pt x="21456" y="0"/>
                    <a:pt x="33251" y="0"/>
                  </a:cubicBezTo>
                  <a:cubicBezTo>
                    <a:pt x="45047" y="0"/>
                    <a:pt x="45047" y="1862"/>
                    <a:pt x="50013" y="4967"/>
                  </a:cubicBezTo>
                  <a:lnTo>
                    <a:pt x="465344" y="256405"/>
                  </a:lnTo>
                  <a:lnTo>
                    <a:pt x="50013" y="507842"/>
                  </a:lnTo>
                  <a:cubicBezTo>
                    <a:pt x="45047" y="510947"/>
                    <a:pt x="38838" y="512809"/>
                    <a:pt x="33251" y="512809"/>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15" name="Google Shape;3915;p67"/>
            <p:cNvSpPr/>
            <p:nvPr/>
          </p:nvSpPr>
          <p:spPr>
            <a:xfrm>
              <a:off x="22162751" y="8939916"/>
              <a:ext cx="165684" cy="165688"/>
            </a:xfrm>
            <a:custGeom>
              <a:rect b="b" l="l" r="r" t="t"/>
              <a:pathLst>
                <a:path extrusionOk="0" h="88158" w="88156">
                  <a:moveTo>
                    <a:pt x="44078" y="88158"/>
                  </a:moveTo>
                  <a:cubicBezTo>
                    <a:pt x="32282" y="88158"/>
                    <a:pt x="21107" y="83192"/>
                    <a:pt x="13037" y="75121"/>
                  </a:cubicBezTo>
                  <a:cubicBezTo>
                    <a:pt x="4966" y="67050"/>
                    <a:pt x="0" y="55875"/>
                    <a:pt x="0" y="44079"/>
                  </a:cubicBezTo>
                  <a:cubicBezTo>
                    <a:pt x="0" y="32283"/>
                    <a:pt x="4966" y="21108"/>
                    <a:pt x="13037" y="13037"/>
                  </a:cubicBezTo>
                  <a:cubicBezTo>
                    <a:pt x="21107" y="4967"/>
                    <a:pt x="32282" y="0"/>
                    <a:pt x="44078" y="0"/>
                  </a:cubicBezTo>
                  <a:cubicBezTo>
                    <a:pt x="55874" y="0"/>
                    <a:pt x="67048" y="4967"/>
                    <a:pt x="75119" y="13037"/>
                  </a:cubicBezTo>
                  <a:cubicBezTo>
                    <a:pt x="83190" y="21108"/>
                    <a:pt x="88157" y="32283"/>
                    <a:pt x="88157" y="44079"/>
                  </a:cubicBezTo>
                  <a:cubicBezTo>
                    <a:pt x="88157" y="55875"/>
                    <a:pt x="83190" y="67050"/>
                    <a:pt x="75119" y="75121"/>
                  </a:cubicBezTo>
                  <a:cubicBezTo>
                    <a:pt x="67048" y="83192"/>
                    <a:pt x="55874" y="88158"/>
                    <a:pt x="44078" y="88158"/>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3916" name="Google Shape;3916;p67"/>
          <p:cNvGrpSpPr/>
          <p:nvPr/>
        </p:nvGrpSpPr>
        <p:grpSpPr>
          <a:xfrm>
            <a:off x="432528" y="1502968"/>
            <a:ext cx="2355594" cy="2575285"/>
            <a:chOff x="6947666" y="3772059"/>
            <a:chExt cx="8997202" cy="9836314"/>
          </a:xfrm>
        </p:grpSpPr>
        <p:sp>
          <p:nvSpPr>
            <p:cNvPr id="3917" name="Google Shape;3917;p67"/>
            <p:cNvSpPr/>
            <p:nvPr/>
          </p:nvSpPr>
          <p:spPr>
            <a:xfrm>
              <a:off x="11036136" y="3772059"/>
              <a:ext cx="3160862" cy="3932191"/>
            </a:xfrm>
            <a:custGeom>
              <a:rect b="b" l="l" r="r" t="t"/>
              <a:pathLst>
                <a:path extrusionOk="0" h="2092211" w="1681808">
                  <a:moveTo>
                    <a:pt x="1637731" y="2092212"/>
                  </a:moveTo>
                  <a:cubicBezTo>
                    <a:pt x="1613518" y="2092212"/>
                    <a:pt x="1593652" y="2072345"/>
                    <a:pt x="1593652" y="2048133"/>
                  </a:cubicBezTo>
                  <a:cubicBezTo>
                    <a:pt x="1593652" y="2023920"/>
                    <a:pt x="1613518" y="2004053"/>
                    <a:pt x="1637731" y="2004053"/>
                  </a:cubicBezTo>
                  <a:cubicBezTo>
                    <a:pt x="1661943" y="2004053"/>
                    <a:pt x="1681809" y="2023920"/>
                    <a:pt x="1681809" y="2048133"/>
                  </a:cubicBezTo>
                  <a:cubicBezTo>
                    <a:pt x="1681809" y="2072345"/>
                    <a:pt x="1661943" y="2092212"/>
                    <a:pt x="1637731" y="2092212"/>
                  </a:cubicBezTo>
                  <a:close/>
                  <a:moveTo>
                    <a:pt x="1637731" y="1868091"/>
                  </a:moveTo>
                  <a:cubicBezTo>
                    <a:pt x="1613518" y="1868091"/>
                    <a:pt x="1593652" y="1848224"/>
                    <a:pt x="1593652" y="1824011"/>
                  </a:cubicBezTo>
                  <a:cubicBezTo>
                    <a:pt x="1593652" y="1799799"/>
                    <a:pt x="1613518" y="1779932"/>
                    <a:pt x="1637731" y="1779932"/>
                  </a:cubicBezTo>
                  <a:cubicBezTo>
                    <a:pt x="1661943" y="1779932"/>
                    <a:pt x="1681809" y="1799799"/>
                    <a:pt x="1681809" y="1824011"/>
                  </a:cubicBezTo>
                  <a:cubicBezTo>
                    <a:pt x="1681809" y="1848224"/>
                    <a:pt x="1661943" y="1868091"/>
                    <a:pt x="1637731" y="1868091"/>
                  </a:cubicBezTo>
                  <a:close/>
                  <a:moveTo>
                    <a:pt x="1637731" y="1643970"/>
                  </a:moveTo>
                  <a:cubicBezTo>
                    <a:pt x="1613518" y="1643970"/>
                    <a:pt x="1593652" y="1624103"/>
                    <a:pt x="1593652" y="1599890"/>
                  </a:cubicBezTo>
                  <a:cubicBezTo>
                    <a:pt x="1593652" y="1575678"/>
                    <a:pt x="1613518" y="1555811"/>
                    <a:pt x="1637731" y="1555811"/>
                  </a:cubicBezTo>
                  <a:cubicBezTo>
                    <a:pt x="1661943" y="1555811"/>
                    <a:pt x="1681809" y="1575678"/>
                    <a:pt x="1681809" y="1599890"/>
                  </a:cubicBezTo>
                  <a:cubicBezTo>
                    <a:pt x="1681809" y="1624103"/>
                    <a:pt x="1661943" y="1643970"/>
                    <a:pt x="1637731" y="1643970"/>
                  </a:cubicBezTo>
                  <a:close/>
                  <a:moveTo>
                    <a:pt x="1637731" y="1419848"/>
                  </a:moveTo>
                  <a:cubicBezTo>
                    <a:pt x="1613518" y="1419848"/>
                    <a:pt x="1593652" y="1399982"/>
                    <a:pt x="1593652" y="1375769"/>
                  </a:cubicBezTo>
                  <a:cubicBezTo>
                    <a:pt x="1593652" y="1351557"/>
                    <a:pt x="1613518" y="1331690"/>
                    <a:pt x="1637731" y="1331690"/>
                  </a:cubicBezTo>
                  <a:cubicBezTo>
                    <a:pt x="1661943" y="1331690"/>
                    <a:pt x="1681809" y="1351557"/>
                    <a:pt x="1681809" y="1375769"/>
                  </a:cubicBezTo>
                  <a:cubicBezTo>
                    <a:pt x="1681809" y="1399982"/>
                    <a:pt x="1661943" y="1419848"/>
                    <a:pt x="1637731" y="1419848"/>
                  </a:cubicBezTo>
                  <a:close/>
                  <a:moveTo>
                    <a:pt x="1637731" y="1195727"/>
                  </a:moveTo>
                  <a:cubicBezTo>
                    <a:pt x="1613518" y="1195727"/>
                    <a:pt x="1593652" y="1175860"/>
                    <a:pt x="1593652" y="1151648"/>
                  </a:cubicBezTo>
                  <a:cubicBezTo>
                    <a:pt x="1593652" y="1127435"/>
                    <a:pt x="1613518" y="1107569"/>
                    <a:pt x="1637731" y="1107569"/>
                  </a:cubicBezTo>
                  <a:cubicBezTo>
                    <a:pt x="1661943" y="1107569"/>
                    <a:pt x="1681809" y="1127435"/>
                    <a:pt x="1681809" y="1151648"/>
                  </a:cubicBezTo>
                  <a:cubicBezTo>
                    <a:pt x="1681809" y="1175860"/>
                    <a:pt x="1661943" y="1195727"/>
                    <a:pt x="1637731" y="1195727"/>
                  </a:cubicBezTo>
                  <a:close/>
                  <a:moveTo>
                    <a:pt x="1637731" y="971606"/>
                  </a:moveTo>
                  <a:cubicBezTo>
                    <a:pt x="1613518" y="971606"/>
                    <a:pt x="1593652" y="951739"/>
                    <a:pt x="1593652" y="927527"/>
                  </a:cubicBezTo>
                  <a:cubicBezTo>
                    <a:pt x="1593652" y="903314"/>
                    <a:pt x="1613518" y="883447"/>
                    <a:pt x="1637731" y="883447"/>
                  </a:cubicBezTo>
                  <a:cubicBezTo>
                    <a:pt x="1661943" y="883447"/>
                    <a:pt x="1681809" y="903314"/>
                    <a:pt x="1681809" y="927527"/>
                  </a:cubicBezTo>
                  <a:cubicBezTo>
                    <a:pt x="1681809" y="951739"/>
                    <a:pt x="1661943" y="971606"/>
                    <a:pt x="1637731" y="971606"/>
                  </a:cubicBezTo>
                  <a:close/>
                  <a:moveTo>
                    <a:pt x="1637731" y="747485"/>
                  </a:moveTo>
                  <a:cubicBezTo>
                    <a:pt x="1613518" y="747485"/>
                    <a:pt x="1593652" y="727618"/>
                    <a:pt x="1593652" y="703405"/>
                  </a:cubicBezTo>
                  <a:cubicBezTo>
                    <a:pt x="1593652" y="679193"/>
                    <a:pt x="1613518" y="659326"/>
                    <a:pt x="1637731" y="659326"/>
                  </a:cubicBezTo>
                  <a:cubicBezTo>
                    <a:pt x="1661943" y="659326"/>
                    <a:pt x="1681809" y="679193"/>
                    <a:pt x="1681809" y="703405"/>
                  </a:cubicBezTo>
                  <a:cubicBezTo>
                    <a:pt x="1681809" y="727618"/>
                    <a:pt x="1661943" y="747485"/>
                    <a:pt x="1637731" y="747485"/>
                  </a:cubicBezTo>
                  <a:close/>
                  <a:moveTo>
                    <a:pt x="1625935" y="523984"/>
                  </a:moveTo>
                  <a:cubicBezTo>
                    <a:pt x="1605448" y="523984"/>
                    <a:pt x="1587444" y="509084"/>
                    <a:pt x="1583098" y="489217"/>
                  </a:cubicBezTo>
                  <a:cubicBezTo>
                    <a:pt x="1578132" y="465626"/>
                    <a:pt x="1593652" y="442034"/>
                    <a:pt x="1617243" y="437067"/>
                  </a:cubicBezTo>
                  <a:cubicBezTo>
                    <a:pt x="1620347" y="437067"/>
                    <a:pt x="1623451" y="435826"/>
                    <a:pt x="1626555" y="435826"/>
                  </a:cubicBezTo>
                  <a:cubicBezTo>
                    <a:pt x="1647043" y="435826"/>
                    <a:pt x="1665668" y="450726"/>
                    <a:pt x="1669392" y="471213"/>
                  </a:cubicBezTo>
                  <a:cubicBezTo>
                    <a:pt x="1671876" y="482388"/>
                    <a:pt x="1669392" y="494184"/>
                    <a:pt x="1663184" y="504118"/>
                  </a:cubicBezTo>
                  <a:cubicBezTo>
                    <a:pt x="1656976" y="514051"/>
                    <a:pt x="1647043" y="520880"/>
                    <a:pt x="1635247" y="523363"/>
                  </a:cubicBezTo>
                  <a:cubicBezTo>
                    <a:pt x="1632143" y="523984"/>
                    <a:pt x="1629039" y="524605"/>
                    <a:pt x="1625935" y="524605"/>
                  </a:cubicBezTo>
                  <a:close/>
                  <a:moveTo>
                    <a:pt x="1537157" y="319730"/>
                  </a:moveTo>
                  <a:cubicBezTo>
                    <a:pt x="1522878" y="319730"/>
                    <a:pt x="1509220" y="313521"/>
                    <a:pt x="1501149" y="302346"/>
                  </a:cubicBezTo>
                  <a:lnTo>
                    <a:pt x="1493079" y="291792"/>
                  </a:lnTo>
                  <a:lnTo>
                    <a:pt x="1494321" y="291792"/>
                  </a:lnTo>
                  <a:lnTo>
                    <a:pt x="1494321" y="283101"/>
                  </a:lnTo>
                  <a:cubicBezTo>
                    <a:pt x="1493079" y="276271"/>
                    <a:pt x="1493079" y="273167"/>
                    <a:pt x="1494321" y="268821"/>
                  </a:cubicBezTo>
                  <a:cubicBezTo>
                    <a:pt x="1496183" y="257025"/>
                    <a:pt x="1502391" y="246471"/>
                    <a:pt x="1512324" y="239642"/>
                  </a:cubicBezTo>
                  <a:cubicBezTo>
                    <a:pt x="1519774" y="234055"/>
                    <a:pt x="1528466" y="231571"/>
                    <a:pt x="1537778" y="231571"/>
                  </a:cubicBezTo>
                  <a:cubicBezTo>
                    <a:pt x="1552057" y="231571"/>
                    <a:pt x="1565715" y="238400"/>
                    <a:pt x="1573785" y="250196"/>
                  </a:cubicBezTo>
                  <a:cubicBezTo>
                    <a:pt x="1580615" y="259509"/>
                    <a:pt x="1583098" y="271305"/>
                    <a:pt x="1581236" y="283101"/>
                  </a:cubicBezTo>
                  <a:cubicBezTo>
                    <a:pt x="1579373" y="294896"/>
                    <a:pt x="1573165" y="304830"/>
                    <a:pt x="1563232" y="311659"/>
                  </a:cubicBezTo>
                  <a:cubicBezTo>
                    <a:pt x="1555782" y="317246"/>
                    <a:pt x="1547091" y="319730"/>
                    <a:pt x="1537778" y="319730"/>
                  </a:cubicBezTo>
                  <a:close/>
                  <a:moveTo>
                    <a:pt x="1374501" y="167625"/>
                  </a:moveTo>
                  <a:cubicBezTo>
                    <a:pt x="1365189" y="167625"/>
                    <a:pt x="1357740" y="165142"/>
                    <a:pt x="1351531" y="161417"/>
                  </a:cubicBezTo>
                  <a:cubicBezTo>
                    <a:pt x="1331044" y="149000"/>
                    <a:pt x="1324215" y="121684"/>
                    <a:pt x="1336631" y="101196"/>
                  </a:cubicBezTo>
                  <a:cubicBezTo>
                    <a:pt x="1344702" y="88158"/>
                    <a:pt x="1358360" y="80088"/>
                    <a:pt x="1374501" y="80088"/>
                  </a:cubicBezTo>
                  <a:cubicBezTo>
                    <a:pt x="1390643" y="80088"/>
                    <a:pt x="1390643" y="81950"/>
                    <a:pt x="1397472" y="86296"/>
                  </a:cubicBezTo>
                  <a:cubicBezTo>
                    <a:pt x="1407405" y="92504"/>
                    <a:pt x="1414234" y="101817"/>
                    <a:pt x="1417338" y="113613"/>
                  </a:cubicBezTo>
                  <a:cubicBezTo>
                    <a:pt x="1419822" y="124788"/>
                    <a:pt x="1418580" y="136584"/>
                    <a:pt x="1412372" y="146517"/>
                  </a:cubicBezTo>
                  <a:cubicBezTo>
                    <a:pt x="1404922" y="158934"/>
                    <a:pt x="1390643" y="167625"/>
                    <a:pt x="1375123" y="167625"/>
                  </a:cubicBezTo>
                  <a:lnTo>
                    <a:pt x="1375123" y="167625"/>
                  </a:lnTo>
                  <a:close/>
                  <a:moveTo>
                    <a:pt x="1164663" y="93125"/>
                  </a:moveTo>
                  <a:cubicBezTo>
                    <a:pt x="1162801" y="93125"/>
                    <a:pt x="1160939" y="93125"/>
                    <a:pt x="1158455" y="93125"/>
                  </a:cubicBezTo>
                  <a:cubicBezTo>
                    <a:pt x="1134243" y="90021"/>
                    <a:pt x="1117481" y="67671"/>
                    <a:pt x="1120585" y="43458"/>
                  </a:cubicBezTo>
                  <a:cubicBezTo>
                    <a:pt x="1123689" y="21729"/>
                    <a:pt x="1142314" y="5587"/>
                    <a:pt x="1164043" y="5587"/>
                  </a:cubicBezTo>
                  <a:cubicBezTo>
                    <a:pt x="1185772" y="5587"/>
                    <a:pt x="1168389" y="5587"/>
                    <a:pt x="1170251" y="5587"/>
                  </a:cubicBezTo>
                  <a:cubicBezTo>
                    <a:pt x="1182046" y="7450"/>
                    <a:pt x="1191980" y="13038"/>
                    <a:pt x="1199430" y="22350"/>
                  </a:cubicBezTo>
                  <a:cubicBezTo>
                    <a:pt x="1206259" y="31663"/>
                    <a:pt x="1209363" y="43458"/>
                    <a:pt x="1208121" y="54633"/>
                  </a:cubicBezTo>
                  <a:cubicBezTo>
                    <a:pt x="1205017" y="76363"/>
                    <a:pt x="1186392" y="92504"/>
                    <a:pt x="1164663" y="92504"/>
                  </a:cubicBezTo>
                  <a:close/>
                  <a:moveTo>
                    <a:pt x="940547" y="88158"/>
                  </a:moveTo>
                  <a:cubicBezTo>
                    <a:pt x="916334" y="88158"/>
                    <a:pt x="896468" y="68292"/>
                    <a:pt x="896468" y="44079"/>
                  </a:cubicBezTo>
                  <a:cubicBezTo>
                    <a:pt x="896468" y="19867"/>
                    <a:pt x="916334" y="0"/>
                    <a:pt x="940547" y="0"/>
                  </a:cubicBezTo>
                  <a:cubicBezTo>
                    <a:pt x="964758" y="0"/>
                    <a:pt x="984625" y="19867"/>
                    <a:pt x="984625" y="44079"/>
                  </a:cubicBezTo>
                  <a:cubicBezTo>
                    <a:pt x="984625" y="68292"/>
                    <a:pt x="964758" y="88158"/>
                    <a:pt x="940547" y="88158"/>
                  </a:cubicBezTo>
                  <a:close/>
                  <a:moveTo>
                    <a:pt x="716429" y="88158"/>
                  </a:moveTo>
                  <a:cubicBezTo>
                    <a:pt x="692217" y="88158"/>
                    <a:pt x="672351" y="68292"/>
                    <a:pt x="672351" y="44079"/>
                  </a:cubicBezTo>
                  <a:cubicBezTo>
                    <a:pt x="672351" y="19867"/>
                    <a:pt x="692217" y="0"/>
                    <a:pt x="716429" y="0"/>
                  </a:cubicBezTo>
                  <a:cubicBezTo>
                    <a:pt x="740642" y="0"/>
                    <a:pt x="760508" y="19867"/>
                    <a:pt x="760508" y="44079"/>
                  </a:cubicBezTo>
                  <a:cubicBezTo>
                    <a:pt x="760508" y="68292"/>
                    <a:pt x="740642" y="88158"/>
                    <a:pt x="716429" y="88158"/>
                  </a:cubicBezTo>
                  <a:close/>
                  <a:moveTo>
                    <a:pt x="492312" y="88158"/>
                  </a:moveTo>
                  <a:cubicBezTo>
                    <a:pt x="468100" y="88158"/>
                    <a:pt x="448234" y="68292"/>
                    <a:pt x="448234" y="44079"/>
                  </a:cubicBezTo>
                  <a:cubicBezTo>
                    <a:pt x="448234" y="19867"/>
                    <a:pt x="468100" y="0"/>
                    <a:pt x="492312" y="0"/>
                  </a:cubicBezTo>
                  <a:cubicBezTo>
                    <a:pt x="516525" y="0"/>
                    <a:pt x="536391" y="19867"/>
                    <a:pt x="536391" y="44079"/>
                  </a:cubicBezTo>
                  <a:cubicBezTo>
                    <a:pt x="536391" y="68292"/>
                    <a:pt x="516525" y="88158"/>
                    <a:pt x="492312" y="88158"/>
                  </a:cubicBezTo>
                  <a:close/>
                  <a:moveTo>
                    <a:pt x="268196" y="88158"/>
                  </a:moveTo>
                  <a:cubicBezTo>
                    <a:pt x="243983" y="88158"/>
                    <a:pt x="224117" y="68292"/>
                    <a:pt x="224117" y="44079"/>
                  </a:cubicBezTo>
                  <a:cubicBezTo>
                    <a:pt x="224117" y="19867"/>
                    <a:pt x="243983" y="0"/>
                    <a:pt x="268196" y="0"/>
                  </a:cubicBezTo>
                  <a:cubicBezTo>
                    <a:pt x="292407" y="0"/>
                    <a:pt x="312274" y="19867"/>
                    <a:pt x="312274" y="44079"/>
                  </a:cubicBezTo>
                  <a:cubicBezTo>
                    <a:pt x="312274" y="68292"/>
                    <a:pt x="292407" y="88158"/>
                    <a:pt x="268196" y="88158"/>
                  </a:cubicBezTo>
                  <a:close/>
                  <a:moveTo>
                    <a:pt x="44078" y="88158"/>
                  </a:moveTo>
                  <a:cubicBezTo>
                    <a:pt x="19866" y="88158"/>
                    <a:pt x="0" y="68292"/>
                    <a:pt x="0" y="44079"/>
                  </a:cubicBezTo>
                  <a:cubicBezTo>
                    <a:pt x="0" y="19867"/>
                    <a:pt x="19866" y="0"/>
                    <a:pt x="44078" y="0"/>
                  </a:cubicBezTo>
                  <a:cubicBezTo>
                    <a:pt x="68291" y="0"/>
                    <a:pt x="88157" y="19867"/>
                    <a:pt x="88157" y="44079"/>
                  </a:cubicBezTo>
                  <a:cubicBezTo>
                    <a:pt x="88157" y="68292"/>
                    <a:pt x="68291" y="88158"/>
                    <a:pt x="44078" y="88158"/>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18" name="Google Shape;3918;p67"/>
            <p:cNvSpPr/>
            <p:nvPr/>
          </p:nvSpPr>
          <p:spPr>
            <a:xfrm>
              <a:off x="14031314" y="7960952"/>
              <a:ext cx="165684" cy="165688"/>
            </a:xfrm>
            <a:custGeom>
              <a:rect b="b" l="l" r="r" t="t"/>
              <a:pathLst>
                <a:path extrusionOk="0" h="88158" w="88156">
                  <a:moveTo>
                    <a:pt x="44078" y="88159"/>
                  </a:moveTo>
                  <a:cubicBezTo>
                    <a:pt x="32282" y="88159"/>
                    <a:pt x="21108" y="83192"/>
                    <a:pt x="13037" y="75121"/>
                  </a:cubicBezTo>
                  <a:cubicBezTo>
                    <a:pt x="4966" y="67050"/>
                    <a:pt x="0" y="55875"/>
                    <a:pt x="0" y="44079"/>
                  </a:cubicBezTo>
                  <a:cubicBezTo>
                    <a:pt x="0" y="32283"/>
                    <a:pt x="4966" y="21109"/>
                    <a:pt x="13037" y="13037"/>
                  </a:cubicBezTo>
                  <a:cubicBezTo>
                    <a:pt x="21108" y="4967"/>
                    <a:pt x="32282" y="0"/>
                    <a:pt x="44078" y="0"/>
                  </a:cubicBezTo>
                  <a:cubicBezTo>
                    <a:pt x="55874" y="0"/>
                    <a:pt x="67048" y="4967"/>
                    <a:pt x="75119" y="13037"/>
                  </a:cubicBezTo>
                  <a:cubicBezTo>
                    <a:pt x="83190" y="21109"/>
                    <a:pt x="88157" y="32283"/>
                    <a:pt x="88157" y="44079"/>
                  </a:cubicBezTo>
                  <a:cubicBezTo>
                    <a:pt x="88157" y="55875"/>
                    <a:pt x="83190" y="67050"/>
                    <a:pt x="75119" y="75121"/>
                  </a:cubicBezTo>
                  <a:cubicBezTo>
                    <a:pt x="67048" y="83192"/>
                    <a:pt x="55874" y="88159"/>
                    <a:pt x="44078" y="88159"/>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19" name="Google Shape;3919;p67"/>
            <p:cNvSpPr/>
            <p:nvPr/>
          </p:nvSpPr>
          <p:spPr>
            <a:xfrm>
              <a:off x="6947666" y="3796562"/>
              <a:ext cx="8878186" cy="9811811"/>
            </a:xfrm>
            <a:custGeom>
              <a:rect b="b" l="l" r="r" t="t"/>
              <a:pathLst>
                <a:path extrusionOk="0" h="5220596" w="4723840">
                  <a:moveTo>
                    <a:pt x="577365" y="5220597"/>
                  </a:moveTo>
                  <a:cubicBezTo>
                    <a:pt x="258262" y="5220597"/>
                    <a:pt x="0" y="4958605"/>
                    <a:pt x="0" y="4637633"/>
                  </a:cubicBezTo>
                  <a:lnTo>
                    <a:pt x="0" y="578618"/>
                  </a:lnTo>
                  <a:cubicBezTo>
                    <a:pt x="0" y="258267"/>
                    <a:pt x="258262" y="0"/>
                    <a:pt x="577365" y="0"/>
                  </a:cubicBezTo>
                  <a:lnTo>
                    <a:pt x="1994704" y="0"/>
                  </a:lnTo>
                  <a:cubicBezTo>
                    <a:pt x="2012708" y="0"/>
                    <a:pt x="2027608" y="13037"/>
                    <a:pt x="2027608" y="31042"/>
                  </a:cubicBezTo>
                  <a:cubicBezTo>
                    <a:pt x="2027608" y="49046"/>
                    <a:pt x="2012708" y="62083"/>
                    <a:pt x="1994704" y="62083"/>
                  </a:cubicBezTo>
                  <a:lnTo>
                    <a:pt x="577365" y="62083"/>
                  </a:lnTo>
                  <a:cubicBezTo>
                    <a:pt x="294270" y="62083"/>
                    <a:pt x="67049" y="294275"/>
                    <a:pt x="67049" y="577997"/>
                  </a:cubicBezTo>
                  <a:lnTo>
                    <a:pt x="67049" y="4636392"/>
                  </a:lnTo>
                  <a:cubicBezTo>
                    <a:pt x="67049" y="4921355"/>
                    <a:pt x="294270" y="5152305"/>
                    <a:pt x="577365" y="5152305"/>
                  </a:cubicBezTo>
                  <a:lnTo>
                    <a:pt x="3261803" y="5152305"/>
                  </a:lnTo>
                  <a:cubicBezTo>
                    <a:pt x="3549244" y="5152305"/>
                    <a:pt x="3787020" y="4920113"/>
                    <a:pt x="3787020" y="4633908"/>
                  </a:cubicBezTo>
                  <a:lnTo>
                    <a:pt x="3787020" y="2702492"/>
                  </a:lnTo>
                  <a:cubicBezTo>
                    <a:pt x="3787020" y="2581430"/>
                    <a:pt x="3880764" y="2482096"/>
                    <a:pt x="4000582" y="2482096"/>
                  </a:cubicBezTo>
                  <a:lnTo>
                    <a:pt x="4690937" y="2482096"/>
                  </a:lnTo>
                  <a:cubicBezTo>
                    <a:pt x="4708942" y="2482096"/>
                    <a:pt x="4723841" y="2497617"/>
                    <a:pt x="4723841" y="2515621"/>
                  </a:cubicBezTo>
                  <a:cubicBezTo>
                    <a:pt x="4723841" y="2533625"/>
                    <a:pt x="4708942" y="2549146"/>
                    <a:pt x="4690937" y="2549146"/>
                  </a:cubicBezTo>
                  <a:lnTo>
                    <a:pt x="4000582" y="2549146"/>
                  </a:lnTo>
                  <a:cubicBezTo>
                    <a:pt x="3915530" y="2549146"/>
                    <a:pt x="3849722" y="2616196"/>
                    <a:pt x="3849722" y="2701871"/>
                  </a:cubicBezTo>
                  <a:lnTo>
                    <a:pt x="3849722" y="4633288"/>
                  </a:lnTo>
                  <a:cubicBezTo>
                    <a:pt x="3849722" y="4956121"/>
                    <a:pt x="3585873" y="5218734"/>
                    <a:pt x="3262424" y="5218734"/>
                  </a:cubicBezTo>
                  <a:lnTo>
                    <a:pt x="577986" y="5218734"/>
                  </a:lnTo>
                  <a:close/>
                </a:path>
              </a:pathLst>
            </a:custGeom>
            <a:solidFill>
              <a:srgbClr val="4E84C4"/>
            </a:solid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20" name="Google Shape;3920;p67"/>
            <p:cNvSpPr/>
            <p:nvPr/>
          </p:nvSpPr>
          <p:spPr>
            <a:xfrm>
              <a:off x="15070010" y="8043796"/>
              <a:ext cx="874858" cy="963795"/>
            </a:xfrm>
            <a:custGeom>
              <a:rect b="b" l="l" r="r" t="t"/>
              <a:pathLst>
                <a:path extrusionOk="0" h="512809" w="465488">
                  <a:moveTo>
                    <a:pt x="33396" y="512809"/>
                  </a:moveTo>
                  <a:cubicBezTo>
                    <a:pt x="22220" y="512809"/>
                    <a:pt x="11045" y="506601"/>
                    <a:pt x="4837" y="496668"/>
                  </a:cubicBezTo>
                  <a:cubicBezTo>
                    <a:pt x="492" y="489218"/>
                    <a:pt x="-1371" y="480526"/>
                    <a:pt x="1112" y="471834"/>
                  </a:cubicBezTo>
                  <a:cubicBezTo>
                    <a:pt x="2975" y="463143"/>
                    <a:pt x="8563" y="456313"/>
                    <a:pt x="16012" y="451347"/>
                  </a:cubicBezTo>
                  <a:lnTo>
                    <a:pt x="338219" y="256405"/>
                  </a:lnTo>
                  <a:lnTo>
                    <a:pt x="16012" y="61463"/>
                  </a:lnTo>
                  <a:cubicBezTo>
                    <a:pt x="8563" y="57117"/>
                    <a:pt x="2975" y="49667"/>
                    <a:pt x="1112" y="40975"/>
                  </a:cubicBezTo>
                  <a:cubicBezTo>
                    <a:pt x="-750" y="32283"/>
                    <a:pt x="492" y="23592"/>
                    <a:pt x="4837" y="16142"/>
                  </a:cubicBezTo>
                  <a:cubicBezTo>
                    <a:pt x="11045" y="6208"/>
                    <a:pt x="21600" y="0"/>
                    <a:pt x="33396" y="0"/>
                  </a:cubicBezTo>
                  <a:cubicBezTo>
                    <a:pt x="45191" y="0"/>
                    <a:pt x="45191" y="1863"/>
                    <a:pt x="50157" y="4967"/>
                  </a:cubicBezTo>
                  <a:lnTo>
                    <a:pt x="465488" y="256405"/>
                  </a:lnTo>
                  <a:lnTo>
                    <a:pt x="50157" y="507843"/>
                  </a:lnTo>
                  <a:cubicBezTo>
                    <a:pt x="45191" y="510947"/>
                    <a:pt x="38982" y="512809"/>
                    <a:pt x="33396" y="512809"/>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3921" name="Google Shape;3921;p67"/>
          <p:cNvGrpSpPr/>
          <p:nvPr/>
        </p:nvGrpSpPr>
        <p:grpSpPr>
          <a:xfrm>
            <a:off x="4687322" y="1502051"/>
            <a:ext cx="2358954" cy="2576201"/>
            <a:chOff x="23198869" y="3768558"/>
            <a:chExt cx="9010034" cy="9839816"/>
          </a:xfrm>
        </p:grpSpPr>
        <p:sp>
          <p:nvSpPr>
            <p:cNvPr id="3922" name="Google Shape;3922;p67"/>
            <p:cNvSpPr/>
            <p:nvPr/>
          </p:nvSpPr>
          <p:spPr>
            <a:xfrm>
              <a:off x="27308341" y="3768558"/>
              <a:ext cx="3151527" cy="3936859"/>
            </a:xfrm>
            <a:custGeom>
              <a:rect b="b" l="l" r="r" t="t"/>
              <a:pathLst>
                <a:path extrusionOk="0" h="2094695" w="1676841">
                  <a:moveTo>
                    <a:pt x="1632764" y="2094695"/>
                  </a:moveTo>
                  <a:cubicBezTo>
                    <a:pt x="1608551" y="2094695"/>
                    <a:pt x="1588685" y="2074829"/>
                    <a:pt x="1588685" y="2050616"/>
                  </a:cubicBezTo>
                  <a:cubicBezTo>
                    <a:pt x="1588685" y="2026404"/>
                    <a:pt x="1608551" y="2006537"/>
                    <a:pt x="1632764" y="2006537"/>
                  </a:cubicBezTo>
                  <a:cubicBezTo>
                    <a:pt x="1656975" y="2006537"/>
                    <a:pt x="1676842" y="2026404"/>
                    <a:pt x="1676842" y="2050616"/>
                  </a:cubicBezTo>
                  <a:cubicBezTo>
                    <a:pt x="1676842" y="2074829"/>
                    <a:pt x="1656975" y="2094695"/>
                    <a:pt x="1632764" y="2094695"/>
                  </a:cubicBezTo>
                  <a:close/>
                  <a:moveTo>
                    <a:pt x="1632764" y="1870574"/>
                  </a:moveTo>
                  <a:cubicBezTo>
                    <a:pt x="1608551" y="1870574"/>
                    <a:pt x="1588685" y="1850707"/>
                    <a:pt x="1588685" y="1826495"/>
                  </a:cubicBezTo>
                  <a:cubicBezTo>
                    <a:pt x="1588685" y="1802282"/>
                    <a:pt x="1608551" y="1782416"/>
                    <a:pt x="1632764" y="1782416"/>
                  </a:cubicBezTo>
                  <a:cubicBezTo>
                    <a:pt x="1656975" y="1782416"/>
                    <a:pt x="1676842" y="1802282"/>
                    <a:pt x="1676842" y="1826495"/>
                  </a:cubicBezTo>
                  <a:cubicBezTo>
                    <a:pt x="1676842" y="1850707"/>
                    <a:pt x="1656975" y="1870574"/>
                    <a:pt x="1632764" y="1870574"/>
                  </a:cubicBezTo>
                  <a:close/>
                  <a:moveTo>
                    <a:pt x="1632764" y="1646453"/>
                  </a:moveTo>
                  <a:cubicBezTo>
                    <a:pt x="1608551" y="1646453"/>
                    <a:pt x="1588685" y="1626586"/>
                    <a:pt x="1588685" y="1602374"/>
                  </a:cubicBezTo>
                  <a:cubicBezTo>
                    <a:pt x="1588685" y="1578161"/>
                    <a:pt x="1608551" y="1558295"/>
                    <a:pt x="1632764" y="1558295"/>
                  </a:cubicBezTo>
                  <a:cubicBezTo>
                    <a:pt x="1656975" y="1558295"/>
                    <a:pt x="1676842" y="1578161"/>
                    <a:pt x="1676842" y="1602374"/>
                  </a:cubicBezTo>
                  <a:cubicBezTo>
                    <a:pt x="1676842" y="1626586"/>
                    <a:pt x="1656975" y="1646453"/>
                    <a:pt x="1632764" y="1646453"/>
                  </a:cubicBezTo>
                  <a:close/>
                  <a:moveTo>
                    <a:pt x="1632764" y="1422332"/>
                  </a:moveTo>
                  <a:cubicBezTo>
                    <a:pt x="1608551" y="1422332"/>
                    <a:pt x="1588685" y="1402465"/>
                    <a:pt x="1588685" y="1378253"/>
                  </a:cubicBezTo>
                  <a:cubicBezTo>
                    <a:pt x="1588685" y="1354040"/>
                    <a:pt x="1608551" y="1334173"/>
                    <a:pt x="1632764" y="1334173"/>
                  </a:cubicBezTo>
                  <a:cubicBezTo>
                    <a:pt x="1656975" y="1334173"/>
                    <a:pt x="1676842" y="1354040"/>
                    <a:pt x="1676842" y="1378253"/>
                  </a:cubicBezTo>
                  <a:cubicBezTo>
                    <a:pt x="1676842" y="1402465"/>
                    <a:pt x="1656975" y="1422332"/>
                    <a:pt x="1632764" y="1422332"/>
                  </a:cubicBezTo>
                  <a:close/>
                  <a:moveTo>
                    <a:pt x="1632764" y="1198211"/>
                  </a:moveTo>
                  <a:cubicBezTo>
                    <a:pt x="1608551" y="1198211"/>
                    <a:pt x="1588685" y="1178344"/>
                    <a:pt x="1588685" y="1154131"/>
                  </a:cubicBezTo>
                  <a:cubicBezTo>
                    <a:pt x="1588685" y="1129919"/>
                    <a:pt x="1608551" y="1110052"/>
                    <a:pt x="1632764" y="1110052"/>
                  </a:cubicBezTo>
                  <a:cubicBezTo>
                    <a:pt x="1656975" y="1110052"/>
                    <a:pt x="1676842" y="1129919"/>
                    <a:pt x="1676842" y="1154131"/>
                  </a:cubicBezTo>
                  <a:cubicBezTo>
                    <a:pt x="1676842" y="1178344"/>
                    <a:pt x="1656975" y="1198211"/>
                    <a:pt x="1632764" y="1198211"/>
                  </a:cubicBezTo>
                  <a:close/>
                  <a:moveTo>
                    <a:pt x="1632764" y="974089"/>
                  </a:moveTo>
                  <a:cubicBezTo>
                    <a:pt x="1608551" y="974089"/>
                    <a:pt x="1588685" y="954223"/>
                    <a:pt x="1588685" y="930010"/>
                  </a:cubicBezTo>
                  <a:cubicBezTo>
                    <a:pt x="1588685" y="905797"/>
                    <a:pt x="1608551" y="885931"/>
                    <a:pt x="1632764" y="885931"/>
                  </a:cubicBezTo>
                  <a:cubicBezTo>
                    <a:pt x="1656975" y="885931"/>
                    <a:pt x="1676842" y="905797"/>
                    <a:pt x="1676842" y="930010"/>
                  </a:cubicBezTo>
                  <a:cubicBezTo>
                    <a:pt x="1676842" y="954223"/>
                    <a:pt x="1656975" y="974089"/>
                    <a:pt x="1632764" y="974089"/>
                  </a:cubicBezTo>
                  <a:close/>
                  <a:moveTo>
                    <a:pt x="1632764" y="749968"/>
                  </a:moveTo>
                  <a:cubicBezTo>
                    <a:pt x="1608551" y="749968"/>
                    <a:pt x="1588685" y="730101"/>
                    <a:pt x="1588685" y="705889"/>
                  </a:cubicBezTo>
                  <a:cubicBezTo>
                    <a:pt x="1588685" y="681676"/>
                    <a:pt x="1608551" y="661809"/>
                    <a:pt x="1632764" y="661809"/>
                  </a:cubicBezTo>
                  <a:cubicBezTo>
                    <a:pt x="1656975" y="661809"/>
                    <a:pt x="1676842" y="681676"/>
                    <a:pt x="1676842" y="705889"/>
                  </a:cubicBezTo>
                  <a:cubicBezTo>
                    <a:pt x="1676842" y="730101"/>
                    <a:pt x="1656975" y="749968"/>
                    <a:pt x="1632764" y="749968"/>
                  </a:cubicBezTo>
                  <a:close/>
                  <a:moveTo>
                    <a:pt x="1621589" y="527089"/>
                  </a:moveTo>
                  <a:cubicBezTo>
                    <a:pt x="1600482" y="527089"/>
                    <a:pt x="1582477" y="512189"/>
                    <a:pt x="1578753" y="491701"/>
                  </a:cubicBezTo>
                  <a:cubicBezTo>
                    <a:pt x="1576269" y="479905"/>
                    <a:pt x="1578753" y="468109"/>
                    <a:pt x="1584961" y="458797"/>
                  </a:cubicBezTo>
                  <a:cubicBezTo>
                    <a:pt x="1591169" y="448863"/>
                    <a:pt x="1601101" y="442655"/>
                    <a:pt x="1612898" y="440172"/>
                  </a:cubicBezTo>
                  <a:cubicBezTo>
                    <a:pt x="1616002" y="440172"/>
                    <a:pt x="1618485" y="439551"/>
                    <a:pt x="1621589" y="439551"/>
                  </a:cubicBezTo>
                  <a:cubicBezTo>
                    <a:pt x="1642076" y="439551"/>
                    <a:pt x="1660701" y="454451"/>
                    <a:pt x="1664425" y="474938"/>
                  </a:cubicBezTo>
                  <a:cubicBezTo>
                    <a:pt x="1666909" y="486734"/>
                    <a:pt x="1664425" y="498530"/>
                    <a:pt x="1658217" y="507843"/>
                  </a:cubicBezTo>
                  <a:cubicBezTo>
                    <a:pt x="1652009" y="517776"/>
                    <a:pt x="1642076" y="524605"/>
                    <a:pt x="1630280" y="526468"/>
                  </a:cubicBezTo>
                  <a:cubicBezTo>
                    <a:pt x="1627176" y="526468"/>
                    <a:pt x="1624072" y="527089"/>
                    <a:pt x="1621589" y="527089"/>
                  </a:cubicBezTo>
                  <a:close/>
                  <a:moveTo>
                    <a:pt x="1534052" y="322834"/>
                  </a:moveTo>
                  <a:cubicBezTo>
                    <a:pt x="1519775" y="322834"/>
                    <a:pt x="1506115" y="316005"/>
                    <a:pt x="1498046" y="304209"/>
                  </a:cubicBezTo>
                  <a:cubicBezTo>
                    <a:pt x="1491216" y="294276"/>
                    <a:pt x="1488733" y="283101"/>
                    <a:pt x="1490595" y="271305"/>
                  </a:cubicBezTo>
                  <a:cubicBezTo>
                    <a:pt x="1492457" y="259509"/>
                    <a:pt x="1499287" y="249575"/>
                    <a:pt x="1508599" y="242746"/>
                  </a:cubicBezTo>
                  <a:cubicBezTo>
                    <a:pt x="1516049" y="237780"/>
                    <a:pt x="1524740" y="234675"/>
                    <a:pt x="1534052" y="234675"/>
                  </a:cubicBezTo>
                  <a:cubicBezTo>
                    <a:pt x="1548332" y="234675"/>
                    <a:pt x="1561989" y="241505"/>
                    <a:pt x="1570060" y="253300"/>
                  </a:cubicBezTo>
                  <a:cubicBezTo>
                    <a:pt x="1583718" y="273167"/>
                    <a:pt x="1578753" y="300484"/>
                    <a:pt x="1559507" y="314763"/>
                  </a:cubicBezTo>
                  <a:cubicBezTo>
                    <a:pt x="1552057" y="319730"/>
                    <a:pt x="1543365" y="322834"/>
                    <a:pt x="1534052" y="322834"/>
                  </a:cubicBezTo>
                  <a:close/>
                  <a:moveTo>
                    <a:pt x="1372638" y="170109"/>
                  </a:moveTo>
                  <a:cubicBezTo>
                    <a:pt x="1364569" y="170109"/>
                    <a:pt x="1356498" y="167625"/>
                    <a:pt x="1349668" y="163279"/>
                  </a:cubicBezTo>
                  <a:cubicBezTo>
                    <a:pt x="1329181" y="150242"/>
                    <a:pt x="1322973" y="123546"/>
                    <a:pt x="1335389" y="102438"/>
                  </a:cubicBezTo>
                  <a:cubicBezTo>
                    <a:pt x="1343460" y="89400"/>
                    <a:pt x="1357739" y="81329"/>
                    <a:pt x="1372638" y="81329"/>
                  </a:cubicBezTo>
                  <a:cubicBezTo>
                    <a:pt x="1387539" y="81329"/>
                    <a:pt x="1388780" y="83813"/>
                    <a:pt x="1395610" y="88158"/>
                  </a:cubicBezTo>
                  <a:cubicBezTo>
                    <a:pt x="1405542" y="94367"/>
                    <a:pt x="1412372" y="104300"/>
                    <a:pt x="1415476" y="115475"/>
                  </a:cubicBezTo>
                  <a:cubicBezTo>
                    <a:pt x="1417959" y="126650"/>
                    <a:pt x="1416096" y="138446"/>
                    <a:pt x="1409888" y="148379"/>
                  </a:cubicBezTo>
                  <a:cubicBezTo>
                    <a:pt x="1401818" y="161417"/>
                    <a:pt x="1387539" y="169488"/>
                    <a:pt x="1372638" y="169488"/>
                  </a:cubicBezTo>
                  <a:close/>
                  <a:moveTo>
                    <a:pt x="1164043" y="93746"/>
                  </a:moveTo>
                  <a:cubicBezTo>
                    <a:pt x="1162180" y="93746"/>
                    <a:pt x="1159697" y="93746"/>
                    <a:pt x="1157835" y="93746"/>
                  </a:cubicBezTo>
                  <a:cubicBezTo>
                    <a:pt x="1133622" y="90021"/>
                    <a:pt x="1116860" y="67671"/>
                    <a:pt x="1120585" y="43458"/>
                  </a:cubicBezTo>
                  <a:cubicBezTo>
                    <a:pt x="1123689" y="21729"/>
                    <a:pt x="1142314" y="5588"/>
                    <a:pt x="1164043" y="5588"/>
                  </a:cubicBezTo>
                  <a:cubicBezTo>
                    <a:pt x="1185772" y="5588"/>
                    <a:pt x="1168388" y="5588"/>
                    <a:pt x="1170251" y="5588"/>
                  </a:cubicBezTo>
                  <a:cubicBezTo>
                    <a:pt x="1182046" y="7450"/>
                    <a:pt x="1191980" y="13658"/>
                    <a:pt x="1199429" y="22971"/>
                  </a:cubicBezTo>
                  <a:cubicBezTo>
                    <a:pt x="1206259" y="32283"/>
                    <a:pt x="1209363" y="44079"/>
                    <a:pt x="1207500" y="55875"/>
                  </a:cubicBezTo>
                  <a:cubicBezTo>
                    <a:pt x="1204396" y="77604"/>
                    <a:pt x="1185772" y="93746"/>
                    <a:pt x="1164043" y="93746"/>
                  </a:cubicBezTo>
                  <a:close/>
                  <a:moveTo>
                    <a:pt x="940547" y="88158"/>
                  </a:moveTo>
                  <a:cubicBezTo>
                    <a:pt x="916334" y="88158"/>
                    <a:pt x="896468" y="68292"/>
                    <a:pt x="896468" y="44079"/>
                  </a:cubicBezTo>
                  <a:cubicBezTo>
                    <a:pt x="896468" y="19867"/>
                    <a:pt x="916334" y="0"/>
                    <a:pt x="940547" y="0"/>
                  </a:cubicBezTo>
                  <a:cubicBezTo>
                    <a:pt x="964758" y="0"/>
                    <a:pt x="984624" y="19867"/>
                    <a:pt x="984624" y="44079"/>
                  </a:cubicBezTo>
                  <a:cubicBezTo>
                    <a:pt x="984624" y="68292"/>
                    <a:pt x="964758" y="88158"/>
                    <a:pt x="940547" y="88158"/>
                  </a:cubicBezTo>
                  <a:close/>
                  <a:moveTo>
                    <a:pt x="716429" y="88158"/>
                  </a:moveTo>
                  <a:cubicBezTo>
                    <a:pt x="692217" y="88158"/>
                    <a:pt x="672351" y="68292"/>
                    <a:pt x="672351" y="44079"/>
                  </a:cubicBezTo>
                  <a:cubicBezTo>
                    <a:pt x="672351" y="19867"/>
                    <a:pt x="692217" y="0"/>
                    <a:pt x="716429" y="0"/>
                  </a:cubicBezTo>
                  <a:cubicBezTo>
                    <a:pt x="740642" y="0"/>
                    <a:pt x="760508" y="19867"/>
                    <a:pt x="760508" y="44079"/>
                  </a:cubicBezTo>
                  <a:cubicBezTo>
                    <a:pt x="760508" y="68292"/>
                    <a:pt x="740642" y="88158"/>
                    <a:pt x="716429" y="88158"/>
                  </a:cubicBezTo>
                  <a:close/>
                  <a:moveTo>
                    <a:pt x="492313" y="88158"/>
                  </a:moveTo>
                  <a:cubicBezTo>
                    <a:pt x="468100" y="88158"/>
                    <a:pt x="448234" y="68292"/>
                    <a:pt x="448234" y="44079"/>
                  </a:cubicBezTo>
                  <a:cubicBezTo>
                    <a:pt x="448234" y="19867"/>
                    <a:pt x="468100" y="0"/>
                    <a:pt x="492313" y="0"/>
                  </a:cubicBezTo>
                  <a:cubicBezTo>
                    <a:pt x="516524" y="0"/>
                    <a:pt x="536390" y="19867"/>
                    <a:pt x="536390" y="44079"/>
                  </a:cubicBezTo>
                  <a:cubicBezTo>
                    <a:pt x="536390" y="68292"/>
                    <a:pt x="516524" y="88158"/>
                    <a:pt x="492313" y="88158"/>
                  </a:cubicBezTo>
                  <a:close/>
                  <a:moveTo>
                    <a:pt x="268195" y="88158"/>
                  </a:moveTo>
                  <a:cubicBezTo>
                    <a:pt x="243984" y="88158"/>
                    <a:pt x="224116" y="68292"/>
                    <a:pt x="224116" y="44079"/>
                  </a:cubicBezTo>
                  <a:cubicBezTo>
                    <a:pt x="224116" y="19867"/>
                    <a:pt x="243984" y="0"/>
                    <a:pt x="268195" y="0"/>
                  </a:cubicBezTo>
                  <a:cubicBezTo>
                    <a:pt x="292407" y="0"/>
                    <a:pt x="312274" y="19867"/>
                    <a:pt x="312274" y="44079"/>
                  </a:cubicBezTo>
                  <a:cubicBezTo>
                    <a:pt x="312274" y="68292"/>
                    <a:pt x="292407" y="88158"/>
                    <a:pt x="268195" y="88158"/>
                  </a:cubicBezTo>
                  <a:close/>
                  <a:moveTo>
                    <a:pt x="44078" y="88158"/>
                  </a:moveTo>
                  <a:cubicBezTo>
                    <a:pt x="19866" y="88158"/>
                    <a:pt x="0" y="68292"/>
                    <a:pt x="0" y="44079"/>
                  </a:cubicBezTo>
                  <a:cubicBezTo>
                    <a:pt x="0" y="19867"/>
                    <a:pt x="19866" y="0"/>
                    <a:pt x="44078" y="0"/>
                  </a:cubicBezTo>
                  <a:cubicBezTo>
                    <a:pt x="68291" y="0"/>
                    <a:pt x="88157" y="19867"/>
                    <a:pt x="88157" y="44079"/>
                  </a:cubicBezTo>
                  <a:cubicBezTo>
                    <a:pt x="88157" y="68292"/>
                    <a:pt x="68291" y="88158"/>
                    <a:pt x="44078" y="88158"/>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23" name="Google Shape;3923;p67"/>
            <p:cNvSpPr/>
            <p:nvPr/>
          </p:nvSpPr>
          <p:spPr>
            <a:xfrm>
              <a:off x="30294184" y="7960952"/>
              <a:ext cx="165684" cy="165688"/>
            </a:xfrm>
            <a:custGeom>
              <a:rect b="b" l="l" r="r" t="t"/>
              <a:pathLst>
                <a:path extrusionOk="0" h="88158" w="88156">
                  <a:moveTo>
                    <a:pt x="44079" y="88159"/>
                  </a:moveTo>
                  <a:cubicBezTo>
                    <a:pt x="32282" y="88159"/>
                    <a:pt x="21109" y="83192"/>
                    <a:pt x="13038" y="75121"/>
                  </a:cubicBezTo>
                  <a:cubicBezTo>
                    <a:pt x="4967" y="67050"/>
                    <a:pt x="0" y="55875"/>
                    <a:pt x="0" y="44079"/>
                  </a:cubicBezTo>
                  <a:cubicBezTo>
                    <a:pt x="0" y="32283"/>
                    <a:pt x="4967" y="21109"/>
                    <a:pt x="13038" y="13037"/>
                  </a:cubicBezTo>
                  <a:cubicBezTo>
                    <a:pt x="21109" y="4967"/>
                    <a:pt x="32282" y="0"/>
                    <a:pt x="44079" y="0"/>
                  </a:cubicBezTo>
                  <a:cubicBezTo>
                    <a:pt x="55874" y="0"/>
                    <a:pt x="67049" y="4967"/>
                    <a:pt x="75120" y="13037"/>
                  </a:cubicBezTo>
                  <a:cubicBezTo>
                    <a:pt x="83191" y="21109"/>
                    <a:pt x="88157" y="32283"/>
                    <a:pt x="88157" y="44079"/>
                  </a:cubicBezTo>
                  <a:cubicBezTo>
                    <a:pt x="88157" y="55875"/>
                    <a:pt x="83191" y="67050"/>
                    <a:pt x="75120" y="75121"/>
                  </a:cubicBezTo>
                  <a:cubicBezTo>
                    <a:pt x="67049" y="83192"/>
                    <a:pt x="55874" y="88159"/>
                    <a:pt x="44079" y="88159"/>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24" name="Google Shape;3924;p67"/>
            <p:cNvSpPr/>
            <p:nvPr/>
          </p:nvSpPr>
          <p:spPr>
            <a:xfrm>
              <a:off x="23200034" y="3797729"/>
              <a:ext cx="3835273" cy="3899520"/>
            </a:xfrm>
            <a:custGeom>
              <a:rect b="b" l="l" r="r" t="t"/>
              <a:pathLst>
                <a:path extrusionOk="0" h="2074828" w="2040644">
                  <a:moveTo>
                    <a:pt x="33525" y="2074829"/>
                  </a:moveTo>
                  <a:cubicBezTo>
                    <a:pt x="15521" y="2074829"/>
                    <a:pt x="0" y="2059929"/>
                    <a:pt x="0" y="2041924"/>
                  </a:cubicBezTo>
                  <a:lnTo>
                    <a:pt x="0" y="578618"/>
                  </a:lnTo>
                  <a:cubicBezTo>
                    <a:pt x="0" y="258267"/>
                    <a:pt x="260746" y="0"/>
                    <a:pt x="583573" y="0"/>
                  </a:cubicBezTo>
                  <a:lnTo>
                    <a:pt x="2007742" y="0"/>
                  </a:lnTo>
                  <a:cubicBezTo>
                    <a:pt x="2025745" y="0"/>
                    <a:pt x="2040644" y="13038"/>
                    <a:pt x="2040644" y="31042"/>
                  </a:cubicBezTo>
                  <a:cubicBezTo>
                    <a:pt x="2040644" y="49046"/>
                    <a:pt x="2025745" y="62083"/>
                    <a:pt x="2007742" y="62083"/>
                  </a:cubicBezTo>
                  <a:lnTo>
                    <a:pt x="583573" y="62083"/>
                  </a:lnTo>
                  <a:cubicBezTo>
                    <a:pt x="297374" y="62083"/>
                    <a:pt x="67670" y="294276"/>
                    <a:pt x="67670" y="577997"/>
                  </a:cubicBezTo>
                  <a:lnTo>
                    <a:pt x="67670" y="2041304"/>
                  </a:lnTo>
                  <a:cubicBezTo>
                    <a:pt x="67670" y="2059308"/>
                    <a:pt x="52149" y="2074208"/>
                    <a:pt x="34145" y="2074208"/>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25" name="Google Shape;3925;p67"/>
            <p:cNvSpPr/>
            <p:nvPr/>
          </p:nvSpPr>
          <p:spPr>
            <a:xfrm>
              <a:off x="23198869" y="8463853"/>
              <a:ext cx="8888687" cy="5144521"/>
            </a:xfrm>
            <a:custGeom>
              <a:rect b="b" l="l" r="r" t="t"/>
              <a:pathLst>
                <a:path extrusionOk="0" h="2737259" w="4729427">
                  <a:moveTo>
                    <a:pt x="583573" y="2737259"/>
                  </a:moveTo>
                  <a:cubicBezTo>
                    <a:pt x="260746" y="2737259"/>
                    <a:pt x="0" y="2475267"/>
                    <a:pt x="0" y="2154296"/>
                  </a:cubicBezTo>
                  <a:lnTo>
                    <a:pt x="0" y="527089"/>
                  </a:lnTo>
                  <a:cubicBezTo>
                    <a:pt x="0" y="509084"/>
                    <a:pt x="15521" y="494184"/>
                    <a:pt x="33525" y="494184"/>
                  </a:cubicBezTo>
                  <a:cubicBezTo>
                    <a:pt x="51529" y="494184"/>
                    <a:pt x="67049" y="509084"/>
                    <a:pt x="67049" y="527089"/>
                  </a:cubicBezTo>
                  <a:lnTo>
                    <a:pt x="67049" y="2154296"/>
                  </a:lnTo>
                  <a:cubicBezTo>
                    <a:pt x="67049" y="2439259"/>
                    <a:pt x="296754" y="2670209"/>
                    <a:pt x="582953" y="2670209"/>
                  </a:cubicBezTo>
                  <a:lnTo>
                    <a:pt x="3267390" y="2670209"/>
                  </a:lnTo>
                  <a:cubicBezTo>
                    <a:pt x="3551107" y="2670209"/>
                    <a:pt x="3782053" y="2438017"/>
                    <a:pt x="3782053" y="2151812"/>
                  </a:cubicBezTo>
                  <a:lnTo>
                    <a:pt x="3782053" y="220396"/>
                  </a:lnTo>
                  <a:cubicBezTo>
                    <a:pt x="3782053" y="99334"/>
                    <a:pt x="3882626" y="0"/>
                    <a:pt x="4006169" y="0"/>
                  </a:cubicBezTo>
                  <a:lnTo>
                    <a:pt x="4696525" y="0"/>
                  </a:lnTo>
                  <a:cubicBezTo>
                    <a:pt x="4714529" y="0"/>
                    <a:pt x="4729428" y="15521"/>
                    <a:pt x="4729428" y="33525"/>
                  </a:cubicBezTo>
                  <a:cubicBezTo>
                    <a:pt x="4729428" y="51530"/>
                    <a:pt x="4714529" y="67050"/>
                    <a:pt x="4696525" y="67050"/>
                  </a:cubicBezTo>
                  <a:lnTo>
                    <a:pt x="4006169" y="67050"/>
                  </a:lnTo>
                  <a:cubicBezTo>
                    <a:pt x="3919254" y="67050"/>
                    <a:pt x="3849102" y="135963"/>
                    <a:pt x="3849102" y="219776"/>
                  </a:cubicBezTo>
                  <a:lnTo>
                    <a:pt x="3849102" y="2151191"/>
                  </a:lnTo>
                  <a:cubicBezTo>
                    <a:pt x="3849102" y="2474025"/>
                    <a:pt x="3587735" y="2736639"/>
                    <a:pt x="3267390" y="2736639"/>
                  </a:cubicBezTo>
                  <a:lnTo>
                    <a:pt x="582953" y="2736639"/>
                  </a:ln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26" name="Google Shape;3926;p67"/>
            <p:cNvSpPr/>
            <p:nvPr/>
          </p:nvSpPr>
          <p:spPr>
            <a:xfrm>
              <a:off x="31334047" y="8043796"/>
              <a:ext cx="874856" cy="963795"/>
            </a:xfrm>
            <a:custGeom>
              <a:rect b="b" l="l" r="r" t="t"/>
              <a:pathLst>
                <a:path extrusionOk="0" h="512809" w="465487">
                  <a:moveTo>
                    <a:pt x="33395" y="512809"/>
                  </a:moveTo>
                  <a:cubicBezTo>
                    <a:pt x="22219" y="512809"/>
                    <a:pt x="11046" y="506601"/>
                    <a:pt x="4838" y="496668"/>
                  </a:cubicBezTo>
                  <a:cubicBezTo>
                    <a:pt x="491" y="489218"/>
                    <a:pt x="-1371" y="480526"/>
                    <a:pt x="1112" y="471834"/>
                  </a:cubicBezTo>
                  <a:cubicBezTo>
                    <a:pt x="2975" y="463143"/>
                    <a:pt x="8562" y="456313"/>
                    <a:pt x="16011" y="451347"/>
                  </a:cubicBezTo>
                  <a:lnTo>
                    <a:pt x="338219" y="256405"/>
                  </a:lnTo>
                  <a:lnTo>
                    <a:pt x="16011" y="61463"/>
                  </a:lnTo>
                  <a:cubicBezTo>
                    <a:pt x="8562" y="57117"/>
                    <a:pt x="2975" y="49667"/>
                    <a:pt x="1112" y="40975"/>
                  </a:cubicBezTo>
                  <a:cubicBezTo>
                    <a:pt x="-751" y="32283"/>
                    <a:pt x="491" y="23592"/>
                    <a:pt x="4838" y="16142"/>
                  </a:cubicBezTo>
                  <a:cubicBezTo>
                    <a:pt x="11046" y="6208"/>
                    <a:pt x="21600" y="0"/>
                    <a:pt x="33395" y="0"/>
                  </a:cubicBezTo>
                  <a:cubicBezTo>
                    <a:pt x="45191" y="0"/>
                    <a:pt x="45191" y="1863"/>
                    <a:pt x="50156" y="4967"/>
                  </a:cubicBezTo>
                  <a:lnTo>
                    <a:pt x="465488" y="256405"/>
                  </a:lnTo>
                  <a:lnTo>
                    <a:pt x="50156" y="507843"/>
                  </a:lnTo>
                  <a:cubicBezTo>
                    <a:pt x="45191" y="510947"/>
                    <a:pt x="38983" y="512809"/>
                    <a:pt x="32775" y="512809"/>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sp>
        <p:nvSpPr>
          <p:cNvPr id="3927" name="Google Shape;3927;p67"/>
          <p:cNvSpPr/>
          <p:nvPr/>
        </p:nvSpPr>
        <p:spPr>
          <a:xfrm>
            <a:off x="994119" y="1204790"/>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8" name="Google Shape;3928;p67"/>
          <p:cNvSpPr/>
          <p:nvPr/>
        </p:nvSpPr>
        <p:spPr>
          <a:xfrm>
            <a:off x="1058473" y="1269194"/>
            <a:ext cx="556410" cy="556410"/>
          </a:xfrm>
          <a:prstGeom prst="ellipse">
            <a:avLst/>
          </a:pr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sp>
        <p:nvSpPr>
          <p:cNvPr id="3929" name="Google Shape;3929;p67"/>
          <p:cNvSpPr txBox="1"/>
          <p:nvPr/>
        </p:nvSpPr>
        <p:spPr>
          <a:xfrm>
            <a:off x="578024" y="2029536"/>
            <a:ext cx="1505311"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Lorem ipsum dolor</a:t>
            </a:r>
            <a:endParaRPr/>
          </a:p>
        </p:txBody>
      </p:sp>
      <p:sp>
        <p:nvSpPr>
          <p:cNvPr id="3930" name="Google Shape;3930;p67"/>
          <p:cNvSpPr txBox="1"/>
          <p:nvPr/>
        </p:nvSpPr>
        <p:spPr>
          <a:xfrm>
            <a:off x="2762155" y="2029536"/>
            <a:ext cx="1505311"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Lorem ipsum dolor</a:t>
            </a:r>
            <a:endParaRPr/>
          </a:p>
        </p:txBody>
      </p:sp>
      <p:sp>
        <p:nvSpPr>
          <p:cNvPr id="3931" name="Google Shape;3931;p67"/>
          <p:cNvSpPr txBox="1"/>
          <p:nvPr/>
        </p:nvSpPr>
        <p:spPr>
          <a:xfrm>
            <a:off x="2814795" y="2614502"/>
            <a:ext cx="153202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lt1"/>
                </a:solidFill>
                <a:latin typeface="Calibri"/>
                <a:ea typeface="Calibri"/>
                <a:cs typeface="Calibri"/>
                <a:sym typeface="Calibri"/>
              </a:rPr>
              <a:t>Lorem ipsum dolor sit amet consectetur adipiscing elit. Dolor sit amet consectetur adipiscing elit quisque faucibus.</a:t>
            </a:r>
            <a:endParaRPr sz="1000">
              <a:solidFill>
                <a:schemeClr val="lt1"/>
              </a:solidFill>
              <a:latin typeface="Calibri"/>
              <a:ea typeface="Calibri"/>
              <a:cs typeface="Calibri"/>
              <a:sym typeface="Calibri"/>
            </a:endParaRPr>
          </a:p>
        </p:txBody>
      </p:sp>
      <p:sp>
        <p:nvSpPr>
          <p:cNvPr id="3932" name="Google Shape;3932;p67"/>
          <p:cNvSpPr txBox="1"/>
          <p:nvPr/>
        </p:nvSpPr>
        <p:spPr>
          <a:xfrm>
            <a:off x="4775940" y="2029536"/>
            <a:ext cx="1696384"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Lorem ipsum dolor</a:t>
            </a:r>
            <a:endParaRPr/>
          </a:p>
        </p:txBody>
      </p:sp>
      <p:sp>
        <p:nvSpPr>
          <p:cNvPr id="3933" name="Google Shape;3933;p67"/>
          <p:cNvSpPr txBox="1"/>
          <p:nvPr/>
        </p:nvSpPr>
        <p:spPr>
          <a:xfrm>
            <a:off x="4988657" y="2614502"/>
            <a:ext cx="147035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a:p>
            <a:pPr indent="0" lvl="0" marL="0" marR="0" rtl="0" algn="ctr">
              <a:spcBef>
                <a:spcPts val="362"/>
              </a:spcBef>
              <a:spcAft>
                <a:spcPts val="0"/>
              </a:spcAft>
              <a:buNone/>
            </a:pPr>
            <a:r>
              <a:rPr lang="en-US" sz="1000">
                <a:solidFill>
                  <a:schemeClr val="lt1"/>
                </a:solidFill>
                <a:latin typeface="Calibri"/>
                <a:ea typeface="Calibri"/>
                <a:cs typeface="Calibri"/>
                <a:sym typeface="Calibri"/>
              </a:rPr>
              <a:t>Lorem ipsum dolor sit amet consectetur adipiscing elit. Dolor sit amet consectetur adipiscing elit quisque faucibus.</a:t>
            </a:r>
            <a:endParaRPr sz="1000">
              <a:solidFill>
                <a:schemeClr val="lt1"/>
              </a:solidFill>
              <a:latin typeface="Calibri"/>
              <a:ea typeface="Calibri"/>
              <a:cs typeface="Calibri"/>
              <a:sym typeface="Calibri"/>
            </a:endParaRPr>
          </a:p>
        </p:txBody>
      </p:sp>
      <p:sp>
        <p:nvSpPr>
          <p:cNvPr id="3934" name="Google Shape;3934;p67"/>
          <p:cNvSpPr txBox="1"/>
          <p:nvPr/>
        </p:nvSpPr>
        <p:spPr>
          <a:xfrm>
            <a:off x="6940311" y="2029536"/>
            <a:ext cx="1653700"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lt1"/>
                </a:solidFill>
                <a:latin typeface="Calibri"/>
                <a:ea typeface="Calibri"/>
                <a:cs typeface="Calibri"/>
                <a:sym typeface="Calibri"/>
              </a:rPr>
              <a:t>Lorem ipsum dolor</a:t>
            </a:r>
            <a:endParaRPr/>
          </a:p>
        </p:txBody>
      </p:sp>
      <p:sp>
        <p:nvSpPr>
          <p:cNvPr id="3935" name="Google Shape;3935;p67"/>
          <p:cNvSpPr txBox="1"/>
          <p:nvPr/>
        </p:nvSpPr>
        <p:spPr>
          <a:xfrm>
            <a:off x="7051744" y="2614502"/>
            <a:ext cx="150531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lt1"/>
                </a:solidFill>
                <a:latin typeface="Calibri"/>
                <a:ea typeface="Calibri"/>
                <a:cs typeface="Calibri"/>
                <a:sym typeface="Calibri"/>
              </a:rPr>
              <a:t>Lorem ipsum dolor sit amet consectetur adipiscing elit. Dolor sit amet consectetur adipiscing elit quisque faucibus.</a:t>
            </a:r>
            <a:endParaRPr sz="1000">
              <a:solidFill>
                <a:schemeClr val="lt1"/>
              </a:solidFill>
              <a:latin typeface="Calibri"/>
              <a:ea typeface="Calibri"/>
              <a:cs typeface="Calibri"/>
              <a:sym typeface="Calibri"/>
            </a:endParaRPr>
          </a:p>
        </p:txBody>
      </p:sp>
      <p:sp>
        <p:nvSpPr>
          <p:cNvPr id="3936" name="Google Shape;3936;p67"/>
          <p:cNvSpPr/>
          <p:nvPr/>
        </p:nvSpPr>
        <p:spPr>
          <a:xfrm>
            <a:off x="5235139" y="1219156"/>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7" name="Google Shape;3937;p67"/>
          <p:cNvSpPr/>
          <p:nvPr/>
        </p:nvSpPr>
        <p:spPr>
          <a:xfrm>
            <a:off x="5299494" y="1283559"/>
            <a:ext cx="556410" cy="556410"/>
          </a:xfrm>
          <a:prstGeom prst="ellipse">
            <a:avLst/>
          </a:pr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sp>
        <p:nvSpPr>
          <p:cNvPr id="3938" name="Google Shape;3938;p67"/>
          <p:cNvSpPr/>
          <p:nvPr/>
        </p:nvSpPr>
        <p:spPr>
          <a:xfrm>
            <a:off x="3146807" y="1217209"/>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9" name="Google Shape;3939;p67"/>
          <p:cNvSpPr/>
          <p:nvPr/>
        </p:nvSpPr>
        <p:spPr>
          <a:xfrm>
            <a:off x="3211161" y="1281613"/>
            <a:ext cx="556410" cy="556410"/>
          </a:xfrm>
          <a:prstGeom prst="ellipse">
            <a:avLst/>
          </a:pr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grpSp>
        <p:nvGrpSpPr>
          <p:cNvPr id="3940" name="Google Shape;3940;p67"/>
          <p:cNvGrpSpPr/>
          <p:nvPr/>
        </p:nvGrpSpPr>
        <p:grpSpPr>
          <a:xfrm>
            <a:off x="1137440" y="1351025"/>
            <a:ext cx="393353" cy="393170"/>
            <a:chOff x="13045202" y="-4332698"/>
            <a:chExt cx="1502415" cy="1501715"/>
          </a:xfrm>
        </p:grpSpPr>
        <p:grpSp>
          <p:nvGrpSpPr>
            <p:cNvPr id="3941" name="Google Shape;3941;p67"/>
            <p:cNvGrpSpPr/>
            <p:nvPr/>
          </p:nvGrpSpPr>
          <p:grpSpPr>
            <a:xfrm>
              <a:off x="13045202" y="-4332698"/>
              <a:ext cx="1502415" cy="1501715"/>
              <a:chOff x="13045202" y="-4250871"/>
              <a:chExt cx="1502415" cy="1501715"/>
            </a:xfrm>
          </p:grpSpPr>
          <p:sp>
            <p:nvSpPr>
              <p:cNvPr id="3942" name="Google Shape;3942;p67"/>
              <p:cNvSpPr/>
              <p:nvPr/>
            </p:nvSpPr>
            <p:spPr>
              <a:xfrm>
                <a:off x="13462461" y="-3835923"/>
                <a:ext cx="671427" cy="671114"/>
              </a:xfrm>
              <a:custGeom>
                <a:rect b="b" l="l" r="r" t="t"/>
                <a:pathLst>
                  <a:path extrusionOk="0" h="904382" w="904803">
                    <a:moveTo>
                      <a:pt x="817273" y="0"/>
                    </a:moveTo>
                    <a:cubicBezTo>
                      <a:pt x="865615" y="0"/>
                      <a:pt x="904804" y="39171"/>
                      <a:pt x="904804" y="87490"/>
                    </a:cubicBezTo>
                    <a:lnTo>
                      <a:pt x="904804" y="816892"/>
                    </a:lnTo>
                    <a:cubicBezTo>
                      <a:pt x="904804" y="865212"/>
                      <a:pt x="865615" y="904383"/>
                      <a:pt x="817273" y="904383"/>
                    </a:cubicBezTo>
                    <a:lnTo>
                      <a:pt x="87531" y="904383"/>
                    </a:lnTo>
                    <a:cubicBezTo>
                      <a:pt x="39189" y="904383"/>
                      <a:pt x="0" y="865212"/>
                      <a:pt x="0" y="816893"/>
                    </a:cubicBezTo>
                    <a:lnTo>
                      <a:pt x="0" y="87490"/>
                    </a:lnTo>
                    <a:cubicBezTo>
                      <a:pt x="0" y="39171"/>
                      <a:pt x="39189" y="0"/>
                      <a:pt x="87531" y="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3" name="Google Shape;3943;p67"/>
              <p:cNvSpPr/>
              <p:nvPr/>
            </p:nvSpPr>
            <p:spPr>
              <a:xfrm>
                <a:off x="13796410" y="-4137254"/>
                <a:ext cx="7060" cy="301331"/>
              </a:xfrm>
              <a:custGeom>
                <a:rect b="b" l="l" r="r" t="t"/>
                <a:pathLst>
                  <a:path extrusionOk="0" h="406068" w="9514">
                    <a:moveTo>
                      <a:pt x="0" y="406069"/>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4" name="Google Shape;3944;p67"/>
              <p:cNvSpPr/>
              <p:nvPr/>
            </p:nvSpPr>
            <p:spPr>
              <a:xfrm>
                <a:off x="13740634" y="-425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5" name="Google Shape;3945;p67"/>
              <p:cNvSpPr/>
              <p:nvPr/>
            </p:nvSpPr>
            <p:spPr>
              <a:xfrm>
                <a:off x="13981388" y="-3981296"/>
                <a:ext cx="7060" cy="145373"/>
              </a:xfrm>
              <a:custGeom>
                <a:rect b="b" l="l" r="r" t="t"/>
                <a:pathLst>
                  <a:path extrusionOk="0" h="195902" w="9514">
                    <a:moveTo>
                      <a:pt x="0" y="195902"/>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6" name="Google Shape;3946;p67"/>
              <p:cNvSpPr/>
              <p:nvPr/>
            </p:nvSpPr>
            <p:spPr>
              <a:xfrm>
                <a:off x="13925612" y="-409491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7" name="Google Shape;3947;p67"/>
              <p:cNvSpPr/>
              <p:nvPr/>
            </p:nvSpPr>
            <p:spPr>
              <a:xfrm>
                <a:off x="13607901" y="-3981296"/>
                <a:ext cx="7060" cy="145373"/>
              </a:xfrm>
              <a:custGeom>
                <a:rect b="b" l="l" r="r" t="t"/>
                <a:pathLst>
                  <a:path extrusionOk="0" h="195902" w="9514">
                    <a:moveTo>
                      <a:pt x="0" y="195902"/>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8" name="Google Shape;3948;p67"/>
              <p:cNvSpPr/>
              <p:nvPr/>
            </p:nvSpPr>
            <p:spPr>
              <a:xfrm>
                <a:off x="13552832" y="-409491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49" name="Google Shape;3949;p67"/>
              <p:cNvSpPr/>
              <p:nvPr/>
            </p:nvSpPr>
            <p:spPr>
              <a:xfrm>
                <a:off x="13796410" y="-3164103"/>
                <a:ext cx="7060" cy="301331"/>
              </a:xfrm>
              <a:custGeom>
                <a:rect b="b" l="l" r="r" t="t"/>
                <a:pathLst>
                  <a:path extrusionOk="0" h="406068" w="9514">
                    <a:moveTo>
                      <a:pt x="0" y="0"/>
                    </a:moveTo>
                    <a:lnTo>
                      <a:pt x="0" y="406069"/>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0" name="Google Shape;3950;p67"/>
              <p:cNvSpPr/>
              <p:nvPr/>
            </p:nvSpPr>
            <p:spPr>
              <a:xfrm>
                <a:off x="13737809" y="-2863478"/>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1" name="Google Shape;3951;p67"/>
              <p:cNvSpPr/>
              <p:nvPr/>
            </p:nvSpPr>
            <p:spPr>
              <a:xfrm>
                <a:off x="13611431" y="-3164103"/>
                <a:ext cx="7060" cy="145373"/>
              </a:xfrm>
              <a:custGeom>
                <a:rect b="b" l="l" r="r" t="t"/>
                <a:pathLst>
                  <a:path extrusionOk="0" h="195902" w="9514">
                    <a:moveTo>
                      <a:pt x="0" y="0"/>
                    </a:moveTo>
                    <a:lnTo>
                      <a:pt x="0" y="195902"/>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2" name="Google Shape;3952;p67"/>
              <p:cNvSpPr/>
              <p:nvPr/>
            </p:nvSpPr>
            <p:spPr>
              <a:xfrm>
                <a:off x="13552832" y="-3019436"/>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3" name="Google Shape;3953;p67"/>
              <p:cNvSpPr/>
              <p:nvPr/>
            </p:nvSpPr>
            <p:spPr>
              <a:xfrm>
                <a:off x="13984918" y="-3164103"/>
                <a:ext cx="7060" cy="145373"/>
              </a:xfrm>
              <a:custGeom>
                <a:rect b="b" l="l" r="r" t="t"/>
                <a:pathLst>
                  <a:path extrusionOk="0" h="195902" w="9514">
                    <a:moveTo>
                      <a:pt x="0" y="0"/>
                    </a:moveTo>
                    <a:lnTo>
                      <a:pt x="0" y="195902"/>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4" name="Google Shape;3954;p67"/>
              <p:cNvSpPr/>
              <p:nvPr/>
            </p:nvSpPr>
            <p:spPr>
              <a:xfrm>
                <a:off x="13925612" y="-3019436"/>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5" name="Google Shape;3955;p67"/>
              <p:cNvSpPr/>
              <p:nvPr/>
            </p:nvSpPr>
            <p:spPr>
              <a:xfrm>
                <a:off x="14132476" y="-3500014"/>
                <a:ext cx="301471" cy="7056"/>
              </a:xfrm>
              <a:custGeom>
                <a:rect b="b" l="l" r="r" t="t"/>
                <a:pathLst>
                  <a:path extrusionOk="0" h="9509" w="406257">
                    <a:moveTo>
                      <a:pt x="0" y="0"/>
                    </a:moveTo>
                    <a:lnTo>
                      <a:pt x="406258"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6" name="Google Shape;3956;p67"/>
              <p:cNvSpPr/>
              <p:nvPr/>
            </p:nvSpPr>
            <p:spPr>
              <a:xfrm>
                <a:off x="14433242" y="-355576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7" name="Google Shape;3957;p67"/>
              <p:cNvSpPr/>
              <p:nvPr/>
            </p:nvSpPr>
            <p:spPr>
              <a:xfrm>
                <a:off x="14132476" y="-3315122"/>
                <a:ext cx="145440" cy="7056"/>
              </a:xfrm>
              <a:custGeom>
                <a:rect b="b" l="l" r="r" t="t"/>
                <a:pathLst>
                  <a:path extrusionOk="0" h="9509" w="195993">
                    <a:moveTo>
                      <a:pt x="0" y="0"/>
                    </a:moveTo>
                    <a:lnTo>
                      <a:pt x="195993"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8" name="Google Shape;3958;p67"/>
              <p:cNvSpPr/>
              <p:nvPr/>
            </p:nvSpPr>
            <p:spPr>
              <a:xfrm>
                <a:off x="14277211" y="-337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59" name="Google Shape;3959;p67"/>
              <p:cNvSpPr/>
              <p:nvPr/>
            </p:nvSpPr>
            <p:spPr>
              <a:xfrm>
                <a:off x="14132476" y="-3688433"/>
                <a:ext cx="145440" cy="7056"/>
              </a:xfrm>
              <a:custGeom>
                <a:rect b="b" l="l" r="r" t="t"/>
                <a:pathLst>
                  <a:path extrusionOk="0" h="9509" w="195993">
                    <a:moveTo>
                      <a:pt x="0" y="0"/>
                    </a:moveTo>
                    <a:lnTo>
                      <a:pt x="195993"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0" name="Google Shape;3960;p67"/>
              <p:cNvSpPr/>
              <p:nvPr/>
            </p:nvSpPr>
            <p:spPr>
              <a:xfrm>
                <a:off x="14277211" y="-3743477"/>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1" name="Google Shape;3961;p67"/>
              <p:cNvSpPr/>
              <p:nvPr/>
            </p:nvSpPr>
            <p:spPr>
              <a:xfrm>
                <a:off x="13158871" y="-3500014"/>
                <a:ext cx="301471" cy="7056"/>
              </a:xfrm>
              <a:custGeom>
                <a:rect b="b" l="l" r="r" t="t"/>
                <a:pathLst>
                  <a:path extrusionOk="0" h="9509" w="406257">
                    <a:moveTo>
                      <a:pt x="406258" y="0"/>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2" name="Google Shape;3962;p67"/>
              <p:cNvSpPr/>
              <p:nvPr/>
            </p:nvSpPr>
            <p:spPr>
              <a:xfrm>
                <a:off x="13045202" y="-3558586"/>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3" name="Google Shape;3963;p67"/>
              <p:cNvSpPr/>
              <p:nvPr/>
            </p:nvSpPr>
            <p:spPr>
              <a:xfrm>
                <a:off x="13314903" y="-3684904"/>
                <a:ext cx="145440" cy="7056"/>
              </a:xfrm>
              <a:custGeom>
                <a:rect b="b" l="l" r="r" t="t"/>
                <a:pathLst>
                  <a:path extrusionOk="0" h="9509" w="195993">
                    <a:moveTo>
                      <a:pt x="195993" y="0"/>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4" name="Google Shape;3964;p67"/>
              <p:cNvSpPr/>
              <p:nvPr/>
            </p:nvSpPr>
            <p:spPr>
              <a:xfrm>
                <a:off x="13201232" y="-3743477"/>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5" name="Google Shape;3965;p67"/>
              <p:cNvSpPr/>
              <p:nvPr/>
            </p:nvSpPr>
            <p:spPr>
              <a:xfrm>
                <a:off x="13314903" y="-3311593"/>
                <a:ext cx="145440" cy="7056"/>
              </a:xfrm>
              <a:custGeom>
                <a:rect b="b" l="l" r="r" t="t"/>
                <a:pathLst>
                  <a:path extrusionOk="0" h="9509" w="195993">
                    <a:moveTo>
                      <a:pt x="195993" y="0"/>
                    </a:moveTo>
                    <a:lnTo>
                      <a:pt x="0" y="0"/>
                    </a:lnTo>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66" name="Google Shape;3966;p67"/>
              <p:cNvSpPr/>
              <p:nvPr/>
            </p:nvSpPr>
            <p:spPr>
              <a:xfrm>
                <a:off x="13201232" y="-337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3967" name="Google Shape;3967;p67"/>
            <p:cNvGrpSpPr/>
            <p:nvPr/>
          </p:nvGrpSpPr>
          <p:grpSpPr>
            <a:xfrm>
              <a:off x="13614400" y="-3717118"/>
              <a:ext cx="301472" cy="262831"/>
              <a:chOff x="13641084" y="-3625940"/>
              <a:chExt cx="301472" cy="262831"/>
            </a:xfrm>
          </p:grpSpPr>
          <p:sp>
            <p:nvSpPr>
              <p:cNvPr id="3968" name="Google Shape;3968;p67"/>
              <p:cNvSpPr/>
              <p:nvPr/>
            </p:nvSpPr>
            <p:spPr>
              <a:xfrm>
                <a:off x="13641084" y="-3625940"/>
                <a:ext cx="224515" cy="262831"/>
              </a:xfrm>
              <a:custGeom>
                <a:rect b="b" l="l" r="r" t="t"/>
                <a:pathLst>
                  <a:path extrusionOk="0" h="354187" w="302552">
                    <a:moveTo>
                      <a:pt x="300650" y="336119"/>
                    </a:moveTo>
                    <a:cubicBezTo>
                      <a:pt x="302553" y="339923"/>
                      <a:pt x="302553" y="343727"/>
                      <a:pt x="302553" y="345629"/>
                    </a:cubicBezTo>
                    <a:cubicBezTo>
                      <a:pt x="302553" y="348482"/>
                      <a:pt x="302553" y="350384"/>
                      <a:pt x="300650" y="351335"/>
                    </a:cubicBezTo>
                    <a:cubicBezTo>
                      <a:pt x="298747" y="352286"/>
                      <a:pt x="296844" y="353237"/>
                      <a:pt x="293039" y="354187"/>
                    </a:cubicBezTo>
                    <a:cubicBezTo>
                      <a:pt x="289233" y="354187"/>
                      <a:pt x="285427" y="354187"/>
                      <a:pt x="279719" y="354187"/>
                    </a:cubicBezTo>
                    <a:cubicBezTo>
                      <a:pt x="274010" y="354187"/>
                      <a:pt x="269253" y="354187"/>
                      <a:pt x="266399" y="354187"/>
                    </a:cubicBezTo>
                    <a:cubicBezTo>
                      <a:pt x="262593" y="354187"/>
                      <a:pt x="260690" y="354187"/>
                      <a:pt x="258787" y="353237"/>
                    </a:cubicBezTo>
                    <a:cubicBezTo>
                      <a:pt x="256884" y="353237"/>
                      <a:pt x="255933" y="351335"/>
                      <a:pt x="254982" y="350384"/>
                    </a:cubicBezTo>
                    <a:cubicBezTo>
                      <a:pt x="254982" y="349433"/>
                      <a:pt x="253079" y="347531"/>
                      <a:pt x="253079" y="346580"/>
                    </a:cubicBezTo>
                    <a:lnTo>
                      <a:pt x="222633" y="260991"/>
                    </a:lnTo>
                    <a:lnTo>
                      <a:pt x="76114" y="260991"/>
                    </a:lnTo>
                    <a:lnTo>
                      <a:pt x="47571" y="345629"/>
                    </a:lnTo>
                    <a:cubicBezTo>
                      <a:pt x="47571" y="347531"/>
                      <a:pt x="46620" y="348482"/>
                      <a:pt x="45668" y="349433"/>
                    </a:cubicBezTo>
                    <a:cubicBezTo>
                      <a:pt x="45668" y="350384"/>
                      <a:pt x="43766" y="351335"/>
                      <a:pt x="41863" y="352286"/>
                    </a:cubicBezTo>
                    <a:cubicBezTo>
                      <a:pt x="39960" y="352286"/>
                      <a:pt x="38057" y="353237"/>
                      <a:pt x="34251" y="354187"/>
                    </a:cubicBezTo>
                    <a:cubicBezTo>
                      <a:pt x="31397" y="354187"/>
                      <a:pt x="26640" y="354187"/>
                      <a:pt x="21883" y="354187"/>
                    </a:cubicBezTo>
                    <a:cubicBezTo>
                      <a:pt x="17126" y="354187"/>
                      <a:pt x="12369" y="354187"/>
                      <a:pt x="8563" y="354187"/>
                    </a:cubicBezTo>
                    <a:cubicBezTo>
                      <a:pt x="4757" y="354187"/>
                      <a:pt x="2854" y="353237"/>
                      <a:pt x="1903" y="351335"/>
                    </a:cubicBezTo>
                    <a:cubicBezTo>
                      <a:pt x="951" y="350384"/>
                      <a:pt x="0" y="348482"/>
                      <a:pt x="0" y="345629"/>
                    </a:cubicBezTo>
                    <a:cubicBezTo>
                      <a:pt x="0" y="342776"/>
                      <a:pt x="0" y="339923"/>
                      <a:pt x="1903" y="336119"/>
                    </a:cubicBezTo>
                    <a:lnTo>
                      <a:pt x="119879" y="9932"/>
                    </a:lnTo>
                    <a:cubicBezTo>
                      <a:pt x="119879" y="8030"/>
                      <a:pt x="121782" y="6129"/>
                      <a:pt x="122734" y="5178"/>
                    </a:cubicBezTo>
                    <a:cubicBezTo>
                      <a:pt x="123685" y="4227"/>
                      <a:pt x="125588" y="3276"/>
                      <a:pt x="127491" y="2325"/>
                    </a:cubicBezTo>
                    <a:cubicBezTo>
                      <a:pt x="129394" y="2325"/>
                      <a:pt x="132248" y="1374"/>
                      <a:pt x="136054" y="423"/>
                    </a:cubicBezTo>
                    <a:cubicBezTo>
                      <a:pt x="139859" y="-528"/>
                      <a:pt x="143665" y="423"/>
                      <a:pt x="149374" y="423"/>
                    </a:cubicBezTo>
                    <a:cubicBezTo>
                      <a:pt x="155082" y="423"/>
                      <a:pt x="159839" y="423"/>
                      <a:pt x="163645" y="423"/>
                    </a:cubicBezTo>
                    <a:cubicBezTo>
                      <a:pt x="167451" y="423"/>
                      <a:pt x="170305" y="423"/>
                      <a:pt x="173159" y="2325"/>
                    </a:cubicBezTo>
                    <a:cubicBezTo>
                      <a:pt x="175062" y="2325"/>
                      <a:pt x="176965" y="4227"/>
                      <a:pt x="178868" y="5178"/>
                    </a:cubicBezTo>
                    <a:cubicBezTo>
                      <a:pt x="179819" y="6129"/>
                      <a:pt x="180771" y="8030"/>
                      <a:pt x="181722" y="9932"/>
                    </a:cubicBezTo>
                    <a:lnTo>
                      <a:pt x="299698" y="336119"/>
                    </a:lnTo>
                    <a:close/>
                    <a:moveTo>
                      <a:pt x="149374" y="47972"/>
                    </a:moveTo>
                    <a:lnTo>
                      <a:pt x="149374" y="47972"/>
                    </a:lnTo>
                    <a:lnTo>
                      <a:pt x="88482" y="222952"/>
                    </a:lnTo>
                    <a:lnTo>
                      <a:pt x="210265" y="222952"/>
                    </a:lnTo>
                    <a:lnTo>
                      <a:pt x="149374" y="47972"/>
                    </a:lnTo>
                    <a:close/>
                  </a:path>
                </a:pathLst>
              </a:custGeom>
              <a:solidFill>
                <a:schemeClr val="dk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FFFFFF"/>
                  </a:solidFill>
                  <a:latin typeface="Calibri"/>
                  <a:ea typeface="Calibri"/>
                  <a:cs typeface="Calibri"/>
                  <a:sym typeface="Calibri"/>
                </a:endParaRPr>
              </a:p>
            </p:txBody>
          </p:sp>
          <p:sp>
            <p:nvSpPr>
              <p:cNvPr id="3969" name="Google Shape;3969;p67"/>
              <p:cNvSpPr/>
              <p:nvPr/>
            </p:nvSpPr>
            <p:spPr>
              <a:xfrm>
                <a:off x="13907255" y="-3625627"/>
                <a:ext cx="35301" cy="262517"/>
              </a:xfrm>
              <a:custGeom>
                <a:rect b="b" l="l" r="r" t="t"/>
                <a:pathLst>
                  <a:path extrusionOk="0" h="353764" w="47571">
                    <a:moveTo>
                      <a:pt x="47571" y="345206"/>
                    </a:moveTo>
                    <a:cubicBezTo>
                      <a:pt x="47571" y="347108"/>
                      <a:pt x="47571" y="348059"/>
                      <a:pt x="46620" y="349010"/>
                    </a:cubicBezTo>
                    <a:cubicBezTo>
                      <a:pt x="46620" y="349961"/>
                      <a:pt x="44717" y="350912"/>
                      <a:pt x="42814" y="351863"/>
                    </a:cubicBezTo>
                    <a:cubicBezTo>
                      <a:pt x="40911" y="351863"/>
                      <a:pt x="39008" y="352814"/>
                      <a:pt x="35203" y="353765"/>
                    </a:cubicBezTo>
                    <a:cubicBezTo>
                      <a:pt x="32348" y="353765"/>
                      <a:pt x="28543" y="353765"/>
                      <a:pt x="23786" y="353765"/>
                    </a:cubicBezTo>
                    <a:cubicBezTo>
                      <a:pt x="19028" y="353765"/>
                      <a:pt x="16174" y="353765"/>
                      <a:pt x="12369" y="353765"/>
                    </a:cubicBezTo>
                    <a:cubicBezTo>
                      <a:pt x="9514" y="353765"/>
                      <a:pt x="6660" y="352814"/>
                      <a:pt x="4757" y="351863"/>
                    </a:cubicBezTo>
                    <a:cubicBezTo>
                      <a:pt x="2854" y="351863"/>
                      <a:pt x="1903" y="349961"/>
                      <a:pt x="951" y="349010"/>
                    </a:cubicBezTo>
                    <a:cubicBezTo>
                      <a:pt x="951" y="348059"/>
                      <a:pt x="0" y="347108"/>
                      <a:pt x="0" y="345206"/>
                    </a:cubicBezTo>
                    <a:lnTo>
                      <a:pt x="0" y="8559"/>
                    </a:lnTo>
                    <a:cubicBezTo>
                      <a:pt x="0" y="6657"/>
                      <a:pt x="0" y="5706"/>
                      <a:pt x="951" y="4755"/>
                    </a:cubicBezTo>
                    <a:cubicBezTo>
                      <a:pt x="951" y="3804"/>
                      <a:pt x="2854" y="2853"/>
                      <a:pt x="4757" y="1902"/>
                    </a:cubicBezTo>
                    <a:cubicBezTo>
                      <a:pt x="6660" y="1902"/>
                      <a:pt x="9514" y="951"/>
                      <a:pt x="12369" y="0"/>
                    </a:cubicBezTo>
                    <a:cubicBezTo>
                      <a:pt x="15223" y="0"/>
                      <a:pt x="19028" y="0"/>
                      <a:pt x="22834" y="0"/>
                    </a:cubicBezTo>
                    <a:cubicBezTo>
                      <a:pt x="26640" y="0"/>
                      <a:pt x="31397" y="0"/>
                      <a:pt x="34251" y="0"/>
                    </a:cubicBezTo>
                    <a:cubicBezTo>
                      <a:pt x="37106" y="0"/>
                      <a:pt x="39960" y="951"/>
                      <a:pt x="41863" y="1902"/>
                    </a:cubicBezTo>
                    <a:cubicBezTo>
                      <a:pt x="43766" y="1902"/>
                      <a:pt x="44717" y="3804"/>
                      <a:pt x="45668" y="4755"/>
                    </a:cubicBezTo>
                    <a:cubicBezTo>
                      <a:pt x="45668" y="5706"/>
                      <a:pt x="46620" y="6657"/>
                      <a:pt x="46620" y="8559"/>
                    </a:cubicBezTo>
                    <a:lnTo>
                      <a:pt x="46620" y="345206"/>
                    </a:lnTo>
                    <a:close/>
                  </a:path>
                </a:pathLst>
              </a:custGeom>
              <a:solidFill>
                <a:schemeClr val="dk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sp>
        <p:nvSpPr>
          <p:cNvPr descr="Satellite outline" id="3970" name="Google Shape;3970;p67"/>
          <p:cNvSpPr/>
          <p:nvPr/>
        </p:nvSpPr>
        <p:spPr>
          <a:xfrm>
            <a:off x="3298302" y="1368295"/>
            <a:ext cx="383045" cy="383044"/>
          </a:xfrm>
          <a:prstGeom prst="rect">
            <a:avLst/>
          </a:prstGeom>
          <a:noFill/>
          <a:ln>
            <a:noFill/>
          </a:ln>
        </p:spPr>
      </p:sp>
      <p:sp>
        <p:nvSpPr>
          <p:cNvPr descr="Factory outline" id="3971" name="Google Shape;3971;p67"/>
          <p:cNvSpPr/>
          <p:nvPr/>
        </p:nvSpPr>
        <p:spPr>
          <a:xfrm>
            <a:off x="5384561" y="1354616"/>
            <a:ext cx="383045" cy="383044"/>
          </a:xfrm>
          <a:prstGeom prst="rect">
            <a:avLst/>
          </a:prstGeom>
          <a:noFill/>
          <a:ln>
            <a:noFill/>
          </a:ln>
        </p:spPr>
      </p:sp>
      <p:sp>
        <p:nvSpPr>
          <p:cNvPr id="3972" name="Google Shape;3972;p67"/>
          <p:cNvSpPr/>
          <p:nvPr/>
        </p:nvSpPr>
        <p:spPr>
          <a:xfrm>
            <a:off x="7412231" y="1217209"/>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highlight>
                <a:srgbClr val="0062AE"/>
              </a:highlight>
              <a:latin typeface="Calibri"/>
              <a:ea typeface="Calibri"/>
              <a:cs typeface="Calibri"/>
              <a:sym typeface="Calibri"/>
            </a:endParaRPr>
          </a:p>
        </p:txBody>
      </p:sp>
      <p:sp>
        <p:nvSpPr>
          <p:cNvPr id="3973" name="Google Shape;3973;p67"/>
          <p:cNvSpPr/>
          <p:nvPr/>
        </p:nvSpPr>
        <p:spPr>
          <a:xfrm>
            <a:off x="7476585" y="1281613"/>
            <a:ext cx="556410" cy="556410"/>
          </a:xfrm>
          <a:prstGeom prst="ellipse">
            <a:avLst/>
          </a:pr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grpSp>
        <p:nvGrpSpPr>
          <p:cNvPr id="3974" name="Google Shape;3974;p67"/>
          <p:cNvGrpSpPr/>
          <p:nvPr/>
        </p:nvGrpSpPr>
        <p:grpSpPr>
          <a:xfrm>
            <a:off x="7616825" y="1379410"/>
            <a:ext cx="275931" cy="335878"/>
            <a:chOff x="30155283" y="7823200"/>
            <a:chExt cx="1816491" cy="2211133"/>
          </a:xfrm>
        </p:grpSpPr>
        <p:sp>
          <p:nvSpPr>
            <p:cNvPr id="3975" name="Google Shape;3975;p67"/>
            <p:cNvSpPr/>
            <p:nvPr/>
          </p:nvSpPr>
          <p:spPr>
            <a:xfrm>
              <a:off x="30155283" y="8643474"/>
              <a:ext cx="1663689" cy="1390859"/>
            </a:xfrm>
            <a:custGeom>
              <a:rect b="b" l="l" r="r" t="t"/>
              <a:pathLst>
                <a:path extrusionOk="0" h="1390859" w="1663689">
                  <a:moveTo>
                    <a:pt x="1559697" y="154599"/>
                  </a:moveTo>
                  <a:cubicBezTo>
                    <a:pt x="1781608" y="557201"/>
                    <a:pt x="1636884" y="1064479"/>
                    <a:pt x="1234872" y="1286715"/>
                  </a:cubicBezTo>
                  <a:cubicBezTo>
                    <a:pt x="832860" y="1508951"/>
                    <a:pt x="326325" y="1364014"/>
                    <a:pt x="104415" y="961413"/>
                  </a:cubicBezTo>
                  <a:cubicBezTo>
                    <a:pt x="-67646" y="650604"/>
                    <a:pt x="-24229" y="264107"/>
                    <a:pt x="213762"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76" name="Google Shape;3976;p67"/>
            <p:cNvSpPr/>
            <p:nvPr/>
          </p:nvSpPr>
          <p:spPr>
            <a:xfrm>
              <a:off x="30478392" y="8369564"/>
              <a:ext cx="1138497" cy="288403"/>
            </a:xfrm>
            <a:custGeom>
              <a:rect b="b" l="l" r="r" t="t"/>
              <a:pathLst>
                <a:path extrusionOk="0" h="288403" w="1138497">
                  <a:moveTo>
                    <a:pt x="0" y="174064"/>
                  </a:moveTo>
                  <a:cubicBezTo>
                    <a:pt x="348946" y="-96484"/>
                    <a:pt x="849049" y="-46561"/>
                    <a:pt x="1138497" y="288403"/>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77" name="Google Shape;3977;p67"/>
            <p:cNvSpPr/>
            <p:nvPr/>
          </p:nvSpPr>
          <p:spPr>
            <a:xfrm>
              <a:off x="31237390" y="8461498"/>
              <a:ext cx="247639" cy="286652"/>
            </a:xfrm>
            <a:custGeom>
              <a:rect b="b" l="l" r="r" t="t"/>
              <a:pathLst>
                <a:path extrusionOk="0" h="286652" w="247639">
                  <a:moveTo>
                    <a:pt x="247639" y="268938"/>
                  </a:moveTo>
                  <a:lnTo>
                    <a:pt x="94875" y="286652"/>
                  </a:lnTo>
                  <a:lnTo>
                    <a:pt x="0" y="235119"/>
                  </a:lnTo>
                  <a:lnTo>
                    <a:pt x="8040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78" name="Google Shape;3978;p67"/>
            <p:cNvSpPr/>
            <p:nvPr/>
          </p:nvSpPr>
          <p:spPr>
            <a:xfrm>
              <a:off x="31224649" y="8905970"/>
              <a:ext cx="583597" cy="665097"/>
            </a:xfrm>
            <a:custGeom>
              <a:rect b="b" l="l" r="r" t="t"/>
              <a:pathLst>
                <a:path extrusionOk="0" h="665097" w="583597">
                  <a:moveTo>
                    <a:pt x="583598" y="196470"/>
                  </a:moveTo>
                  <a:lnTo>
                    <a:pt x="273245" y="665098"/>
                  </a:lnTo>
                  <a:lnTo>
                    <a:pt x="179978" y="280211"/>
                  </a:lnTo>
                  <a:lnTo>
                    <a:pt x="112440" y="280211"/>
                  </a:lnTo>
                  <a:cubicBezTo>
                    <a:pt x="112440" y="280211"/>
                    <a:pt x="-117511" y="193249"/>
                    <a:pt x="80279" y="24156"/>
                  </a:cubicBezTo>
                  <a:lnTo>
                    <a:pt x="279677"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79" name="Google Shape;3979;p67"/>
            <p:cNvSpPr/>
            <p:nvPr/>
          </p:nvSpPr>
          <p:spPr>
            <a:xfrm>
              <a:off x="30207284" y="8074043"/>
              <a:ext cx="238975" cy="239326"/>
            </a:xfrm>
            <a:custGeom>
              <a:rect b="b" l="l" r="r" t="t"/>
              <a:pathLst>
                <a:path extrusionOk="0" h="239326" w="238975">
                  <a:moveTo>
                    <a:pt x="229298" y="71815"/>
                  </a:moveTo>
                  <a:cubicBezTo>
                    <a:pt x="255027" y="133010"/>
                    <a:pt x="227690" y="202258"/>
                    <a:pt x="168192" y="229635"/>
                  </a:cubicBezTo>
                  <a:cubicBezTo>
                    <a:pt x="107087" y="255401"/>
                    <a:pt x="37941" y="228024"/>
                    <a:pt x="10604" y="168439"/>
                  </a:cubicBezTo>
                  <a:cubicBezTo>
                    <a:pt x="-16733" y="108854"/>
                    <a:pt x="10604" y="37996"/>
                    <a:pt x="71710" y="10619"/>
                  </a:cubicBezTo>
                  <a:lnTo>
                    <a:pt x="71710" y="10619"/>
                  </a:lnTo>
                  <a:cubicBezTo>
                    <a:pt x="132815" y="-16757"/>
                    <a:pt x="201961" y="10619"/>
                    <a:pt x="229298" y="71815"/>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0" name="Google Shape;3980;p67"/>
            <p:cNvSpPr/>
            <p:nvPr/>
          </p:nvSpPr>
          <p:spPr>
            <a:xfrm>
              <a:off x="30373869" y="8303678"/>
              <a:ext cx="154372" cy="352678"/>
            </a:xfrm>
            <a:custGeom>
              <a:rect b="b" l="l" r="r" t="t"/>
              <a:pathLst>
                <a:path extrusionOk="0" h="352678" w="154372">
                  <a:moveTo>
                    <a:pt x="0" y="0"/>
                  </a:moveTo>
                  <a:lnTo>
                    <a:pt x="154373" y="3526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1" name="Google Shape;3981;p67"/>
            <p:cNvSpPr/>
            <p:nvPr/>
          </p:nvSpPr>
          <p:spPr>
            <a:xfrm>
              <a:off x="31053497" y="7823200"/>
              <a:ext cx="239141" cy="239492"/>
            </a:xfrm>
            <a:custGeom>
              <a:rect b="b" l="l" r="r" t="t"/>
              <a:pathLst>
                <a:path extrusionOk="0" h="239492" w="239141">
                  <a:moveTo>
                    <a:pt x="238566" y="131019"/>
                  </a:moveTo>
                  <a:cubicBezTo>
                    <a:pt x="232134" y="197046"/>
                    <a:pt x="174244" y="245358"/>
                    <a:pt x="108314" y="238916"/>
                  </a:cubicBezTo>
                  <a:cubicBezTo>
                    <a:pt x="42385" y="232475"/>
                    <a:pt x="-5857" y="174500"/>
                    <a:pt x="575" y="108473"/>
                  </a:cubicBezTo>
                  <a:cubicBezTo>
                    <a:pt x="7007" y="42447"/>
                    <a:pt x="64897" y="-5865"/>
                    <a:pt x="130827" y="576"/>
                  </a:cubicBezTo>
                  <a:cubicBezTo>
                    <a:pt x="196757" y="7018"/>
                    <a:pt x="244998" y="64992"/>
                    <a:pt x="238566" y="131019"/>
                  </a:cubicBezTo>
                  <a:lnTo>
                    <a:pt x="238566" y="131019"/>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2" name="Google Shape;3982;p67"/>
            <p:cNvSpPr/>
            <p:nvPr/>
          </p:nvSpPr>
          <p:spPr>
            <a:xfrm>
              <a:off x="31131259" y="8062117"/>
              <a:ext cx="32160" cy="304366"/>
            </a:xfrm>
            <a:custGeom>
              <a:rect b="b" l="l" r="r" t="t"/>
              <a:pathLst>
                <a:path extrusionOk="0" h="304366" w="32160">
                  <a:moveTo>
                    <a:pt x="32161" y="0"/>
                  </a:moveTo>
                  <a:lnTo>
                    <a:pt x="0" y="304367"/>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3" name="Google Shape;3983;p67"/>
            <p:cNvSpPr/>
            <p:nvPr/>
          </p:nvSpPr>
          <p:spPr>
            <a:xfrm>
              <a:off x="30833414" y="8689818"/>
              <a:ext cx="239616" cy="240664"/>
            </a:xfrm>
            <a:custGeom>
              <a:rect b="b" l="l" r="r" t="t"/>
              <a:pathLst>
                <a:path extrusionOk="0" h="240664" w="239616">
                  <a:moveTo>
                    <a:pt x="228699" y="171060"/>
                  </a:moveTo>
                  <a:cubicBezTo>
                    <a:pt x="201362" y="230645"/>
                    <a:pt x="130608" y="258022"/>
                    <a:pt x="69502" y="229035"/>
                  </a:cubicBezTo>
                  <a:cubicBezTo>
                    <a:pt x="10005" y="201658"/>
                    <a:pt x="-17332" y="130800"/>
                    <a:pt x="11613" y="69604"/>
                  </a:cubicBezTo>
                  <a:cubicBezTo>
                    <a:pt x="38950" y="10019"/>
                    <a:pt x="109704" y="-17358"/>
                    <a:pt x="170809" y="11630"/>
                  </a:cubicBezTo>
                  <a:lnTo>
                    <a:pt x="170809" y="11630"/>
                  </a:lnTo>
                  <a:cubicBezTo>
                    <a:pt x="230307" y="40617"/>
                    <a:pt x="256036" y="111475"/>
                    <a:pt x="228699" y="17106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4" name="Google Shape;3984;p67"/>
            <p:cNvSpPr/>
            <p:nvPr/>
          </p:nvSpPr>
          <p:spPr>
            <a:xfrm>
              <a:off x="30750152" y="8918853"/>
              <a:ext cx="152764" cy="276989"/>
            </a:xfrm>
            <a:custGeom>
              <a:rect b="b" l="l" r="r" t="t"/>
              <a:pathLst>
                <a:path extrusionOk="0" h="276989" w="152764">
                  <a:moveTo>
                    <a:pt x="152764" y="0"/>
                  </a:moveTo>
                  <a:lnTo>
                    <a:pt x="0" y="27699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5" name="Google Shape;3985;p67"/>
            <p:cNvSpPr/>
            <p:nvPr/>
          </p:nvSpPr>
          <p:spPr>
            <a:xfrm>
              <a:off x="31608849" y="8599993"/>
              <a:ext cx="199397" cy="426757"/>
            </a:xfrm>
            <a:custGeom>
              <a:rect b="b" l="l" r="r" t="t"/>
              <a:pathLst>
                <a:path extrusionOk="0" h="426757" w="199397">
                  <a:moveTo>
                    <a:pt x="199398" y="0"/>
                  </a:moveTo>
                  <a:lnTo>
                    <a:pt x="0" y="42675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6" name="Google Shape;3986;p67"/>
            <p:cNvSpPr/>
            <p:nvPr/>
          </p:nvSpPr>
          <p:spPr>
            <a:xfrm>
              <a:off x="31732222" y="8369257"/>
              <a:ext cx="239552" cy="239233"/>
            </a:xfrm>
            <a:custGeom>
              <a:rect b="b" l="l" r="r" t="t"/>
              <a:pathLst>
                <a:path extrusionOk="0" h="239233" w="239552">
                  <a:moveTo>
                    <a:pt x="230397" y="164708"/>
                  </a:moveTo>
                  <a:cubicBezTo>
                    <a:pt x="206276" y="225904"/>
                    <a:pt x="135522" y="254891"/>
                    <a:pt x="74416" y="230735"/>
                  </a:cubicBezTo>
                  <a:cubicBezTo>
                    <a:pt x="13311" y="206579"/>
                    <a:pt x="-15634" y="135721"/>
                    <a:pt x="8486" y="74526"/>
                  </a:cubicBezTo>
                  <a:cubicBezTo>
                    <a:pt x="32607" y="13330"/>
                    <a:pt x="103361" y="-15657"/>
                    <a:pt x="164467" y="8499"/>
                  </a:cubicBezTo>
                  <a:cubicBezTo>
                    <a:pt x="225573" y="34265"/>
                    <a:pt x="256126" y="103513"/>
                    <a:pt x="230397" y="164708"/>
                  </a:cubicBezTo>
                  <a:lnTo>
                    <a:pt x="230397" y="164708"/>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7" name="Google Shape;3987;p67"/>
            <p:cNvSpPr/>
            <p:nvPr/>
          </p:nvSpPr>
          <p:spPr>
            <a:xfrm>
              <a:off x="30452663" y="8451835"/>
              <a:ext cx="233166" cy="610344"/>
            </a:xfrm>
            <a:custGeom>
              <a:rect b="b" l="l" r="r" t="t"/>
              <a:pathLst>
                <a:path extrusionOk="0" h="610344" w="233166">
                  <a:moveTo>
                    <a:pt x="215478" y="600682"/>
                  </a:moveTo>
                  <a:lnTo>
                    <a:pt x="19297" y="610344"/>
                  </a:lnTo>
                  <a:lnTo>
                    <a:pt x="0" y="462187"/>
                  </a:lnTo>
                  <a:lnTo>
                    <a:pt x="233167" y="302756"/>
                  </a:lnTo>
                  <a:lnTo>
                    <a:pt x="225127"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3988" name="Google Shape;3988;p67"/>
            <p:cNvSpPr/>
            <p:nvPr/>
          </p:nvSpPr>
          <p:spPr>
            <a:xfrm>
              <a:off x="30242009" y="8849605"/>
              <a:ext cx="691460" cy="835800"/>
            </a:xfrm>
            <a:custGeom>
              <a:rect b="b" l="l" r="r" t="t"/>
              <a:pathLst>
                <a:path extrusionOk="0" h="835800" w="691460">
                  <a:moveTo>
                    <a:pt x="0" y="0"/>
                  </a:moveTo>
                  <a:lnTo>
                    <a:pt x="229951" y="227067"/>
                  </a:lnTo>
                  <a:lnTo>
                    <a:pt x="192966" y="423537"/>
                  </a:lnTo>
                  <a:lnTo>
                    <a:pt x="328042" y="502447"/>
                  </a:lnTo>
                  <a:lnTo>
                    <a:pt x="422916" y="835801"/>
                  </a:lnTo>
                  <a:lnTo>
                    <a:pt x="691460" y="344627"/>
                  </a:lnTo>
                  <a:lnTo>
                    <a:pt x="549952" y="270548"/>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sp>
        <p:nvSpPr>
          <p:cNvPr id="3989" name="Google Shape;3989;p67"/>
          <p:cNvSpPr txBox="1"/>
          <p:nvPr/>
        </p:nvSpPr>
        <p:spPr>
          <a:xfrm>
            <a:off x="650070" y="2614502"/>
            <a:ext cx="150531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lt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lt1"/>
                </a:solidFill>
                <a:latin typeface="Calibri"/>
                <a:ea typeface="Calibri"/>
                <a:cs typeface="Calibri"/>
                <a:sym typeface="Calibri"/>
              </a:rPr>
              <a:t>Lorem ipsum dolor sit amet consectetur adipiscing elit. Dolor sit amet consectetur adipiscing elit quisque faucibus.</a:t>
            </a:r>
            <a:endParaRPr sz="1000">
              <a:solidFill>
                <a:schemeClr val="lt1"/>
              </a:solidFill>
              <a:latin typeface="Calibri"/>
              <a:ea typeface="Calibri"/>
              <a:cs typeface="Calibri"/>
              <a:sym typeface="Calibri"/>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4" name="Shape 3994"/>
        <p:cNvGrpSpPr/>
        <p:nvPr/>
      </p:nvGrpSpPr>
      <p:grpSpPr>
        <a:xfrm>
          <a:off x="0" y="0"/>
          <a:ext cx="0" cy="0"/>
          <a:chOff x="0" y="0"/>
          <a:chExt cx="0" cy="0"/>
        </a:xfrm>
      </p:grpSpPr>
      <p:sp>
        <p:nvSpPr>
          <p:cNvPr id="3995" name="Google Shape;3995;p68"/>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3996" name="Google Shape;3996;p68"/>
          <p:cNvGrpSpPr/>
          <p:nvPr/>
        </p:nvGrpSpPr>
        <p:grpSpPr>
          <a:xfrm>
            <a:off x="6811664" y="1496715"/>
            <a:ext cx="1899810" cy="2573146"/>
            <a:chOff x="31312802" y="3793062"/>
            <a:chExt cx="7256331" cy="9828145"/>
          </a:xfrm>
        </p:grpSpPr>
        <p:sp>
          <p:nvSpPr>
            <p:cNvPr id="3997" name="Google Shape;3997;p68"/>
            <p:cNvSpPr/>
            <p:nvPr/>
          </p:nvSpPr>
          <p:spPr>
            <a:xfrm>
              <a:off x="31332636" y="3793062"/>
              <a:ext cx="7236497" cy="9814145"/>
            </a:xfrm>
            <a:custGeom>
              <a:rect b="b" l="l" r="r" t="t"/>
              <a:pathLst>
                <a:path extrusionOk="0" h="5221838" w="3850342">
                  <a:moveTo>
                    <a:pt x="1925792" y="5221839"/>
                  </a:moveTo>
                  <a:cubicBezTo>
                    <a:pt x="1906547" y="5221839"/>
                    <a:pt x="1891027" y="5205076"/>
                    <a:pt x="1892890" y="5185830"/>
                  </a:cubicBezTo>
                  <a:cubicBezTo>
                    <a:pt x="1894751" y="5168447"/>
                    <a:pt x="1910271" y="5156030"/>
                    <a:pt x="1927035" y="5156030"/>
                  </a:cubicBezTo>
                  <a:lnTo>
                    <a:pt x="3266149" y="5156030"/>
                  </a:lnTo>
                  <a:cubicBezTo>
                    <a:pt x="3551728" y="5156030"/>
                    <a:pt x="3783915" y="4920113"/>
                    <a:pt x="3783915" y="4633908"/>
                  </a:cubicBezTo>
                  <a:lnTo>
                    <a:pt x="3783915" y="577997"/>
                  </a:lnTo>
                  <a:cubicBezTo>
                    <a:pt x="3783915" y="294275"/>
                    <a:pt x="3552969" y="65808"/>
                    <a:pt x="3268632" y="65808"/>
                  </a:cubicBezTo>
                  <a:lnTo>
                    <a:pt x="581711" y="65808"/>
                  </a:lnTo>
                  <a:cubicBezTo>
                    <a:pt x="297375" y="65808"/>
                    <a:pt x="65808" y="294275"/>
                    <a:pt x="65808" y="577997"/>
                  </a:cubicBezTo>
                  <a:lnTo>
                    <a:pt x="65808" y="2064274"/>
                  </a:lnTo>
                  <a:cubicBezTo>
                    <a:pt x="36629" y="2097800"/>
                    <a:pt x="0" y="2077312"/>
                    <a:pt x="0" y="2048754"/>
                  </a:cubicBezTo>
                  <a:lnTo>
                    <a:pt x="0" y="577997"/>
                  </a:lnTo>
                  <a:cubicBezTo>
                    <a:pt x="0" y="257646"/>
                    <a:pt x="261367" y="0"/>
                    <a:pt x="582332" y="0"/>
                  </a:cubicBezTo>
                  <a:lnTo>
                    <a:pt x="3269254" y="0"/>
                  </a:lnTo>
                  <a:cubicBezTo>
                    <a:pt x="3589597" y="0"/>
                    <a:pt x="3850343" y="257646"/>
                    <a:pt x="3850343" y="577997"/>
                  </a:cubicBezTo>
                  <a:lnTo>
                    <a:pt x="3850343" y="4633908"/>
                  </a:lnTo>
                  <a:cubicBezTo>
                    <a:pt x="3850343" y="4956742"/>
                    <a:pt x="3588356" y="5221839"/>
                    <a:pt x="3266149" y="5221839"/>
                  </a:cubicBezTo>
                  <a:lnTo>
                    <a:pt x="1925172" y="52218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sp>
          <p:nvSpPr>
            <p:cNvPr id="3998" name="Google Shape;3998;p68"/>
            <p:cNvSpPr/>
            <p:nvPr/>
          </p:nvSpPr>
          <p:spPr>
            <a:xfrm>
              <a:off x="31312802" y="9382141"/>
              <a:ext cx="3297379" cy="4239066"/>
            </a:xfrm>
            <a:custGeom>
              <a:rect b="b" l="l" r="r" t="t"/>
              <a:pathLst>
                <a:path extrusionOk="0" h="2255491" w="1754445">
                  <a:moveTo>
                    <a:pt x="1710367" y="2255491"/>
                  </a:moveTo>
                  <a:cubicBezTo>
                    <a:pt x="1686155" y="2255491"/>
                    <a:pt x="1666288" y="2235625"/>
                    <a:pt x="1666288" y="2211412"/>
                  </a:cubicBezTo>
                  <a:cubicBezTo>
                    <a:pt x="1666288" y="2187200"/>
                    <a:pt x="1686155" y="2167333"/>
                    <a:pt x="1710367" y="2167333"/>
                  </a:cubicBezTo>
                  <a:cubicBezTo>
                    <a:pt x="1734578" y="2167333"/>
                    <a:pt x="1754446" y="2187200"/>
                    <a:pt x="1754446" y="2211412"/>
                  </a:cubicBezTo>
                  <a:cubicBezTo>
                    <a:pt x="1754446" y="2235625"/>
                    <a:pt x="1734578" y="2255491"/>
                    <a:pt x="1710367" y="2255491"/>
                  </a:cubicBezTo>
                  <a:close/>
                  <a:moveTo>
                    <a:pt x="1485008" y="2255491"/>
                  </a:moveTo>
                  <a:cubicBezTo>
                    <a:pt x="1460796" y="2255491"/>
                    <a:pt x="1440930" y="2235625"/>
                    <a:pt x="1440930" y="2211412"/>
                  </a:cubicBezTo>
                  <a:cubicBezTo>
                    <a:pt x="1440930" y="2187200"/>
                    <a:pt x="1460796" y="2167333"/>
                    <a:pt x="1485008" y="2167333"/>
                  </a:cubicBezTo>
                  <a:cubicBezTo>
                    <a:pt x="1509221" y="2167333"/>
                    <a:pt x="1529087" y="2187200"/>
                    <a:pt x="1529087" y="2211412"/>
                  </a:cubicBezTo>
                  <a:cubicBezTo>
                    <a:pt x="1529087" y="2235625"/>
                    <a:pt x="1509221" y="2255491"/>
                    <a:pt x="1485008" y="2255491"/>
                  </a:cubicBezTo>
                  <a:close/>
                  <a:moveTo>
                    <a:pt x="1259649" y="2255491"/>
                  </a:moveTo>
                  <a:cubicBezTo>
                    <a:pt x="1235437" y="2255491"/>
                    <a:pt x="1215571" y="2235625"/>
                    <a:pt x="1215571" y="2211412"/>
                  </a:cubicBezTo>
                  <a:cubicBezTo>
                    <a:pt x="1215571" y="2187200"/>
                    <a:pt x="1235437" y="2167333"/>
                    <a:pt x="1259649" y="2167333"/>
                  </a:cubicBezTo>
                  <a:cubicBezTo>
                    <a:pt x="1283862" y="2167333"/>
                    <a:pt x="1303728" y="2187200"/>
                    <a:pt x="1303728" y="2211412"/>
                  </a:cubicBezTo>
                  <a:cubicBezTo>
                    <a:pt x="1303728" y="2235625"/>
                    <a:pt x="1283862" y="2255491"/>
                    <a:pt x="1259649" y="2255491"/>
                  </a:cubicBezTo>
                  <a:close/>
                  <a:moveTo>
                    <a:pt x="1034291" y="2255491"/>
                  </a:moveTo>
                  <a:cubicBezTo>
                    <a:pt x="1010078" y="2255491"/>
                    <a:pt x="990212" y="2235625"/>
                    <a:pt x="990212" y="2211412"/>
                  </a:cubicBezTo>
                  <a:cubicBezTo>
                    <a:pt x="990212" y="2187200"/>
                    <a:pt x="1010078" y="2167333"/>
                    <a:pt x="1034291" y="2167333"/>
                  </a:cubicBezTo>
                  <a:cubicBezTo>
                    <a:pt x="1058503" y="2167333"/>
                    <a:pt x="1078369" y="2187200"/>
                    <a:pt x="1078369" y="2211412"/>
                  </a:cubicBezTo>
                  <a:cubicBezTo>
                    <a:pt x="1078369" y="2235625"/>
                    <a:pt x="1058503" y="2255491"/>
                    <a:pt x="1034291" y="2255491"/>
                  </a:cubicBezTo>
                  <a:close/>
                  <a:moveTo>
                    <a:pt x="808932" y="2255491"/>
                  </a:moveTo>
                  <a:cubicBezTo>
                    <a:pt x="784719" y="2255491"/>
                    <a:pt x="764853" y="2235625"/>
                    <a:pt x="764853" y="2211412"/>
                  </a:cubicBezTo>
                  <a:cubicBezTo>
                    <a:pt x="764853" y="2187200"/>
                    <a:pt x="784719" y="2167333"/>
                    <a:pt x="808932" y="2167333"/>
                  </a:cubicBezTo>
                  <a:cubicBezTo>
                    <a:pt x="833144" y="2167333"/>
                    <a:pt x="853010" y="2187200"/>
                    <a:pt x="853010" y="2211412"/>
                  </a:cubicBezTo>
                  <a:cubicBezTo>
                    <a:pt x="853010" y="2235625"/>
                    <a:pt x="833144" y="2255491"/>
                    <a:pt x="808932" y="2255491"/>
                  </a:cubicBezTo>
                  <a:close/>
                  <a:moveTo>
                    <a:pt x="582952" y="2253008"/>
                  </a:moveTo>
                  <a:cubicBezTo>
                    <a:pt x="570536" y="2253008"/>
                    <a:pt x="559362" y="2248662"/>
                    <a:pt x="551911" y="2240591"/>
                  </a:cubicBezTo>
                  <a:cubicBezTo>
                    <a:pt x="543841" y="2231900"/>
                    <a:pt x="539494" y="2220725"/>
                    <a:pt x="539494" y="2208929"/>
                  </a:cubicBezTo>
                  <a:cubicBezTo>
                    <a:pt x="539494" y="2185337"/>
                    <a:pt x="559362" y="2166712"/>
                    <a:pt x="582952" y="2166092"/>
                  </a:cubicBezTo>
                  <a:lnTo>
                    <a:pt x="583573" y="2166092"/>
                  </a:lnTo>
                  <a:cubicBezTo>
                    <a:pt x="583573" y="2166092"/>
                    <a:pt x="584195" y="2166712"/>
                    <a:pt x="584195" y="2166712"/>
                  </a:cubicBezTo>
                  <a:cubicBezTo>
                    <a:pt x="595990" y="2166712"/>
                    <a:pt x="606544" y="2172300"/>
                    <a:pt x="615236" y="2180371"/>
                  </a:cubicBezTo>
                  <a:cubicBezTo>
                    <a:pt x="623927" y="2189062"/>
                    <a:pt x="627652" y="2198375"/>
                    <a:pt x="627652" y="2210171"/>
                  </a:cubicBezTo>
                  <a:cubicBezTo>
                    <a:pt x="627652" y="2233762"/>
                    <a:pt x="607785" y="2252387"/>
                    <a:pt x="583573" y="2252387"/>
                  </a:cubicBezTo>
                  <a:lnTo>
                    <a:pt x="583573" y="2252387"/>
                  </a:lnTo>
                  <a:close/>
                  <a:moveTo>
                    <a:pt x="365044" y="2205825"/>
                  </a:moveTo>
                  <a:cubicBezTo>
                    <a:pt x="358836" y="2205825"/>
                    <a:pt x="352628" y="2204583"/>
                    <a:pt x="347039" y="2202100"/>
                  </a:cubicBezTo>
                  <a:cubicBezTo>
                    <a:pt x="325311" y="2192167"/>
                    <a:pt x="315378" y="2166092"/>
                    <a:pt x="325311" y="2143741"/>
                  </a:cubicBezTo>
                  <a:cubicBezTo>
                    <a:pt x="332762" y="2128220"/>
                    <a:pt x="348282" y="2118287"/>
                    <a:pt x="365664" y="2118287"/>
                  </a:cubicBezTo>
                  <a:cubicBezTo>
                    <a:pt x="383047" y="2118287"/>
                    <a:pt x="378080" y="2119529"/>
                    <a:pt x="383669" y="2122012"/>
                  </a:cubicBezTo>
                  <a:cubicBezTo>
                    <a:pt x="406018" y="2131946"/>
                    <a:pt x="415330" y="2158021"/>
                    <a:pt x="405398" y="2180371"/>
                  </a:cubicBezTo>
                  <a:cubicBezTo>
                    <a:pt x="397948" y="2195892"/>
                    <a:pt x="382427" y="2205825"/>
                    <a:pt x="365664" y="2205825"/>
                  </a:cubicBezTo>
                  <a:close/>
                  <a:moveTo>
                    <a:pt x="184384" y="2073587"/>
                  </a:moveTo>
                  <a:cubicBezTo>
                    <a:pt x="171968" y="2073587"/>
                    <a:pt x="160173" y="2068000"/>
                    <a:pt x="151480" y="2058687"/>
                  </a:cubicBezTo>
                  <a:cubicBezTo>
                    <a:pt x="143411" y="2049995"/>
                    <a:pt x="139685" y="2038820"/>
                    <a:pt x="140307" y="2027024"/>
                  </a:cubicBezTo>
                  <a:cubicBezTo>
                    <a:pt x="140307" y="2015229"/>
                    <a:pt x="145893" y="2004675"/>
                    <a:pt x="154584" y="1996604"/>
                  </a:cubicBezTo>
                  <a:cubicBezTo>
                    <a:pt x="162655" y="1989154"/>
                    <a:pt x="173209" y="1985428"/>
                    <a:pt x="183764" y="1985428"/>
                  </a:cubicBezTo>
                  <a:cubicBezTo>
                    <a:pt x="194318" y="1985428"/>
                    <a:pt x="207976" y="1991016"/>
                    <a:pt x="216667" y="1999708"/>
                  </a:cubicBezTo>
                  <a:cubicBezTo>
                    <a:pt x="224738" y="2008399"/>
                    <a:pt x="228463" y="2019574"/>
                    <a:pt x="227842" y="2031370"/>
                  </a:cubicBezTo>
                  <a:cubicBezTo>
                    <a:pt x="227842" y="2043166"/>
                    <a:pt x="222255" y="2053720"/>
                    <a:pt x="213562" y="2061791"/>
                  </a:cubicBezTo>
                  <a:cubicBezTo>
                    <a:pt x="205493" y="2069241"/>
                    <a:pt x="194938" y="2072966"/>
                    <a:pt x="184384" y="2072966"/>
                  </a:cubicBezTo>
                  <a:close/>
                  <a:moveTo>
                    <a:pt x="72016" y="1879887"/>
                  </a:moveTo>
                  <a:cubicBezTo>
                    <a:pt x="53391" y="1879887"/>
                    <a:pt x="36628" y="1868091"/>
                    <a:pt x="30420" y="1850087"/>
                  </a:cubicBezTo>
                  <a:cubicBezTo>
                    <a:pt x="26696" y="1838912"/>
                    <a:pt x="27316" y="1827116"/>
                    <a:pt x="32904" y="1816562"/>
                  </a:cubicBezTo>
                  <a:cubicBezTo>
                    <a:pt x="37871" y="1806008"/>
                    <a:pt x="47183" y="1797937"/>
                    <a:pt x="58357" y="1794212"/>
                  </a:cubicBezTo>
                  <a:cubicBezTo>
                    <a:pt x="62704" y="1792970"/>
                    <a:pt x="67669" y="1791728"/>
                    <a:pt x="72016" y="1791728"/>
                  </a:cubicBezTo>
                  <a:cubicBezTo>
                    <a:pt x="90641" y="1791728"/>
                    <a:pt x="107403" y="1803524"/>
                    <a:pt x="113611" y="1821528"/>
                  </a:cubicBezTo>
                  <a:cubicBezTo>
                    <a:pt x="117335" y="1832703"/>
                    <a:pt x="116715" y="1844499"/>
                    <a:pt x="111127" y="1855053"/>
                  </a:cubicBezTo>
                  <a:cubicBezTo>
                    <a:pt x="106161" y="1865607"/>
                    <a:pt x="96849" y="1873678"/>
                    <a:pt x="85674" y="1877403"/>
                  </a:cubicBezTo>
                  <a:cubicBezTo>
                    <a:pt x="81328" y="1878645"/>
                    <a:pt x="76362" y="1879887"/>
                    <a:pt x="72016" y="1879887"/>
                  </a:cubicBezTo>
                  <a:close/>
                  <a:moveTo>
                    <a:pt x="44079" y="1657628"/>
                  </a:moveTo>
                  <a:cubicBezTo>
                    <a:pt x="19866" y="1657628"/>
                    <a:pt x="0" y="1637761"/>
                    <a:pt x="0" y="1613549"/>
                  </a:cubicBezTo>
                  <a:cubicBezTo>
                    <a:pt x="0" y="1589336"/>
                    <a:pt x="19866" y="1569469"/>
                    <a:pt x="44079" y="1569469"/>
                  </a:cubicBezTo>
                  <a:cubicBezTo>
                    <a:pt x="68291" y="1569469"/>
                    <a:pt x="88157" y="1589336"/>
                    <a:pt x="88157" y="1613549"/>
                  </a:cubicBezTo>
                  <a:cubicBezTo>
                    <a:pt x="88157" y="1637761"/>
                    <a:pt x="68291" y="1657628"/>
                    <a:pt x="44079" y="1657628"/>
                  </a:cubicBezTo>
                  <a:close/>
                  <a:moveTo>
                    <a:pt x="44079" y="1432265"/>
                  </a:moveTo>
                  <a:cubicBezTo>
                    <a:pt x="19866" y="1432265"/>
                    <a:pt x="0" y="1412398"/>
                    <a:pt x="0" y="1388186"/>
                  </a:cubicBezTo>
                  <a:cubicBezTo>
                    <a:pt x="0" y="1363973"/>
                    <a:pt x="19866" y="1344107"/>
                    <a:pt x="44079" y="1344107"/>
                  </a:cubicBezTo>
                  <a:cubicBezTo>
                    <a:pt x="68291" y="1344107"/>
                    <a:pt x="88157" y="1363973"/>
                    <a:pt x="88157" y="1388186"/>
                  </a:cubicBezTo>
                  <a:cubicBezTo>
                    <a:pt x="88157" y="1412398"/>
                    <a:pt x="68291" y="1432265"/>
                    <a:pt x="44079" y="1432265"/>
                  </a:cubicBezTo>
                  <a:close/>
                  <a:moveTo>
                    <a:pt x="44079" y="1206902"/>
                  </a:moveTo>
                  <a:cubicBezTo>
                    <a:pt x="19866" y="1206902"/>
                    <a:pt x="0" y="1187036"/>
                    <a:pt x="0" y="1162823"/>
                  </a:cubicBezTo>
                  <a:cubicBezTo>
                    <a:pt x="0" y="1138611"/>
                    <a:pt x="19866" y="1118744"/>
                    <a:pt x="44079" y="1118744"/>
                  </a:cubicBezTo>
                  <a:cubicBezTo>
                    <a:pt x="68291" y="1118744"/>
                    <a:pt x="88157" y="1138611"/>
                    <a:pt x="88157" y="1162823"/>
                  </a:cubicBezTo>
                  <a:cubicBezTo>
                    <a:pt x="88157" y="1187036"/>
                    <a:pt x="68291" y="1206902"/>
                    <a:pt x="44079" y="1206902"/>
                  </a:cubicBezTo>
                  <a:close/>
                  <a:moveTo>
                    <a:pt x="44079" y="981539"/>
                  </a:moveTo>
                  <a:cubicBezTo>
                    <a:pt x="19866" y="981539"/>
                    <a:pt x="0" y="961673"/>
                    <a:pt x="0" y="937460"/>
                  </a:cubicBezTo>
                  <a:cubicBezTo>
                    <a:pt x="0" y="913248"/>
                    <a:pt x="19866" y="893381"/>
                    <a:pt x="44079" y="893381"/>
                  </a:cubicBezTo>
                  <a:cubicBezTo>
                    <a:pt x="68291" y="893381"/>
                    <a:pt x="88157" y="913248"/>
                    <a:pt x="88157" y="937460"/>
                  </a:cubicBezTo>
                  <a:cubicBezTo>
                    <a:pt x="88157" y="961673"/>
                    <a:pt x="68291" y="981539"/>
                    <a:pt x="44079" y="981539"/>
                  </a:cubicBezTo>
                  <a:close/>
                  <a:moveTo>
                    <a:pt x="44079" y="756176"/>
                  </a:moveTo>
                  <a:cubicBezTo>
                    <a:pt x="19866" y="756176"/>
                    <a:pt x="0" y="736310"/>
                    <a:pt x="0" y="712097"/>
                  </a:cubicBezTo>
                  <a:cubicBezTo>
                    <a:pt x="0" y="687884"/>
                    <a:pt x="19866" y="668018"/>
                    <a:pt x="44079" y="668018"/>
                  </a:cubicBezTo>
                  <a:cubicBezTo>
                    <a:pt x="68291" y="668018"/>
                    <a:pt x="88157" y="687884"/>
                    <a:pt x="88157" y="712097"/>
                  </a:cubicBezTo>
                  <a:cubicBezTo>
                    <a:pt x="88157" y="736310"/>
                    <a:pt x="68291" y="756176"/>
                    <a:pt x="44079" y="756176"/>
                  </a:cubicBezTo>
                  <a:close/>
                  <a:moveTo>
                    <a:pt x="44079" y="530813"/>
                  </a:moveTo>
                  <a:cubicBezTo>
                    <a:pt x="19866" y="530813"/>
                    <a:pt x="0" y="510947"/>
                    <a:pt x="0" y="486734"/>
                  </a:cubicBezTo>
                  <a:cubicBezTo>
                    <a:pt x="0" y="462522"/>
                    <a:pt x="19866" y="442655"/>
                    <a:pt x="44079" y="442655"/>
                  </a:cubicBezTo>
                  <a:cubicBezTo>
                    <a:pt x="68291" y="442655"/>
                    <a:pt x="88157" y="462522"/>
                    <a:pt x="88157" y="486734"/>
                  </a:cubicBezTo>
                  <a:cubicBezTo>
                    <a:pt x="88157" y="510947"/>
                    <a:pt x="68291" y="530813"/>
                    <a:pt x="44079" y="530813"/>
                  </a:cubicBezTo>
                  <a:close/>
                  <a:moveTo>
                    <a:pt x="44079" y="305451"/>
                  </a:moveTo>
                  <a:cubicBezTo>
                    <a:pt x="19866" y="305451"/>
                    <a:pt x="0" y="285584"/>
                    <a:pt x="0" y="261372"/>
                  </a:cubicBezTo>
                  <a:cubicBezTo>
                    <a:pt x="0" y="237159"/>
                    <a:pt x="19866" y="217292"/>
                    <a:pt x="44079" y="217292"/>
                  </a:cubicBezTo>
                  <a:cubicBezTo>
                    <a:pt x="68291" y="217292"/>
                    <a:pt x="88157" y="237159"/>
                    <a:pt x="88157" y="261372"/>
                  </a:cubicBezTo>
                  <a:cubicBezTo>
                    <a:pt x="88157" y="285584"/>
                    <a:pt x="68291" y="305451"/>
                    <a:pt x="44079" y="305451"/>
                  </a:cubicBezTo>
                  <a:close/>
                  <a:moveTo>
                    <a:pt x="44079" y="88159"/>
                  </a:moveTo>
                  <a:cubicBezTo>
                    <a:pt x="19866" y="88159"/>
                    <a:pt x="0" y="68292"/>
                    <a:pt x="0" y="44079"/>
                  </a:cubicBezTo>
                  <a:cubicBezTo>
                    <a:pt x="0" y="19867"/>
                    <a:pt x="19866" y="0"/>
                    <a:pt x="44079" y="0"/>
                  </a:cubicBezTo>
                  <a:cubicBezTo>
                    <a:pt x="68291" y="0"/>
                    <a:pt x="88157" y="19867"/>
                    <a:pt x="88157" y="44079"/>
                  </a:cubicBezTo>
                  <a:cubicBezTo>
                    <a:pt x="88157" y="68292"/>
                    <a:pt x="68291" y="88159"/>
                    <a:pt x="44079" y="881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4">
                <a:solidFill>
                  <a:schemeClr val="dk1"/>
                </a:solidFill>
                <a:latin typeface="Calibri"/>
                <a:ea typeface="Calibri"/>
                <a:cs typeface="Calibri"/>
                <a:sym typeface="Calibri"/>
              </a:endParaRPr>
            </a:p>
          </p:txBody>
        </p:sp>
      </p:grpSp>
      <p:grpSp>
        <p:nvGrpSpPr>
          <p:cNvPr id="3999" name="Google Shape;3999;p68"/>
          <p:cNvGrpSpPr/>
          <p:nvPr/>
        </p:nvGrpSpPr>
        <p:grpSpPr>
          <a:xfrm>
            <a:off x="2559314" y="1565311"/>
            <a:ext cx="2357733" cy="2574979"/>
            <a:chOff x="15070933" y="3791895"/>
            <a:chExt cx="9005370" cy="9835146"/>
          </a:xfrm>
        </p:grpSpPr>
        <p:sp>
          <p:nvSpPr>
            <p:cNvPr id="4000" name="Google Shape;4000;p68"/>
            <p:cNvSpPr/>
            <p:nvPr/>
          </p:nvSpPr>
          <p:spPr>
            <a:xfrm>
              <a:off x="19027554" y="9362306"/>
              <a:ext cx="3298546" cy="4264735"/>
            </a:xfrm>
            <a:custGeom>
              <a:rect b="b" l="l" r="r" t="t"/>
              <a:pathLst>
                <a:path extrusionOk="0" h="2269149" w="1755066">
                  <a:moveTo>
                    <a:pt x="947997" y="2269150"/>
                  </a:moveTo>
                  <a:cubicBezTo>
                    <a:pt x="923785" y="2269150"/>
                    <a:pt x="903918" y="2249284"/>
                    <a:pt x="903918" y="2225071"/>
                  </a:cubicBezTo>
                  <a:cubicBezTo>
                    <a:pt x="903918" y="2200858"/>
                    <a:pt x="923785" y="2180992"/>
                    <a:pt x="947997" y="2180992"/>
                  </a:cubicBezTo>
                  <a:cubicBezTo>
                    <a:pt x="972208" y="2180992"/>
                    <a:pt x="992075" y="2200858"/>
                    <a:pt x="992075" y="2225071"/>
                  </a:cubicBezTo>
                  <a:cubicBezTo>
                    <a:pt x="992075" y="2249284"/>
                    <a:pt x="972208" y="2269150"/>
                    <a:pt x="947997" y="2269150"/>
                  </a:cubicBezTo>
                  <a:close/>
                  <a:moveTo>
                    <a:pt x="722017" y="2269150"/>
                  </a:moveTo>
                  <a:cubicBezTo>
                    <a:pt x="697805" y="2269150"/>
                    <a:pt x="677939" y="2249284"/>
                    <a:pt x="677939" y="2225071"/>
                  </a:cubicBezTo>
                  <a:cubicBezTo>
                    <a:pt x="677939" y="2200858"/>
                    <a:pt x="697805" y="2180992"/>
                    <a:pt x="722017" y="2180992"/>
                  </a:cubicBezTo>
                  <a:cubicBezTo>
                    <a:pt x="746229" y="2180992"/>
                    <a:pt x="766096" y="2200858"/>
                    <a:pt x="766096" y="2225071"/>
                  </a:cubicBezTo>
                  <a:cubicBezTo>
                    <a:pt x="766096" y="2249284"/>
                    <a:pt x="746229" y="2269150"/>
                    <a:pt x="722017" y="2269150"/>
                  </a:cubicBezTo>
                  <a:close/>
                  <a:moveTo>
                    <a:pt x="496038" y="2269150"/>
                  </a:moveTo>
                  <a:cubicBezTo>
                    <a:pt x="471825" y="2269150"/>
                    <a:pt x="451959" y="2249284"/>
                    <a:pt x="451959" y="2225071"/>
                  </a:cubicBezTo>
                  <a:cubicBezTo>
                    <a:pt x="451959" y="2200858"/>
                    <a:pt x="471825" y="2180992"/>
                    <a:pt x="496038" y="2180992"/>
                  </a:cubicBezTo>
                  <a:cubicBezTo>
                    <a:pt x="520250" y="2180992"/>
                    <a:pt x="540116" y="2200858"/>
                    <a:pt x="540116" y="2225071"/>
                  </a:cubicBezTo>
                  <a:cubicBezTo>
                    <a:pt x="540116" y="2249284"/>
                    <a:pt x="520250" y="2269150"/>
                    <a:pt x="496038" y="2269150"/>
                  </a:cubicBezTo>
                  <a:close/>
                  <a:moveTo>
                    <a:pt x="270058" y="2269150"/>
                  </a:moveTo>
                  <a:cubicBezTo>
                    <a:pt x="245846" y="2269150"/>
                    <a:pt x="225980" y="2249284"/>
                    <a:pt x="225980" y="2225071"/>
                  </a:cubicBezTo>
                  <a:cubicBezTo>
                    <a:pt x="225980" y="2200858"/>
                    <a:pt x="245846" y="2180992"/>
                    <a:pt x="270058" y="2180992"/>
                  </a:cubicBezTo>
                  <a:cubicBezTo>
                    <a:pt x="294270" y="2180992"/>
                    <a:pt x="314136" y="2200858"/>
                    <a:pt x="314136" y="2225071"/>
                  </a:cubicBezTo>
                  <a:cubicBezTo>
                    <a:pt x="314136" y="2249284"/>
                    <a:pt x="294270" y="2269150"/>
                    <a:pt x="270058" y="2269150"/>
                  </a:cubicBezTo>
                  <a:close/>
                  <a:moveTo>
                    <a:pt x="44078" y="2269150"/>
                  </a:moveTo>
                  <a:cubicBezTo>
                    <a:pt x="19867" y="2269150"/>
                    <a:pt x="0" y="2249284"/>
                    <a:pt x="0" y="2225071"/>
                  </a:cubicBezTo>
                  <a:cubicBezTo>
                    <a:pt x="0" y="2200858"/>
                    <a:pt x="19867" y="2180992"/>
                    <a:pt x="44078" y="2180992"/>
                  </a:cubicBezTo>
                  <a:cubicBezTo>
                    <a:pt x="68291" y="2180992"/>
                    <a:pt x="88157" y="2200858"/>
                    <a:pt x="88157" y="2225071"/>
                  </a:cubicBezTo>
                  <a:cubicBezTo>
                    <a:pt x="88157" y="2249284"/>
                    <a:pt x="68291" y="2269150"/>
                    <a:pt x="44078" y="2269150"/>
                  </a:cubicBezTo>
                  <a:close/>
                  <a:moveTo>
                    <a:pt x="1172734" y="2264184"/>
                  </a:moveTo>
                  <a:cubicBezTo>
                    <a:pt x="1148522" y="2264184"/>
                    <a:pt x="1129277" y="2246800"/>
                    <a:pt x="1128656" y="2223208"/>
                  </a:cubicBezTo>
                  <a:cubicBezTo>
                    <a:pt x="1128656" y="2211412"/>
                    <a:pt x="1133002" y="2199617"/>
                    <a:pt x="1141073" y="2191546"/>
                  </a:cubicBezTo>
                  <a:cubicBezTo>
                    <a:pt x="1149764" y="2182233"/>
                    <a:pt x="1160939" y="2177888"/>
                    <a:pt x="1172114" y="2177888"/>
                  </a:cubicBezTo>
                  <a:lnTo>
                    <a:pt x="1172734" y="2177888"/>
                  </a:lnTo>
                  <a:cubicBezTo>
                    <a:pt x="1196326" y="2177888"/>
                    <a:pt x="1216192" y="2198375"/>
                    <a:pt x="1216813" y="2222587"/>
                  </a:cubicBezTo>
                  <a:cubicBezTo>
                    <a:pt x="1216813" y="2234383"/>
                    <a:pt x="1212467" y="2243696"/>
                    <a:pt x="1204396" y="2252388"/>
                  </a:cubicBezTo>
                  <a:cubicBezTo>
                    <a:pt x="1196326" y="2260458"/>
                    <a:pt x="1185772" y="2264184"/>
                    <a:pt x="1173355" y="2264184"/>
                  </a:cubicBezTo>
                  <a:lnTo>
                    <a:pt x="1172734" y="2264184"/>
                  </a:lnTo>
                  <a:close/>
                  <a:moveTo>
                    <a:pt x="1391264" y="2219483"/>
                  </a:moveTo>
                  <a:cubicBezTo>
                    <a:pt x="1373881" y="2219483"/>
                    <a:pt x="1358361" y="2209550"/>
                    <a:pt x="1350910" y="2194029"/>
                  </a:cubicBezTo>
                  <a:cubicBezTo>
                    <a:pt x="1340977" y="2171679"/>
                    <a:pt x="1350910" y="2145604"/>
                    <a:pt x="1372639" y="2135671"/>
                  </a:cubicBezTo>
                  <a:cubicBezTo>
                    <a:pt x="1378227" y="2133187"/>
                    <a:pt x="1384435" y="2131946"/>
                    <a:pt x="1391264" y="2131946"/>
                  </a:cubicBezTo>
                  <a:cubicBezTo>
                    <a:pt x="1408647" y="2131946"/>
                    <a:pt x="1424168" y="2141879"/>
                    <a:pt x="1430997" y="2157400"/>
                  </a:cubicBezTo>
                  <a:cubicBezTo>
                    <a:pt x="1440930" y="2179750"/>
                    <a:pt x="1430997" y="2205825"/>
                    <a:pt x="1409268" y="2215758"/>
                  </a:cubicBezTo>
                  <a:cubicBezTo>
                    <a:pt x="1403680" y="2218242"/>
                    <a:pt x="1397472" y="2220104"/>
                    <a:pt x="1391264" y="2220104"/>
                  </a:cubicBezTo>
                  <a:close/>
                  <a:moveTo>
                    <a:pt x="1571302" y="2082279"/>
                  </a:moveTo>
                  <a:cubicBezTo>
                    <a:pt x="1558886" y="2082279"/>
                    <a:pt x="1548953" y="2079795"/>
                    <a:pt x="1542124" y="2072966"/>
                  </a:cubicBezTo>
                  <a:cubicBezTo>
                    <a:pt x="1532812" y="2064896"/>
                    <a:pt x="1528466" y="2054962"/>
                    <a:pt x="1527224" y="2043787"/>
                  </a:cubicBezTo>
                  <a:cubicBezTo>
                    <a:pt x="1526603" y="2031991"/>
                    <a:pt x="1530328" y="2021437"/>
                    <a:pt x="1538399" y="2012745"/>
                  </a:cubicBezTo>
                  <a:cubicBezTo>
                    <a:pt x="1546469" y="2003433"/>
                    <a:pt x="1558265" y="1998466"/>
                    <a:pt x="1571302" y="1998466"/>
                  </a:cubicBezTo>
                  <a:cubicBezTo>
                    <a:pt x="1584340" y="1998466"/>
                    <a:pt x="1592411" y="2002812"/>
                    <a:pt x="1600482" y="2009641"/>
                  </a:cubicBezTo>
                  <a:cubicBezTo>
                    <a:pt x="1609173" y="2017712"/>
                    <a:pt x="1614139" y="2028266"/>
                    <a:pt x="1614760" y="2040062"/>
                  </a:cubicBezTo>
                  <a:cubicBezTo>
                    <a:pt x="1615381" y="2051237"/>
                    <a:pt x="1611656" y="2060550"/>
                    <a:pt x="1603586" y="2069862"/>
                  </a:cubicBezTo>
                  <a:cubicBezTo>
                    <a:pt x="1594273" y="2080416"/>
                    <a:pt x="1580615" y="2082279"/>
                    <a:pt x="1570682" y="2082279"/>
                  </a:cubicBezTo>
                  <a:lnTo>
                    <a:pt x="1570682" y="2082279"/>
                  </a:lnTo>
                  <a:close/>
                  <a:moveTo>
                    <a:pt x="1683672" y="1892924"/>
                  </a:moveTo>
                  <a:cubicBezTo>
                    <a:pt x="1678705" y="1892924"/>
                    <a:pt x="1674360" y="1892304"/>
                    <a:pt x="1670013" y="1890441"/>
                  </a:cubicBezTo>
                  <a:cubicBezTo>
                    <a:pt x="1647043" y="1882991"/>
                    <a:pt x="1634627" y="1858158"/>
                    <a:pt x="1642076" y="1835187"/>
                  </a:cubicBezTo>
                  <a:cubicBezTo>
                    <a:pt x="1648285" y="1817182"/>
                    <a:pt x="1665047" y="1804766"/>
                    <a:pt x="1683672" y="1804766"/>
                  </a:cubicBezTo>
                  <a:cubicBezTo>
                    <a:pt x="1702297" y="1804766"/>
                    <a:pt x="1692984" y="1805387"/>
                    <a:pt x="1697330" y="1807249"/>
                  </a:cubicBezTo>
                  <a:cubicBezTo>
                    <a:pt x="1708505" y="1810974"/>
                    <a:pt x="1717817" y="1818424"/>
                    <a:pt x="1722783" y="1828978"/>
                  </a:cubicBezTo>
                  <a:cubicBezTo>
                    <a:pt x="1728371" y="1839533"/>
                    <a:pt x="1728992" y="1851328"/>
                    <a:pt x="1725267" y="1862503"/>
                  </a:cubicBezTo>
                  <a:cubicBezTo>
                    <a:pt x="1719059" y="1880508"/>
                    <a:pt x="1702297" y="1892924"/>
                    <a:pt x="1683672" y="1892924"/>
                  </a:cubicBezTo>
                  <a:close/>
                  <a:moveTo>
                    <a:pt x="1710988" y="1670045"/>
                  </a:moveTo>
                  <a:cubicBezTo>
                    <a:pt x="1686776" y="1670045"/>
                    <a:pt x="1666909" y="1650178"/>
                    <a:pt x="1666909" y="1625966"/>
                  </a:cubicBezTo>
                  <a:cubicBezTo>
                    <a:pt x="1666909" y="1601753"/>
                    <a:pt x="1686776" y="1581886"/>
                    <a:pt x="1710988" y="1581886"/>
                  </a:cubicBezTo>
                  <a:cubicBezTo>
                    <a:pt x="1735200" y="1581886"/>
                    <a:pt x="1755067" y="1601753"/>
                    <a:pt x="1755067" y="1625966"/>
                  </a:cubicBezTo>
                  <a:cubicBezTo>
                    <a:pt x="1755067" y="1650178"/>
                    <a:pt x="1735200" y="1670045"/>
                    <a:pt x="1710988" y="1670045"/>
                  </a:cubicBezTo>
                  <a:close/>
                  <a:moveTo>
                    <a:pt x="1710988" y="1444061"/>
                  </a:moveTo>
                  <a:cubicBezTo>
                    <a:pt x="1686776" y="1444061"/>
                    <a:pt x="1666909" y="1424194"/>
                    <a:pt x="1666909" y="1399982"/>
                  </a:cubicBezTo>
                  <a:cubicBezTo>
                    <a:pt x="1666909" y="1375769"/>
                    <a:pt x="1686776" y="1355903"/>
                    <a:pt x="1710988" y="1355903"/>
                  </a:cubicBezTo>
                  <a:cubicBezTo>
                    <a:pt x="1735200" y="1355903"/>
                    <a:pt x="1755067" y="1375769"/>
                    <a:pt x="1755067" y="1399982"/>
                  </a:cubicBezTo>
                  <a:cubicBezTo>
                    <a:pt x="1755067" y="1424194"/>
                    <a:pt x="1735200" y="1444061"/>
                    <a:pt x="1710988" y="1444061"/>
                  </a:cubicBezTo>
                  <a:close/>
                  <a:moveTo>
                    <a:pt x="1710988" y="1218077"/>
                  </a:moveTo>
                  <a:cubicBezTo>
                    <a:pt x="1686776" y="1218077"/>
                    <a:pt x="1666909" y="1198210"/>
                    <a:pt x="1666909" y="1173998"/>
                  </a:cubicBezTo>
                  <a:cubicBezTo>
                    <a:pt x="1666909" y="1149785"/>
                    <a:pt x="1686776" y="1129919"/>
                    <a:pt x="1710988" y="1129919"/>
                  </a:cubicBezTo>
                  <a:cubicBezTo>
                    <a:pt x="1735200" y="1129919"/>
                    <a:pt x="1755067" y="1149785"/>
                    <a:pt x="1755067" y="1173998"/>
                  </a:cubicBezTo>
                  <a:cubicBezTo>
                    <a:pt x="1755067" y="1198210"/>
                    <a:pt x="1735200" y="1218077"/>
                    <a:pt x="1710988" y="1218077"/>
                  </a:cubicBezTo>
                  <a:close/>
                  <a:moveTo>
                    <a:pt x="1710988" y="992094"/>
                  </a:moveTo>
                  <a:cubicBezTo>
                    <a:pt x="1686776" y="992094"/>
                    <a:pt x="1666909" y="972227"/>
                    <a:pt x="1666909" y="948014"/>
                  </a:cubicBezTo>
                  <a:cubicBezTo>
                    <a:pt x="1666909" y="923802"/>
                    <a:pt x="1686776" y="903935"/>
                    <a:pt x="1710988" y="903935"/>
                  </a:cubicBezTo>
                  <a:cubicBezTo>
                    <a:pt x="1735200" y="903935"/>
                    <a:pt x="1755067" y="923802"/>
                    <a:pt x="1755067" y="948014"/>
                  </a:cubicBezTo>
                  <a:cubicBezTo>
                    <a:pt x="1755067" y="972227"/>
                    <a:pt x="1735200" y="992094"/>
                    <a:pt x="1710988" y="992094"/>
                  </a:cubicBezTo>
                  <a:close/>
                  <a:moveTo>
                    <a:pt x="1710988" y="766110"/>
                  </a:moveTo>
                  <a:cubicBezTo>
                    <a:pt x="1686776" y="766110"/>
                    <a:pt x="1666909" y="746243"/>
                    <a:pt x="1666909" y="722031"/>
                  </a:cubicBezTo>
                  <a:cubicBezTo>
                    <a:pt x="1666909" y="697818"/>
                    <a:pt x="1686776" y="677951"/>
                    <a:pt x="1710988" y="677951"/>
                  </a:cubicBezTo>
                  <a:cubicBezTo>
                    <a:pt x="1735200" y="677951"/>
                    <a:pt x="1755067" y="697818"/>
                    <a:pt x="1755067" y="722031"/>
                  </a:cubicBezTo>
                  <a:cubicBezTo>
                    <a:pt x="1755067" y="746243"/>
                    <a:pt x="1735200" y="766110"/>
                    <a:pt x="1710988" y="766110"/>
                  </a:cubicBezTo>
                  <a:close/>
                  <a:moveTo>
                    <a:pt x="1710988" y="540126"/>
                  </a:moveTo>
                  <a:cubicBezTo>
                    <a:pt x="1686776" y="540126"/>
                    <a:pt x="1666909" y="520260"/>
                    <a:pt x="1666909" y="496047"/>
                  </a:cubicBezTo>
                  <a:cubicBezTo>
                    <a:pt x="1666909" y="471834"/>
                    <a:pt x="1686776" y="451968"/>
                    <a:pt x="1710988" y="451968"/>
                  </a:cubicBezTo>
                  <a:cubicBezTo>
                    <a:pt x="1735200" y="451968"/>
                    <a:pt x="1755067" y="471834"/>
                    <a:pt x="1755067" y="496047"/>
                  </a:cubicBezTo>
                  <a:cubicBezTo>
                    <a:pt x="1755067" y="520260"/>
                    <a:pt x="1735200" y="540126"/>
                    <a:pt x="1710988" y="540126"/>
                  </a:cubicBezTo>
                  <a:close/>
                  <a:moveTo>
                    <a:pt x="1710988" y="314142"/>
                  </a:moveTo>
                  <a:cubicBezTo>
                    <a:pt x="1686776" y="314142"/>
                    <a:pt x="1666909" y="294276"/>
                    <a:pt x="1666909" y="270063"/>
                  </a:cubicBezTo>
                  <a:cubicBezTo>
                    <a:pt x="1666909" y="245851"/>
                    <a:pt x="1686776" y="225984"/>
                    <a:pt x="1710988" y="225984"/>
                  </a:cubicBezTo>
                  <a:cubicBezTo>
                    <a:pt x="1735200" y="225984"/>
                    <a:pt x="1755067" y="245851"/>
                    <a:pt x="1755067" y="270063"/>
                  </a:cubicBezTo>
                  <a:cubicBezTo>
                    <a:pt x="1755067" y="294276"/>
                    <a:pt x="1735200" y="314142"/>
                    <a:pt x="1710988" y="314142"/>
                  </a:cubicBezTo>
                  <a:close/>
                  <a:moveTo>
                    <a:pt x="1710988" y="88159"/>
                  </a:moveTo>
                  <a:cubicBezTo>
                    <a:pt x="1686776" y="88159"/>
                    <a:pt x="1666909" y="68292"/>
                    <a:pt x="1666909" y="44079"/>
                  </a:cubicBezTo>
                  <a:cubicBezTo>
                    <a:pt x="1666909" y="19867"/>
                    <a:pt x="1686776" y="0"/>
                    <a:pt x="1710988" y="0"/>
                  </a:cubicBezTo>
                  <a:cubicBezTo>
                    <a:pt x="1735200" y="0"/>
                    <a:pt x="1755067" y="19867"/>
                    <a:pt x="1755067" y="44079"/>
                  </a:cubicBezTo>
                  <a:cubicBezTo>
                    <a:pt x="1755067" y="68292"/>
                    <a:pt x="1735200" y="88159"/>
                    <a:pt x="1710988" y="88159"/>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1" name="Google Shape;4001;p68"/>
            <p:cNvSpPr/>
            <p:nvPr/>
          </p:nvSpPr>
          <p:spPr>
            <a:xfrm>
              <a:off x="15070933" y="9369307"/>
              <a:ext cx="3677755" cy="4236732"/>
            </a:xfrm>
            <a:custGeom>
              <a:rect b="b" l="l" r="r" t="t"/>
              <a:pathLst>
                <a:path extrusionOk="0" h="2254249" w="1956833">
                  <a:moveTo>
                    <a:pt x="581711" y="2254250"/>
                  </a:moveTo>
                  <a:cubicBezTo>
                    <a:pt x="260746" y="2254250"/>
                    <a:pt x="0" y="1993499"/>
                    <a:pt x="0" y="1672528"/>
                  </a:cubicBezTo>
                  <a:lnTo>
                    <a:pt x="0" y="32904"/>
                  </a:lnTo>
                  <a:cubicBezTo>
                    <a:pt x="0" y="14900"/>
                    <a:pt x="14900" y="0"/>
                    <a:pt x="32904" y="0"/>
                  </a:cubicBezTo>
                  <a:cubicBezTo>
                    <a:pt x="50907" y="0"/>
                    <a:pt x="65807" y="14900"/>
                    <a:pt x="65807" y="32904"/>
                  </a:cubicBezTo>
                  <a:lnTo>
                    <a:pt x="65807" y="1672528"/>
                  </a:lnTo>
                  <a:cubicBezTo>
                    <a:pt x="65807" y="1956870"/>
                    <a:pt x="297374" y="2188441"/>
                    <a:pt x="581711" y="2188441"/>
                  </a:cubicBezTo>
                  <a:lnTo>
                    <a:pt x="1923930" y="2188441"/>
                  </a:lnTo>
                  <a:cubicBezTo>
                    <a:pt x="1941934" y="2188441"/>
                    <a:pt x="1956833" y="2203341"/>
                    <a:pt x="1956833" y="2221346"/>
                  </a:cubicBezTo>
                  <a:cubicBezTo>
                    <a:pt x="1956833" y="2239350"/>
                    <a:pt x="1941934" y="2254250"/>
                    <a:pt x="1923930" y="2254250"/>
                  </a:cubicBezTo>
                  <a:lnTo>
                    <a:pt x="581711" y="225425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2" name="Google Shape;4002;p68"/>
            <p:cNvSpPr/>
            <p:nvPr/>
          </p:nvSpPr>
          <p:spPr>
            <a:xfrm>
              <a:off x="15070933" y="3791895"/>
              <a:ext cx="8885187" cy="4809642"/>
            </a:xfrm>
            <a:custGeom>
              <a:rect b="b" l="l" r="r" t="t"/>
              <a:pathLst>
                <a:path extrusionOk="0" h="2559079" w="4727565">
                  <a:moveTo>
                    <a:pt x="4004307" y="2559080"/>
                  </a:moveTo>
                  <a:cubicBezTo>
                    <a:pt x="3883247" y="2559080"/>
                    <a:pt x="3784536" y="2460367"/>
                    <a:pt x="3784536" y="2339304"/>
                  </a:cubicBezTo>
                  <a:lnTo>
                    <a:pt x="3784536" y="584205"/>
                  </a:lnTo>
                  <a:cubicBezTo>
                    <a:pt x="3784536" y="298621"/>
                    <a:pt x="3551727" y="65808"/>
                    <a:pt x="3266149" y="65808"/>
                  </a:cubicBezTo>
                  <a:lnTo>
                    <a:pt x="581711" y="65808"/>
                  </a:lnTo>
                  <a:cubicBezTo>
                    <a:pt x="297374" y="65808"/>
                    <a:pt x="65807" y="297380"/>
                    <a:pt x="65807" y="581722"/>
                  </a:cubicBezTo>
                  <a:lnTo>
                    <a:pt x="65807" y="2032612"/>
                  </a:lnTo>
                  <a:cubicBezTo>
                    <a:pt x="65807" y="2050616"/>
                    <a:pt x="50907" y="2065516"/>
                    <a:pt x="32904" y="2065516"/>
                  </a:cubicBezTo>
                  <a:cubicBezTo>
                    <a:pt x="14900" y="2065516"/>
                    <a:pt x="0" y="2050616"/>
                    <a:pt x="0" y="2032612"/>
                  </a:cubicBezTo>
                  <a:lnTo>
                    <a:pt x="0" y="581722"/>
                  </a:lnTo>
                  <a:cubicBezTo>
                    <a:pt x="0" y="260750"/>
                    <a:pt x="260746" y="0"/>
                    <a:pt x="581711" y="0"/>
                  </a:cubicBezTo>
                  <a:lnTo>
                    <a:pt x="3266149" y="0"/>
                  </a:lnTo>
                  <a:cubicBezTo>
                    <a:pt x="3588356" y="0"/>
                    <a:pt x="3850343" y="261992"/>
                    <a:pt x="3850343" y="584205"/>
                  </a:cubicBezTo>
                  <a:lnTo>
                    <a:pt x="3850343" y="2339304"/>
                  </a:lnTo>
                  <a:cubicBezTo>
                    <a:pt x="3850343" y="2424359"/>
                    <a:pt x="3919255" y="2493271"/>
                    <a:pt x="4004307" y="2493271"/>
                  </a:cubicBezTo>
                  <a:lnTo>
                    <a:pt x="4694662" y="2493271"/>
                  </a:lnTo>
                  <a:cubicBezTo>
                    <a:pt x="4712666" y="2493271"/>
                    <a:pt x="4727566" y="2508171"/>
                    <a:pt x="4727566" y="2526175"/>
                  </a:cubicBezTo>
                  <a:cubicBezTo>
                    <a:pt x="4727566" y="2544180"/>
                    <a:pt x="4712666" y="2559080"/>
                    <a:pt x="4694662" y="2559080"/>
                  </a:cubicBezTo>
                  <a:lnTo>
                    <a:pt x="4004307" y="255908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highlight>
                  <a:srgbClr val="FCB035"/>
                </a:highlight>
                <a:latin typeface="Calibri"/>
                <a:ea typeface="Calibri"/>
                <a:cs typeface="Calibri"/>
                <a:sym typeface="Calibri"/>
              </a:endParaRPr>
            </a:p>
          </p:txBody>
        </p:sp>
        <p:sp>
          <p:nvSpPr>
            <p:cNvPr id="4003" name="Google Shape;4003;p68"/>
            <p:cNvSpPr/>
            <p:nvPr/>
          </p:nvSpPr>
          <p:spPr>
            <a:xfrm>
              <a:off x="23201716" y="8057798"/>
              <a:ext cx="874587" cy="963795"/>
            </a:xfrm>
            <a:custGeom>
              <a:rect b="b" l="l" r="r" t="t"/>
              <a:pathLst>
                <a:path extrusionOk="0" h="512809" w="465344">
                  <a:moveTo>
                    <a:pt x="33251" y="512809"/>
                  </a:moveTo>
                  <a:cubicBezTo>
                    <a:pt x="21456" y="512809"/>
                    <a:pt x="10901" y="506601"/>
                    <a:pt x="4693" y="496668"/>
                  </a:cubicBezTo>
                  <a:cubicBezTo>
                    <a:pt x="-4619" y="481147"/>
                    <a:pt x="348" y="460659"/>
                    <a:pt x="15868" y="451347"/>
                  </a:cubicBezTo>
                  <a:lnTo>
                    <a:pt x="338075" y="256405"/>
                  </a:lnTo>
                  <a:lnTo>
                    <a:pt x="15868" y="61463"/>
                  </a:lnTo>
                  <a:cubicBezTo>
                    <a:pt x="8418" y="57117"/>
                    <a:pt x="2831" y="49667"/>
                    <a:pt x="968" y="40975"/>
                  </a:cubicBezTo>
                  <a:cubicBezTo>
                    <a:pt x="-895" y="32283"/>
                    <a:pt x="348" y="23592"/>
                    <a:pt x="4693" y="16142"/>
                  </a:cubicBezTo>
                  <a:cubicBezTo>
                    <a:pt x="10901" y="6208"/>
                    <a:pt x="21456" y="0"/>
                    <a:pt x="33251" y="0"/>
                  </a:cubicBezTo>
                  <a:cubicBezTo>
                    <a:pt x="45047" y="0"/>
                    <a:pt x="45047" y="1862"/>
                    <a:pt x="50013" y="4967"/>
                  </a:cubicBezTo>
                  <a:lnTo>
                    <a:pt x="465344" y="256405"/>
                  </a:lnTo>
                  <a:lnTo>
                    <a:pt x="50013" y="507842"/>
                  </a:lnTo>
                  <a:cubicBezTo>
                    <a:pt x="45047" y="510947"/>
                    <a:pt x="38838" y="512809"/>
                    <a:pt x="33251" y="512809"/>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4" name="Google Shape;4004;p68"/>
            <p:cNvSpPr/>
            <p:nvPr/>
          </p:nvSpPr>
          <p:spPr>
            <a:xfrm>
              <a:off x="22162751" y="8939916"/>
              <a:ext cx="165684" cy="165688"/>
            </a:xfrm>
            <a:custGeom>
              <a:rect b="b" l="l" r="r" t="t"/>
              <a:pathLst>
                <a:path extrusionOk="0" h="88158" w="88156">
                  <a:moveTo>
                    <a:pt x="44078" y="88158"/>
                  </a:moveTo>
                  <a:cubicBezTo>
                    <a:pt x="32282" y="88158"/>
                    <a:pt x="21107" y="83192"/>
                    <a:pt x="13037" y="75121"/>
                  </a:cubicBezTo>
                  <a:cubicBezTo>
                    <a:pt x="4966" y="67050"/>
                    <a:pt x="0" y="55875"/>
                    <a:pt x="0" y="44079"/>
                  </a:cubicBezTo>
                  <a:cubicBezTo>
                    <a:pt x="0" y="32283"/>
                    <a:pt x="4966" y="21108"/>
                    <a:pt x="13037" y="13037"/>
                  </a:cubicBezTo>
                  <a:cubicBezTo>
                    <a:pt x="21107" y="4967"/>
                    <a:pt x="32282" y="0"/>
                    <a:pt x="44078" y="0"/>
                  </a:cubicBezTo>
                  <a:cubicBezTo>
                    <a:pt x="55874" y="0"/>
                    <a:pt x="67048" y="4967"/>
                    <a:pt x="75119" y="13037"/>
                  </a:cubicBezTo>
                  <a:cubicBezTo>
                    <a:pt x="83190" y="21108"/>
                    <a:pt x="88157" y="32283"/>
                    <a:pt x="88157" y="44079"/>
                  </a:cubicBezTo>
                  <a:cubicBezTo>
                    <a:pt x="88157" y="55875"/>
                    <a:pt x="83190" y="67050"/>
                    <a:pt x="75119" y="75121"/>
                  </a:cubicBezTo>
                  <a:cubicBezTo>
                    <a:pt x="67048" y="83192"/>
                    <a:pt x="55874" y="88158"/>
                    <a:pt x="44078" y="88158"/>
                  </a:cubicBez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4005" name="Google Shape;4005;p68"/>
          <p:cNvGrpSpPr/>
          <p:nvPr/>
        </p:nvGrpSpPr>
        <p:grpSpPr>
          <a:xfrm>
            <a:off x="432528" y="1502968"/>
            <a:ext cx="2355594" cy="2575285"/>
            <a:chOff x="6947666" y="3772059"/>
            <a:chExt cx="8997202" cy="9836314"/>
          </a:xfrm>
        </p:grpSpPr>
        <p:sp>
          <p:nvSpPr>
            <p:cNvPr id="4006" name="Google Shape;4006;p68"/>
            <p:cNvSpPr/>
            <p:nvPr/>
          </p:nvSpPr>
          <p:spPr>
            <a:xfrm>
              <a:off x="11036136" y="3772059"/>
              <a:ext cx="3160862" cy="3932191"/>
            </a:xfrm>
            <a:custGeom>
              <a:rect b="b" l="l" r="r" t="t"/>
              <a:pathLst>
                <a:path extrusionOk="0" h="2092211" w="1681808">
                  <a:moveTo>
                    <a:pt x="1637731" y="2092212"/>
                  </a:moveTo>
                  <a:cubicBezTo>
                    <a:pt x="1613518" y="2092212"/>
                    <a:pt x="1593652" y="2072345"/>
                    <a:pt x="1593652" y="2048133"/>
                  </a:cubicBezTo>
                  <a:cubicBezTo>
                    <a:pt x="1593652" y="2023920"/>
                    <a:pt x="1613518" y="2004053"/>
                    <a:pt x="1637731" y="2004053"/>
                  </a:cubicBezTo>
                  <a:cubicBezTo>
                    <a:pt x="1661943" y="2004053"/>
                    <a:pt x="1681809" y="2023920"/>
                    <a:pt x="1681809" y="2048133"/>
                  </a:cubicBezTo>
                  <a:cubicBezTo>
                    <a:pt x="1681809" y="2072345"/>
                    <a:pt x="1661943" y="2092212"/>
                    <a:pt x="1637731" y="2092212"/>
                  </a:cubicBezTo>
                  <a:close/>
                  <a:moveTo>
                    <a:pt x="1637731" y="1868091"/>
                  </a:moveTo>
                  <a:cubicBezTo>
                    <a:pt x="1613518" y="1868091"/>
                    <a:pt x="1593652" y="1848224"/>
                    <a:pt x="1593652" y="1824011"/>
                  </a:cubicBezTo>
                  <a:cubicBezTo>
                    <a:pt x="1593652" y="1799799"/>
                    <a:pt x="1613518" y="1779932"/>
                    <a:pt x="1637731" y="1779932"/>
                  </a:cubicBezTo>
                  <a:cubicBezTo>
                    <a:pt x="1661943" y="1779932"/>
                    <a:pt x="1681809" y="1799799"/>
                    <a:pt x="1681809" y="1824011"/>
                  </a:cubicBezTo>
                  <a:cubicBezTo>
                    <a:pt x="1681809" y="1848224"/>
                    <a:pt x="1661943" y="1868091"/>
                    <a:pt x="1637731" y="1868091"/>
                  </a:cubicBezTo>
                  <a:close/>
                  <a:moveTo>
                    <a:pt x="1637731" y="1643970"/>
                  </a:moveTo>
                  <a:cubicBezTo>
                    <a:pt x="1613518" y="1643970"/>
                    <a:pt x="1593652" y="1624103"/>
                    <a:pt x="1593652" y="1599890"/>
                  </a:cubicBezTo>
                  <a:cubicBezTo>
                    <a:pt x="1593652" y="1575678"/>
                    <a:pt x="1613518" y="1555811"/>
                    <a:pt x="1637731" y="1555811"/>
                  </a:cubicBezTo>
                  <a:cubicBezTo>
                    <a:pt x="1661943" y="1555811"/>
                    <a:pt x="1681809" y="1575678"/>
                    <a:pt x="1681809" y="1599890"/>
                  </a:cubicBezTo>
                  <a:cubicBezTo>
                    <a:pt x="1681809" y="1624103"/>
                    <a:pt x="1661943" y="1643970"/>
                    <a:pt x="1637731" y="1643970"/>
                  </a:cubicBezTo>
                  <a:close/>
                  <a:moveTo>
                    <a:pt x="1637731" y="1419848"/>
                  </a:moveTo>
                  <a:cubicBezTo>
                    <a:pt x="1613518" y="1419848"/>
                    <a:pt x="1593652" y="1399982"/>
                    <a:pt x="1593652" y="1375769"/>
                  </a:cubicBezTo>
                  <a:cubicBezTo>
                    <a:pt x="1593652" y="1351557"/>
                    <a:pt x="1613518" y="1331690"/>
                    <a:pt x="1637731" y="1331690"/>
                  </a:cubicBezTo>
                  <a:cubicBezTo>
                    <a:pt x="1661943" y="1331690"/>
                    <a:pt x="1681809" y="1351557"/>
                    <a:pt x="1681809" y="1375769"/>
                  </a:cubicBezTo>
                  <a:cubicBezTo>
                    <a:pt x="1681809" y="1399982"/>
                    <a:pt x="1661943" y="1419848"/>
                    <a:pt x="1637731" y="1419848"/>
                  </a:cubicBezTo>
                  <a:close/>
                  <a:moveTo>
                    <a:pt x="1637731" y="1195727"/>
                  </a:moveTo>
                  <a:cubicBezTo>
                    <a:pt x="1613518" y="1195727"/>
                    <a:pt x="1593652" y="1175860"/>
                    <a:pt x="1593652" y="1151648"/>
                  </a:cubicBezTo>
                  <a:cubicBezTo>
                    <a:pt x="1593652" y="1127435"/>
                    <a:pt x="1613518" y="1107569"/>
                    <a:pt x="1637731" y="1107569"/>
                  </a:cubicBezTo>
                  <a:cubicBezTo>
                    <a:pt x="1661943" y="1107569"/>
                    <a:pt x="1681809" y="1127435"/>
                    <a:pt x="1681809" y="1151648"/>
                  </a:cubicBezTo>
                  <a:cubicBezTo>
                    <a:pt x="1681809" y="1175860"/>
                    <a:pt x="1661943" y="1195727"/>
                    <a:pt x="1637731" y="1195727"/>
                  </a:cubicBezTo>
                  <a:close/>
                  <a:moveTo>
                    <a:pt x="1637731" y="971606"/>
                  </a:moveTo>
                  <a:cubicBezTo>
                    <a:pt x="1613518" y="971606"/>
                    <a:pt x="1593652" y="951739"/>
                    <a:pt x="1593652" y="927527"/>
                  </a:cubicBezTo>
                  <a:cubicBezTo>
                    <a:pt x="1593652" y="903314"/>
                    <a:pt x="1613518" y="883447"/>
                    <a:pt x="1637731" y="883447"/>
                  </a:cubicBezTo>
                  <a:cubicBezTo>
                    <a:pt x="1661943" y="883447"/>
                    <a:pt x="1681809" y="903314"/>
                    <a:pt x="1681809" y="927527"/>
                  </a:cubicBezTo>
                  <a:cubicBezTo>
                    <a:pt x="1681809" y="951739"/>
                    <a:pt x="1661943" y="971606"/>
                    <a:pt x="1637731" y="971606"/>
                  </a:cubicBezTo>
                  <a:close/>
                  <a:moveTo>
                    <a:pt x="1637731" y="747485"/>
                  </a:moveTo>
                  <a:cubicBezTo>
                    <a:pt x="1613518" y="747485"/>
                    <a:pt x="1593652" y="727618"/>
                    <a:pt x="1593652" y="703405"/>
                  </a:cubicBezTo>
                  <a:cubicBezTo>
                    <a:pt x="1593652" y="679193"/>
                    <a:pt x="1613518" y="659326"/>
                    <a:pt x="1637731" y="659326"/>
                  </a:cubicBezTo>
                  <a:cubicBezTo>
                    <a:pt x="1661943" y="659326"/>
                    <a:pt x="1681809" y="679193"/>
                    <a:pt x="1681809" y="703405"/>
                  </a:cubicBezTo>
                  <a:cubicBezTo>
                    <a:pt x="1681809" y="727618"/>
                    <a:pt x="1661943" y="747485"/>
                    <a:pt x="1637731" y="747485"/>
                  </a:cubicBezTo>
                  <a:close/>
                  <a:moveTo>
                    <a:pt x="1625935" y="523984"/>
                  </a:moveTo>
                  <a:cubicBezTo>
                    <a:pt x="1605448" y="523984"/>
                    <a:pt x="1587444" y="509084"/>
                    <a:pt x="1583098" y="489217"/>
                  </a:cubicBezTo>
                  <a:cubicBezTo>
                    <a:pt x="1578132" y="465626"/>
                    <a:pt x="1593652" y="442034"/>
                    <a:pt x="1617243" y="437067"/>
                  </a:cubicBezTo>
                  <a:cubicBezTo>
                    <a:pt x="1620347" y="437067"/>
                    <a:pt x="1623451" y="435826"/>
                    <a:pt x="1626555" y="435826"/>
                  </a:cubicBezTo>
                  <a:cubicBezTo>
                    <a:pt x="1647043" y="435826"/>
                    <a:pt x="1665668" y="450726"/>
                    <a:pt x="1669392" y="471213"/>
                  </a:cubicBezTo>
                  <a:cubicBezTo>
                    <a:pt x="1671876" y="482388"/>
                    <a:pt x="1669392" y="494184"/>
                    <a:pt x="1663184" y="504118"/>
                  </a:cubicBezTo>
                  <a:cubicBezTo>
                    <a:pt x="1656976" y="514051"/>
                    <a:pt x="1647043" y="520880"/>
                    <a:pt x="1635247" y="523363"/>
                  </a:cubicBezTo>
                  <a:cubicBezTo>
                    <a:pt x="1632143" y="523984"/>
                    <a:pt x="1629039" y="524605"/>
                    <a:pt x="1625935" y="524605"/>
                  </a:cubicBezTo>
                  <a:close/>
                  <a:moveTo>
                    <a:pt x="1537157" y="319730"/>
                  </a:moveTo>
                  <a:cubicBezTo>
                    <a:pt x="1522878" y="319730"/>
                    <a:pt x="1509220" y="313521"/>
                    <a:pt x="1501149" y="302346"/>
                  </a:cubicBezTo>
                  <a:lnTo>
                    <a:pt x="1493079" y="291792"/>
                  </a:lnTo>
                  <a:lnTo>
                    <a:pt x="1494321" y="291792"/>
                  </a:lnTo>
                  <a:lnTo>
                    <a:pt x="1494321" y="283101"/>
                  </a:lnTo>
                  <a:cubicBezTo>
                    <a:pt x="1493079" y="276271"/>
                    <a:pt x="1493079" y="273167"/>
                    <a:pt x="1494321" y="268821"/>
                  </a:cubicBezTo>
                  <a:cubicBezTo>
                    <a:pt x="1496183" y="257025"/>
                    <a:pt x="1502391" y="246471"/>
                    <a:pt x="1512324" y="239642"/>
                  </a:cubicBezTo>
                  <a:cubicBezTo>
                    <a:pt x="1519774" y="234055"/>
                    <a:pt x="1528466" y="231571"/>
                    <a:pt x="1537778" y="231571"/>
                  </a:cubicBezTo>
                  <a:cubicBezTo>
                    <a:pt x="1552057" y="231571"/>
                    <a:pt x="1565715" y="238400"/>
                    <a:pt x="1573785" y="250196"/>
                  </a:cubicBezTo>
                  <a:cubicBezTo>
                    <a:pt x="1580615" y="259509"/>
                    <a:pt x="1583098" y="271305"/>
                    <a:pt x="1581236" y="283101"/>
                  </a:cubicBezTo>
                  <a:cubicBezTo>
                    <a:pt x="1579373" y="294896"/>
                    <a:pt x="1573165" y="304830"/>
                    <a:pt x="1563232" y="311659"/>
                  </a:cubicBezTo>
                  <a:cubicBezTo>
                    <a:pt x="1555782" y="317246"/>
                    <a:pt x="1547091" y="319730"/>
                    <a:pt x="1537778" y="319730"/>
                  </a:cubicBezTo>
                  <a:close/>
                  <a:moveTo>
                    <a:pt x="1374501" y="167625"/>
                  </a:moveTo>
                  <a:cubicBezTo>
                    <a:pt x="1365189" y="167625"/>
                    <a:pt x="1357740" y="165142"/>
                    <a:pt x="1351531" y="161417"/>
                  </a:cubicBezTo>
                  <a:cubicBezTo>
                    <a:pt x="1331044" y="149000"/>
                    <a:pt x="1324215" y="121684"/>
                    <a:pt x="1336631" y="101196"/>
                  </a:cubicBezTo>
                  <a:cubicBezTo>
                    <a:pt x="1344702" y="88158"/>
                    <a:pt x="1358360" y="80088"/>
                    <a:pt x="1374501" y="80088"/>
                  </a:cubicBezTo>
                  <a:cubicBezTo>
                    <a:pt x="1390643" y="80088"/>
                    <a:pt x="1390643" y="81950"/>
                    <a:pt x="1397472" y="86296"/>
                  </a:cubicBezTo>
                  <a:cubicBezTo>
                    <a:pt x="1407405" y="92504"/>
                    <a:pt x="1414234" y="101817"/>
                    <a:pt x="1417338" y="113613"/>
                  </a:cubicBezTo>
                  <a:cubicBezTo>
                    <a:pt x="1419822" y="124788"/>
                    <a:pt x="1418580" y="136584"/>
                    <a:pt x="1412372" y="146517"/>
                  </a:cubicBezTo>
                  <a:cubicBezTo>
                    <a:pt x="1404922" y="158934"/>
                    <a:pt x="1390643" y="167625"/>
                    <a:pt x="1375123" y="167625"/>
                  </a:cubicBezTo>
                  <a:lnTo>
                    <a:pt x="1375123" y="167625"/>
                  </a:lnTo>
                  <a:close/>
                  <a:moveTo>
                    <a:pt x="1164663" y="93125"/>
                  </a:moveTo>
                  <a:cubicBezTo>
                    <a:pt x="1162801" y="93125"/>
                    <a:pt x="1160939" y="93125"/>
                    <a:pt x="1158455" y="93125"/>
                  </a:cubicBezTo>
                  <a:cubicBezTo>
                    <a:pt x="1134243" y="90021"/>
                    <a:pt x="1117481" y="67671"/>
                    <a:pt x="1120585" y="43458"/>
                  </a:cubicBezTo>
                  <a:cubicBezTo>
                    <a:pt x="1123689" y="21729"/>
                    <a:pt x="1142314" y="5587"/>
                    <a:pt x="1164043" y="5587"/>
                  </a:cubicBezTo>
                  <a:cubicBezTo>
                    <a:pt x="1185772" y="5587"/>
                    <a:pt x="1168389" y="5587"/>
                    <a:pt x="1170251" y="5587"/>
                  </a:cubicBezTo>
                  <a:cubicBezTo>
                    <a:pt x="1182046" y="7450"/>
                    <a:pt x="1191980" y="13038"/>
                    <a:pt x="1199430" y="22350"/>
                  </a:cubicBezTo>
                  <a:cubicBezTo>
                    <a:pt x="1206259" y="31663"/>
                    <a:pt x="1209363" y="43458"/>
                    <a:pt x="1208121" y="54633"/>
                  </a:cubicBezTo>
                  <a:cubicBezTo>
                    <a:pt x="1205017" y="76363"/>
                    <a:pt x="1186392" y="92504"/>
                    <a:pt x="1164663" y="92504"/>
                  </a:cubicBezTo>
                  <a:close/>
                  <a:moveTo>
                    <a:pt x="940547" y="88158"/>
                  </a:moveTo>
                  <a:cubicBezTo>
                    <a:pt x="916334" y="88158"/>
                    <a:pt x="896468" y="68292"/>
                    <a:pt x="896468" y="44079"/>
                  </a:cubicBezTo>
                  <a:cubicBezTo>
                    <a:pt x="896468" y="19867"/>
                    <a:pt x="916334" y="0"/>
                    <a:pt x="940547" y="0"/>
                  </a:cubicBezTo>
                  <a:cubicBezTo>
                    <a:pt x="964758" y="0"/>
                    <a:pt x="984625" y="19867"/>
                    <a:pt x="984625" y="44079"/>
                  </a:cubicBezTo>
                  <a:cubicBezTo>
                    <a:pt x="984625" y="68292"/>
                    <a:pt x="964758" y="88158"/>
                    <a:pt x="940547" y="88158"/>
                  </a:cubicBezTo>
                  <a:close/>
                  <a:moveTo>
                    <a:pt x="716429" y="88158"/>
                  </a:moveTo>
                  <a:cubicBezTo>
                    <a:pt x="692217" y="88158"/>
                    <a:pt x="672351" y="68292"/>
                    <a:pt x="672351" y="44079"/>
                  </a:cubicBezTo>
                  <a:cubicBezTo>
                    <a:pt x="672351" y="19867"/>
                    <a:pt x="692217" y="0"/>
                    <a:pt x="716429" y="0"/>
                  </a:cubicBezTo>
                  <a:cubicBezTo>
                    <a:pt x="740642" y="0"/>
                    <a:pt x="760508" y="19867"/>
                    <a:pt x="760508" y="44079"/>
                  </a:cubicBezTo>
                  <a:cubicBezTo>
                    <a:pt x="760508" y="68292"/>
                    <a:pt x="740642" y="88158"/>
                    <a:pt x="716429" y="88158"/>
                  </a:cubicBezTo>
                  <a:close/>
                  <a:moveTo>
                    <a:pt x="492312" y="88158"/>
                  </a:moveTo>
                  <a:cubicBezTo>
                    <a:pt x="468100" y="88158"/>
                    <a:pt x="448234" y="68292"/>
                    <a:pt x="448234" y="44079"/>
                  </a:cubicBezTo>
                  <a:cubicBezTo>
                    <a:pt x="448234" y="19867"/>
                    <a:pt x="468100" y="0"/>
                    <a:pt x="492312" y="0"/>
                  </a:cubicBezTo>
                  <a:cubicBezTo>
                    <a:pt x="516525" y="0"/>
                    <a:pt x="536391" y="19867"/>
                    <a:pt x="536391" y="44079"/>
                  </a:cubicBezTo>
                  <a:cubicBezTo>
                    <a:pt x="536391" y="68292"/>
                    <a:pt x="516525" y="88158"/>
                    <a:pt x="492312" y="88158"/>
                  </a:cubicBezTo>
                  <a:close/>
                  <a:moveTo>
                    <a:pt x="268196" y="88158"/>
                  </a:moveTo>
                  <a:cubicBezTo>
                    <a:pt x="243983" y="88158"/>
                    <a:pt x="224117" y="68292"/>
                    <a:pt x="224117" y="44079"/>
                  </a:cubicBezTo>
                  <a:cubicBezTo>
                    <a:pt x="224117" y="19867"/>
                    <a:pt x="243983" y="0"/>
                    <a:pt x="268196" y="0"/>
                  </a:cubicBezTo>
                  <a:cubicBezTo>
                    <a:pt x="292407" y="0"/>
                    <a:pt x="312274" y="19867"/>
                    <a:pt x="312274" y="44079"/>
                  </a:cubicBezTo>
                  <a:cubicBezTo>
                    <a:pt x="312274" y="68292"/>
                    <a:pt x="292407" y="88158"/>
                    <a:pt x="268196" y="88158"/>
                  </a:cubicBezTo>
                  <a:close/>
                  <a:moveTo>
                    <a:pt x="44078" y="88158"/>
                  </a:moveTo>
                  <a:cubicBezTo>
                    <a:pt x="19866" y="88158"/>
                    <a:pt x="0" y="68292"/>
                    <a:pt x="0" y="44079"/>
                  </a:cubicBezTo>
                  <a:cubicBezTo>
                    <a:pt x="0" y="19867"/>
                    <a:pt x="19866" y="0"/>
                    <a:pt x="44078" y="0"/>
                  </a:cubicBezTo>
                  <a:cubicBezTo>
                    <a:pt x="68291" y="0"/>
                    <a:pt x="88157" y="19867"/>
                    <a:pt x="88157" y="44079"/>
                  </a:cubicBezTo>
                  <a:cubicBezTo>
                    <a:pt x="88157" y="68292"/>
                    <a:pt x="68291" y="88158"/>
                    <a:pt x="44078" y="88158"/>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7" name="Google Shape;4007;p68"/>
            <p:cNvSpPr/>
            <p:nvPr/>
          </p:nvSpPr>
          <p:spPr>
            <a:xfrm>
              <a:off x="14031314" y="7960952"/>
              <a:ext cx="165684" cy="165688"/>
            </a:xfrm>
            <a:custGeom>
              <a:rect b="b" l="l" r="r" t="t"/>
              <a:pathLst>
                <a:path extrusionOk="0" h="88158" w="88156">
                  <a:moveTo>
                    <a:pt x="44078" y="88159"/>
                  </a:moveTo>
                  <a:cubicBezTo>
                    <a:pt x="32282" y="88159"/>
                    <a:pt x="21108" y="83192"/>
                    <a:pt x="13037" y="75121"/>
                  </a:cubicBezTo>
                  <a:cubicBezTo>
                    <a:pt x="4966" y="67050"/>
                    <a:pt x="0" y="55875"/>
                    <a:pt x="0" y="44079"/>
                  </a:cubicBezTo>
                  <a:cubicBezTo>
                    <a:pt x="0" y="32283"/>
                    <a:pt x="4966" y="21109"/>
                    <a:pt x="13037" y="13037"/>
                  </a:cubicBezTo>
                  <a:cubicBezTo>
                    <a:pt x="21108" y="4967"/>
                    <a:pt x="32282" y="0"/>
                    <a:pt x="44078" y="0"/>
                  </a:cubicBezTo>
                  <a:cubicBezTo>
                    <a:pt x="55874" y="0"/>
                    <a:pt x="67048" y="4967"/>
                    <a:pt x="75119" y="13037"/>
                  </a:cubicBezTo>
                  <a:cubicBezTo>
                    <a:pt x="83190" y="21109"/>
                    <a:pt x="88157" y="32283"/>
                    <a:pt x="88157" y="44079"/>
                  </a:cubicBezTo>
                  <a:cubicBezTo>
                    <a:pt x="88157" y="55875"/>
                    <a:pt x="83190" y="67050"/>
                    <a:pt x="75119" y="75121"/>
                  </a:cubicBezTo>
                  <a:cubicBezTo>
                    <a:pt x="67048" y="83192"/>
                    <a:pt x="55874" y="88159"/>
                    <a:pt x="44078" y="88159"/>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8" name="Google Shape;4008;p68"/>
            <p:cNvSpPr/>
            <p:nvPr/>
          </p:nvSpPr>
          <p:spPr>
            <a:xfrm>
              <a:off x="6947666" y="3796562"/>
              <a:ext cx="8878186" cy="9811811"/>
            </a:xfrm>
            <a:custGeom>
              <a:rect b="b" l="l" r="r" t="t"/>
              <a:pathLst>
                <a:path extrusionOk="0" h="5220596" w="4723840">
                  <a:moveTo>
                    <a:pt x="577365" y="5220597"/>
                  </a:moveTo>
                  <a:cubicBezTo>
                    <a:pt x="258262" y="5220597"/>
                    <a:pt x="0" y="4958605"/>
                    <a:pt x="0" y="4637633"/>
                  </a:cubicBezTo>
                  <a:lnTo>
                    <a:pt x="0" y="578618"/>
                  </a:lnTo>
                  <a:cubicBezTo>
                    <a:pt x="0" y="258267"/>
                    <a:pt x="258262" y="0"/>
                    <a:pt x="577365" y="0"/>
                  </a:cubicBezTo>
                  <a:lnTo>
                    <a:pt x="1994704" y="0"/>
                  </a:lnTo>
                  <a:cubicBezTo>
                    <a:pt x="2012708" y="0"/>
                    <a:pt x="2027608" y="13037"/>
                    <a:pt x="2027608" y="31042"/>
                  </a:cubicBezTo>
                  <a:cubicBezTo>
                    <a:pt x="2027608" y="49046"/>
                    <a:pt x="2012708" y="62083"/>
                    <a:pt x="1994704" y="62083"/>
                  </a:cubicBezTo>
                  <a:lnTo>
                    <a:pt x="577365" y="62083"/>
                  </a:lnTo>
                  <a:cubicBezTo>
                    <a:pt x="294270" y="62083"/>
                    <a:pt x="67049" y="294275"/>
                    <a:pt x="67049" y="577997"/>
                  </a:cubicBezTo>
                  <a:lnTo>
                    <a:pt x="67049" y="4636392"/>
                  </a:lnTo>
                  <a:cubicBezTo>
                    <a:pt x="67049" y="4921355"/>
                    <a:pt x="294270" y="5152305"/>
                    <a:pt x="577365" y="5152305"/>
                  </a:cubicBezTo>
                  <a:lnTo>
                    <a:pt x="3261803" y="5152305"/>
                  </a:lnTo>
                  <a:cubicBezTo>
                    <a:pt x="3549244" y="5152305"/>
                    <a:pt x="3787020" y="4920113"/>
                    <a:pt x="3787020" y="4633908"/>
                  </a:cubicBezTo>
                  <a:lnTo>
                    <a:pt x="3787020" y="2702492"/>
                  </a:lnTo>
                  <a:cubicBezTo>
                    <a:pt x="3787020" y="2581430"/>
                    <a:pt x="3880764" y="2482096"/>
                    <a:pt x="4000582" y="2482096"/>
                  </a:cubicBezTo>
                  <a:lnTo>
                    <a:pt x="4690937" y="2482096"/>
                  </a:lnTo>
                  <a:cubicBezTo>
                    <a:pt x="4708942" y="2482096"/>
                    <a:pt x="4723841" y="2497617"/>
                    <a:pt x="4723841" y="2515621"/>
                  </a:cubicBezTo>
                  <a:cubicBezTo>
                    <a:pt x="4723841" y="2533625"/>
                    <a:pt x="4708942" y="2549146"/>
                    <a:pt x="4690937" y="2549146"/>
                  </a:cubicBezTo>
                  <a:lnTo>
                    <a:pt x="4000582" y="2549146"/>
                  </a:lnTo>
                  <a:cubicBezTo>
                    <a:pt x="3915530" y="2549146"/>
                    <a:pt x="3849722" y="2616196"/>
                    <a:pt x="3849722" y="2701871"/>
                  </a:cubicBezTo>
                  <a:lnTo>
                    <a:pt x="3849722" y="4633288"/>
                  </a:lnTo>
                  <a:cubicBezTo>
                    <a:pt x="3849722" y="4956121"/>
                    <a:pt x="3585873" y="5218734"/>
                    <a:pt x="3262424" y="5218734"/>
                  </a:cubicBezTo>
                  <a:lnTo>
                    <a:pt x="577986" y="5218734"/>
                  </a:lnTo>
                  <a:close/>
                </a:path>
              </a:pathLst>
            </a:custGeom>
            <a:solidFill>
              <a:srgbClr val="4E84C4"/>
            </a:solidFill>
            <a:ln cap="flat" cmpd="sng" w="9525">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09" name="Google Shape;4009;p68"/>
            <p:cNvSpPr/>
            <p:nvPr/>
          </p:nvSpPr>
          <p:spPr>
            <a:xfrm>
              <a:off x="15070010" y="8043796"/>
              <a:ext cx="874858" cy="963795"/>
            </a:xfrm>
            <a:custGeom>
              <a:rect b="b" l="l" r="r" t="t"/>
              <a:pathLst>
                <a:path extrusionOk="0" h="512809" w="465488">
                  <a:moveTo>
                    <a:pt x="33396" y="512809"/>
                  </a:moveTo>
                  <a:cubicBezTo>
                    <a:pt x="22220" y="512809"/>
                    <a:pt x="11045" y="506601"/>
                    <a:pt x="4837" y="496668"/>
                  </a:cubicBezTo>
                  <a:cubicBezTo>
                    <a:pt x="492" y="489218"/>
                    <a:pt x="-1371" y="480526"/>
                    <a:pt x="1112" y="471834"/>
                  </a:cubicBezTo>
                  <a:cubicBezTo>
                    <a:pt x="2975" y="463143"/>
                    <a:pt x="8563" y="456313"/>
                    <a:pt x="16012" y="451347"/>
                  </a:cubicBezTo>
                  <a:lnTo>
                    <a:pt x="338219" y="256405"/>
                  </a:lnTo>
                  <a:lnTo>
                    <a:pt x="16012" y="61463"/>
                  </a:lnTo>
                  <a:cubicBezTo>
                    <a:pt x="8563" y="57117"/>
                    <a:pt x="2975" y="49667"/>
                    <a:pt x="1112" y="40975"/>
                  </a:cubicBezTo>
                  <a:cubicBezTo>
                    <a:pt x="-750" y="32283"/>
                    <a:pt x="492" y="23592"/>
                    <a:pt x="4837" y="16142"/>
                  </a:cubicBezTo>
                  <a:cubicBezTo>
                    <a:pt x="11045" y="6208"/>
                    <a:pt x="21600" y="0"/>
                    <a:pt x="33396" y="0"/>
                  </a:cubicBezTo>
                  <a:cubicBezTo>
                    <a:pt x="45191" y="0"/>
                    <a:pt x="45191" y="1863"/>
                    <a:pt x="50157" y="4967"/>
                  </a:cubicBezTo>
                  <a:lnTo>
                    <a:pt x="465488" y="256405"/>
                  </a:lnTo>
                  <a:lnTo>
                    <a:pt x="50157" y="507843"/>
                  </a:lnTo>
                  <a:cubicBezTo>
                    <a:pt x="45191" y="510947"/>
                    <a:pt x="38982" y="512809"/>
                    <a:pt x="33396" y="512809"/>
                  </a:cubicBez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4010" name="Google Shape;4010;p68"/>
          <p:cNvGrpSpPr/>
          <p:nvPr/>
        </p:nvGrpSpPr>
        <p:grpSpPr>
          <a:xfrm>
            <a:off x="4687322" y="1502051"/>
            <a:ext cx="2358954" cy="2576201"/>
            <a:chOff x="23198869" y="3768558"/>
            <a:chExt cx="9010034" cy="9839816"/>
          </a:xfrm>
        </p:grpSpPr>
        <p:sp>
          <p:nvSpPr>
            <p:cNvPr id="4011" name="Google Shape;4011;p68"/>
            <p:cNvSpPr/>
            <p:nvPr/>
          </p:nvSpPr>
          <p:spPr>
            <a:xfrm>
              <a:off x="27308341" y="3768558"/>
              <a:ext cx="3151527" cy="3936859"/>
            </a:xfrm>
            <a:custGeom>
              <a:rect b="b" l="l" r="r" t="t"/>
              <a:pathLst>
                <a:path extrusionOk="0" h="2094695" w="1676841">
                  <a:moveTo>
                    <a:pt x="1632764" y="2094695"/>
                  </a:moveTo>
                  <a:cubicBezTo>
                    <a:pt x="1608551" y="2094695"/>
                    <a:pt x="1588685" y="2074829"/>
                    <a:pt x="1588685" y="2050616"/>
                  </a:cubicBezTo>
                  <a:cubicBezTo>
                    <a:pt x="1588685" y="2026404"/>
                    <a:pt x="1608551" y="2006537"/>
                    <a:pt x="1632764" y="2006537"/>
                  </a:cubicBezTo>
                  <a:cubicBezTo>
                    <a:pt x="1656975" y="2006537"/>
                    <a:pt x="1676842" y="2026404"/>
                    <a:pt x="1676842" y="2050616"/>
                  </a:cubicBezTo>
                  <a:cubicBezTo>
                    <a:pt x="1676842" y="2074829"/>
                    <a:pt x="1656975" y="2094695"/>
                    <a:pt x="1632764" y="2094695"/>
                  </a:cubicBezTo>
                  <a:close/>
                  <a:moveTo>
                    <a:pt x="1632764" y="1870574"/>
                  </a:moveTo>
                  <a:cubicBezTo>
                    <a:pt x="1608551" y="1870574"/>
                    <a:pt x="1588685" y="1850707"/>
                    <a:pt x="1588685" y="1826495"/>
                  </a:cubicBezTo>
                  <a:cubicBezTo>
                    <a:pt x="1588685" y="1802282"/>
                    <a:pt x="1608551" y="1782416"/>
                    <a:pt x="1632764" y="1782416"/>
                  </a:cubicBezTo>
                  <a:cubicBezTo>
                    <a:pt x="1656975" y="1782416"/>
                    <a:pt x="1676842" y="1802282"/>
                    <a:pt x="1676842" y="1826495"/>
                  </a:cubicBezTo>
                  <a:cubicBezTo>
                    <a:pt x="1676842" y="1850707"/>
                    <a:pt x="1656975" y="1870574"/>
                    <a:pt x="1632764" y="1870574"/>
                  </a:cubicBezTo>
                  <a:close/>
                  <a:moveTo>
                    <a:pt x="1632764" y="1646453"/>
                  </a:moveTo>
                  <a:cubicBezTo>
                    <a:pt x="1608551" y="1646453"/>
                    <a:pt x="1588685" y="1626586"/>
                    <a:pt x="1588685" y="1602374"/>
                  </a:cubicBezTo>
                  <a:cubicBezTo>
                    <a:pt x="1588685" y="1578161"/>
                    <a:pt x="1608551" y="1558295"/>
                    <a:pt x="1632764" y="1558295"/>
                  </a:cubicBezTo>
                  <a:cubicBezTo>
                    <a:pt x="1656975" y="1558295"/>
                    <a:pt x="1676842" y="1578161"/>
                    <a:pt x="1676842" y="1602374"/>
                  </a:cubicBezTo>
                  <a:cubicBezTo>
                    <a:pt x="1676842" y="1626586"/>
                    <a:pt x="1656975" y="1646453"/>
                    <a:pt x="1632764" y="1646453"/>
                  </a:cubicBezTo>
                  <a:close/>
                  <a:moveTo>
                    <a:pt x="1632764" y="1422332"/>
                  </a:moveTo>
                  <a:cubicBezTo>
                    <a:pt x="1608551" y="1422332"/>
                    <a:pt x="1588685" y="1402465"/>
                    <a:pt x="1588685" y="1378253"/>
                  </a:cubicBezTo>
                  <a:cubicBezTo>
                    <a:pt x="1588685" y="1354040"/>
                    <a:pt x="1608551" y="1334173"/>
                    <a:pt x="1632764" y="1334173"/>
                  </a:cubicBezTo>
                  <a:cubicBezTo>
                    <a:pt x="1656975" y="1334173"/>
                    <a:pt x="1676842" y="1354040"/>
                    <a:pt x="1676842" y="1378253"/>
                  </a:cubicBezTo>
                  <a:cubicBezTo>
                    <a:pt x="1676842" y="1402465"/>
                    <a:pt x="1656975" y="1422332"/>
                    <a:pt x="1632764" y="1422332"/>
                  </a:cubicBezTo>
                  <a:close/>
                  <a:moveTo>
                    <a:pt x="1632764" y="1198211"/>
                  </a:moveTo>
                  <a:cubicBezTo>
                    <a:pt x="1608551" y="1198211"/>
                    <a:pt x="1588685" y="1178344"/>
                    <a:pt x="1588685" y="1154131"/>
                  </a:cubicBezTo>
                  <a:cubicBezTo>
                    <a:pt x="1588685" y="1129919"/>
                    <a:pt x="1608551" y="1110052"/>
                    <a:pt x="1632764" y="1110052"/>
                  </a:cubicBezTo>
                  <a:cubicBezTo>
                    <a:pt x="1656975" y="1110052"/>
                    <a:pt x="1676842" y="1129919"/>
                    <a:pt x="1676842" y="1154131"/>
                  </a:cubicBezTo>
                  <a:cubicBezTo>
                    <a:pt x="1676842" y="1178344"/>
                    <a:pt x="1656975" y="1198211"/>
                    <a:pt x="1632764" y="1198211"/>
                  </a:cubicBezTo>
                  <a:close/>
                  <a:moveTo>
                    <a:pt x="1632764" y="974089"/>
                  </a:moveTo>
                  <a:cubicBezTo>
                    <a:pt x="1608551" y="974089"/>
                    <a:pt x="1588685" y="954223"/>
                    <a:pt x="1588685" y="930010"/>
                  </a:cubicBezTo>
                  <a:cubicBezTo>
                    <a:pt x="1588685" y="905797"/>
                    <a:pt x="1608551" y="885931"/>
                    <a:pt x="1632764" y="885931"/>
                  </a:cubicBezTo>
                  <a:cubicBezTo>
                    <a:pt x="1656975" y="885931"/>
                    <a:pt x="1676842" y="905797"/>
                    <a:pt x="1676842" y="930010"/>
                  </a:cubicBezTo>
                  <a:cubicBezTo>
                    <a:pt x="1676842" y="954223"/>
                    <a:pt x="1656975" y="974089"/>
                    <a:pt x="1632764" y="974089"/>
                  </a:cubicBezTo>
                  <a:close/>
                  <a:moveTo>
                    <a:pt x="1632764" y="749968"/>
                  </a:moveTo>
                  <a:cubicBezTo>
                    <a:pt x="1608551" y="749968"/>
                    <a:pt x="1588685" y="730101"/>
                    <a:pt x="1588685" y="705889"/>
                  </a:cubicBezTo>
                  <a:cubicBezTo>
                    <a:pt x="1588685" y="681676"/>
                    <a:pt x="1608551" y="661809"/>
                    <a:pt x="1632764" y="661809"/>
                  </a:cubicBezTo>
                  <a:cubicBezTo>
                    <a:pt x="1656975" y="661809"/>
                    <a:pt x="1676842" y="681676"/>
                    <a:pt x="1676842" y="705889"/>
                  </a:cubicBezTo>
                  <a:cubicBezTo>
                    <a:pt x="1676842" y="730101"/>
                    <a:pt x="1656975" y="749968"/>
                    <a:pt x="1632764" y="749968"/>
                  </a:cubicBezTo>
                  <a:close/>
                  <a:moveTo>
                    <a:pt x="1621589" y="527089"/>
                  </a:moveTo>
                  <a:cubicBezTo>
                    <a:pt x="1600482" y="527089"/>
                    <a:pt x="1582477" y="512189"/>
                    <a:pt x="1578753" y="491701"/>
                  </a:cubicBezTo>
                  <a:cubicBezTo>
                    <a:pt x="1576269" y="479905"/>
                    <a:pt x="1578753" y="468109"/>
                    <a:pt x="1584961" y="458797"/>
                  </a:cubicBezTo>
                  <a:cubicBezTo>
                    <a:pt x="1591169" y="448863"/>
                    <a:pt x="1601101" y="442655"/>
                    <a:pt x="1612898" y="440172"/>
                  </a:cubicBezTo>
                  <a:cubicBezTo>
                    <a:pt x="1616002" y="440172"/>
                    <a:pt x="1618485" y="439551"/>
                    <a:pt x="1621589" y="439551"/>
                  </a:cubicBezTo>
                  <a:cubicBezTo>
                    <a:pt x="1642076" y="439551"/>
                    <a:pt x="1660701" y="454451"/>
                    <a:pt x="1664425" y="474938"/>
                  </a:cubicBezTo>
                  <a:cubicBezTo>
                    <a:pt x="1666909" y="486734"/>
                    <a:pt x="1664425" y="498530"/>
                    <a:pt x="1658217" y="507843"/>
                  </a:cubicBezTo>
                  <a:cubicBezTo>
                    <a:pt x="1652009" y="517776"/>
                    <a:pt x="1642076" y="524605"/>
                    <a:pt x="1630280" y="526468"/>
                  </a:cubicBezTo>
                  <a:cubicBezTo>
                    <a:pt x="1627176" y="526468"/>
                    <a:pt x="1624072" y="527089"/>
                    <a:pt x="1621589" y="527089"/>
                  </a:cubicBezTo>
                  <a:close/>
                  <a:moveTo>
                    <a:pt x="1534052" y="322834"/>
                  </a:moveTo>
                  <a:cubicBezTo>
                    <a:pt x="1519775" y="322834"/>
                    <a:pt x="1506115" y="316005"/>
                    <a:pt x="1498046" y="304209"/>
                  </a:cubicBezTo>
                  <a:cubicBezTo>
                    <a:pt x="1491216" y="294276"/>
                    <a:pt x="1488733" y="283101"/>
                    <a:pt x="1490595" y="271305"/>
                  </a:cubicBezTo>
                  <a:cubicBezTo>
                    <a:pt x="1492457" y="259509"/>
                    <a:pt x="1499287" y="249575"/>
                    <a:pt x="1508599" y="242746"/>
                  </a:cubicBezTo>
                  <a:cubicBezTo>
                    <a:pt x="1516049" y="237780"/>
                    <a:pt x="1524740" y="234675"/>
                    <a:pt x="1534052" y="234675"/>
                  </a:cubicBezTo>
                  <a:cubicBezTo>
                    <a:pt x="1548332" y="234675"/>
                    <a:pt x="1561989" y="241505"/>
                    <a:pt x="1570060" y="253300"/>
                  </a:cubicBezTo>
                  <a:cubicBezTo>
                    <a:pt x="1583718" y="273167"/>
                    <a:pt x="1578753" y="300484"/>
                    <a:pt x="1559507" y="314763"/>
                  </a:cubicBezTo>
                  <a:cubicBezTo>
                    <a:pt x="1552057" y="319730"/>
                    <a:pt x="1543365" y="322834"/>
                    <a:pt x="1534052" y="322834"/>
                  </a:cubicBezTo>
                  <a:close/>
                  <a:moveTo>
                    <a:pt x="1372638" y="170109"/>
                  </a:moveTo>
                  <a:cubicBezTo>
                    <a:pt x="1364569" y="170109"/>
                    <a:pt x="1356498" y="167625"/>
                    <a:pt x="1349668" y="163279"/>
                  </a:cubicBezTo>
                  <a:cubicBezTo>
                    <a:pt x="1329181" y="150242"/>
                    <a:pt x="1322973" y="123546"/>
                    <a:pt x="1335389" y="102438"/>
                  </a:cubicBezTo>
                  <a:cubicBezTo>
                    <a:pt x="1343460" y="89400"/>
                    <a:pt x="1357739" y="81329"/>
                    <a:pt x="1372638" y="81329"/>
                  </a:cubicBezTo>
                  <a:cubicBezTo>
                    <a:pt x="1387539" y="81329"/>
                    <a:pt x="1388780" y="83813"/>
                    <a:pt x="1395610" y="88158"/>
                  </a:cubicBezTo>
                  <a:cubicBezTo>
                    <a:pt x="1405542" y="94367"/>
                    <a:pt x="1412372" y="104300"/>
                    <a:pt x="1415476" y="115475"/>
                  </a:cubicBezTo>
                  <a:cubicBezTo>
                    <a:pt x="1417959" y="126650"/>
                    <a:pt x="1416096" y="138446"/>
                    <a:pt x="1409888" y="148379"/>
                  </a:cubicBezTo>
                  <a:cubicBezTo>
                    <a:pt x="1401818" y="161417"/>
                    <a:pt x="1387539" y="169488"/>
                    <a:pt x="1372638" y="169488"/>
                  </a:cubicBezTo>
                  <a:close/>
                  <a:moveTo>
                    <a:pt x="1164043" y="93746"/>
                  </a:moveTo>
                  <a:cubicBezTo>
                    <a:pt x="1162180" y="93746"/>
                    <a:pt x="1159697" y="93746"/>
                    <a:pt x="1157835" y="93746"/>
                  </a:cubicBezTo>
                  <a:cubicBezTo>
                    <a:pt x="1133622" y="90021"/>
                    <a:pt x="1116860" y="67671"/>
                    <a:pt x="1120585" y="43458"/>
                  </a:cubicBezTo>
                  <a:cubicBezTo>
                    <a:pt x="1123689" y="21729"/>
                    <a:pt x="1142314" y="5588"/>
                    <a:pt x="1164043" y="5588"/>
                  </a:cubicBezTo>
                  <a:cubicBezTo>
                    <a:pt x="1185772" y="5588"/>
                    <a:pt x="1168388" y="5588"/>
                    <a:pt x="1170251" y="5588"/>
                  </a:cubicBezTo>
                  <a:cubicBezTo>
                    <a:pt x="1182046" y="7450"/>
                    <a:pt x="1191980" y="13658"/>
                    <a:pt x="1199429" y="22971"/>
                  </a:cubicBezTo>
                  <a:cubicBezTo>
                    <a:pt x="1206259" y="32283"/>
                    <a:pt x="1209363" y="44079"/>
                    <a:pt x="1207500" y="55875"/>
                  </a:cubicBezTo>
                  <a:cubicBezTo>
                    <a:pt x="1204396" y="77604"/>
                    <a:pt x="1185772" y="93746"/>
                    <a:pt x="1164043" y="93746"/>
                  </a:cubicBezTo>
                  <a:close/>
                  <a:moveTo>
                    <a:pt x="940547" y="88158"/>
                  </a:moveTo>
                  <a:cubicBezTo>
                    <a:pt x="916334" y="88158"/>
                    <a:pt x="896468" y="68292"/>
                    <a:pt x="896468" y="44079"/>
                  </a:cubicBezTo>
                  <a:cubicBezTo>
                    <a:pt x="896468" y="19867"/>
                    <a:pt x="916334" y="0"/>
                    <a:pt x="940547" y="0"/>
                  </a:cubicBezTo>
                  <a:cubicBezTo>
                    <a:pt x="964758" y="0"/>
                    <a:pt x="984624" y="19867"/>
                    <a:pt x="984624" y="44079"/>
                  </a:cubicBezTo>
                  <a:cubicBezTo>
                    <a:pt x="984624" y="68292"/>
                    <a:pt x="964758" y="88158"/>
                    <a:pt x="940547" y="88158"/>
                  </a:cubicBezTo>
                  <a:close/>
                  <a:moveTo>
                    <a:pt x="716429" y="88158"/>
                  </a:moveTo>
                  <a:cubicBezTo>
                    <a:pt x="692217" y="88158"/>
                    <a:pt x="672351" y="68292"/>
                    <a:pt x="672351" y="44079"/>
                  </a:cubicBezTo>
                  <a:cubicBezTo>
                    <a:pt x="672351" y="19867"/>
                    <a:pt x="692217" y="0"/>
                    <a:pt x="716429" y="0"/>
                  </a:cubicBezTo>
                  <a:cubicBezTo>
                    <a:pt x="740642" y="0"/>
                    <a:pt x="760508" y="19867"/>
                    <a:pt x="760508" y="44079"/>
                  </a:cubicBezTo>
                  <a:cubicBezTo>
                    <a:pt x="760508" y="68292"/>
                    <a:pt x="740642" y="88158"/>
                    <a:pt x="716429" y="88158"/>
                  </a:cubicBezTo>
                  <a:close/>
                  <a:moveTo>
                    <a:pt x="492313" y="88158"/>
                  </a:moveTo>
                  <a:cubicBezTo>
                    <a:pt x="468100" y="88158"/>
                    <a:pt x="448234" y="68292"/>
                    <a:pt x="448234" y="44079"/>
                  </a:cubicBezTo>
                  <a:cubicBezTo>
                    <a:pt x="448234" y="19867"/>
                    <a:pt x="468100" y="0"/>
                    <a:pt x="492313" y="0"/>
                  </a:cubicBezTo>
                  <a:cubicBezTo>
                    <a:pt x="516524" y="0"/>
                    <a:pt x="536390" y="19867"/>
                    <a:pt x="536390" y="44079"/>
                  </a:cubicBezTo>
                  <a:cubicBezTo>
                    <a:pt x="536390" y="68292"/>
                    <a:pt x="516524" y="88158"/>
                    <a:pt x="492313" y="88158"/>
                  </a:cubicBezTo>
                  <a:close/>
                  <a:moveTo>
                    <a:pt x="268195" y="88158"/>
                  </a:moveTo>
                  <a:cubicBezTo>
                    <a:pt x="243984" y="88158"/>
                    <a:pt x="224116" y="68292"/>
                    <a:pt x="224116" y="44079"/>
                  </a:cubicBezTo>
                  <a:cubicBezTo>
                    <a:pt x="224116" y="19867"/>
                    <a:pt x="243984" y="0"/>
                    <a:pt x="268195" y="0"/>
                  </a:cubicBezTo>
                  <a:cubicBezTo>
                    <a:pt x="292407" y="0"/>
                    <a:pt x="312274" y="19867"/>
                    <a:pt x="312274" y="44079"/>
                  </a:cubicBezTo>
                  <a:cubicBezTo>
                    <a:pt x="312274" y="68292"/>
                    <a:pt x="292407" y="88158"/>
                    <a:pt x="268195" y="88158"/>
                  </a:cubicBezTo>
                  <a:close/>
                  <a:moveTo>
                    <a:pt x="44078" y="88158"/>
                  </a:moveTo>
                  <a:cubicBezTo>
                    <a:pt x="19866" y="88158"/>
                    <a:pt x="0" y="68292"/>
                    <a:pt x="0" y="44079"/>
                  </a:cubicBezTo>
                  <a:cubicBezTo>
                    <a:pt x="0" y="19867"/>
                    <a:pt x="19866" y="0"/>
                    <a:pt x="44078" y="0"/>
                  </a:cubicBezTo>
                  <a:cubicBezTo>
                    <a:pt x="68291" y="0"/>
                    <a:pt x="88157" y="19867"/>
                    <a:pt x="88157" y="44079"/>
                  </a:cubicBezTo>
                  <a:cubicBezTo>
                    <a:pt x="88157" y="68292"/>
                    <a:pt x="68291" y="88158"/>
                    <a:pt x="44078" y="88158"/>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12" name="Google Shape;4012;p68"/>
            <p:cNvSpPr/>
            <p:nvPr/>
          </p:nvSpPr>
          <p:spPr>
            <a:xfrm>
              <a:off x="30294184" y="7960952"/>
              <a:ext cx="165684" cy="165688"/>
            </a:xfrm>
            <a:custGeom>
              <a:rect b="b" l="l" r="r" t="t"/>
              <a:pathLst>
                <a:path extrusionOk="0" h="88158" w="88156">
                  <a:moveTo>
                    <a:pt x="44079" y="88159"/>
                  </a:moveTo>
                  <a:cubicBezTo>
                    <a:pt x="32282" y="88159"/>
                    <a:pt x="21109" y="83192"/>
                    <a:pt x="13038" y="75121"/>
                  </a:cubicBezTo>
                  <a:cubicBezTo>
                    <a:pt x="4967" y="67050"/>
                    <a:pt x="0" y="55875"/>
                    <a:pt x="0" y="44079"/>
                  </a:cubicBezTo>
                  <a:cubicBezTo>
                    <a:pt x="0" y="32283"/>
                    <a:pt x="4967" y="21109"/>
                    <a:pt x="13038" y="13037"/>
                  </a:cubicBezTo>
                  <a:cubicBezTo>
                    <a:pt x="21109" y="4967"/>
                    <a:pt x="32282" y="0"/>
                    <a:pt x="44079" y="0"/>
                  </a:cubicBezTo>
                  <a:cubicBezTo>
                    <a:pt x="55874" y="0"/>
                    <a:pt x="67049" y="4967"/>
                    <a:pt x="75120" y="13037"/>
                  </a:cubicBezTo>
                  <a:cubicBezTo>
                    <a:pt x="83191" y="21109"/>
                    <a:pt x="88157" y="32283"/>
                    <a:pt x="88157" y="44079"/>
                  </a:cubicBezTo>
                  <a:cubicBezTo>
                    <a:pt x="88157" y="55875"/>
                    <a:pt x="83191" y="67050"/>
                    <a:pt x="75120" y="75121"/>
                  </a:cubicBezTo>
                  <a:cubicBezTo>
                    <a:pt x="67049" y="83192"/>
                    <a:pt x="55874" y="88159"/>
                    <a:pt x="44079" y="88159"/>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13" name="Google Shape;4013;p68"/>
            <p:cNvSpPr/>
            <p:nvPr/>
          </p:nvSpPr>
          <p:spPr>
            <a:xfrm>
              <a:off x="23200034" y="3797729"/>
              <a:ext cx="3835273" cy="3899520"/>
            </a:xfrm>
            <a:custGeom>
              <a:rect b="b" l="l" r="r" t="t"/>
              <a:pathLst>
                <a:path extrusionOk="0" h="2074828" w="2040644">
                  <a:moveTo>
                    <a:pt x="33525" y="2074829"/>
                  </a:moveTo>
                  <a:cubicBezTo>
                    <a:pt x="15521" y="2074829"/>
                    <a:pt x="0" y="2059929"/>
                    <a:pt x="0" y="2041924"/>
                  </a:cubicBezTo>
                  <a:lnTo>
                    <a:pt x="0" y="578618"/>
                  </a:lnTo>
                  <a:cubicBezTo>
                    <a:pt x="0" y="258267"/>
                    <a:pt x="260746" y="0"/>
                    <a:pt x="583573" y="0"/>
                  </a:cubicBezTo>
                  <a:lnTo>
                    <a:pt x="2007742" y="0"/>
                  </a:lnTo>
                  <a:cubicBezTo>
                    <a:pt x="2025745" y="0"/>
                    <a:pt x="2040644" y="13038"/>
                    <a:pt x="2040644" y="31042"/>
                  </a:cubicBezTo>
                  <a:cubicBezTo>
                    <a:pt x="2040644" y="49046"/>
                    <a:pt x="2025745" y="62083"/>
                    <a:pt x="2007742" y="62083"/>
                  </a:cubicBezTo>
                  <a:lnTo>
                    <a:pt x="583573" y="62083"/>
                  </a:lnTo>
                  <a:cubicBezTo>
                    <a:pt x="297374" y="62083"/>
                    <a:pt x="67670" y="294276"/>
                    <a:pt x="67670" y="577997"/>
                  </a:cubicBezTo>
                  <a:lnTo>
                    <a:pt x="67670" y="2041304"/>
                  </a:lnTo>
                  <a:cubicBezTo>
                    <a:pt x="67670" y="2059308"/>
                    <a:pt x="52149" y="2074208"/>
                    <a:pt x="34145" y="2074208"/>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14" name="Google Shape;4014;p68"/>
            <p:cNvSpPr/>
            <p:nvPr/>
          </p:nvSpPr>
          <p:spPr>
            <a:xfrm>
              <a:off x="23198869" y="8463853"/>
              <a:ext cx="8888687" cy="5144521"/>
            </a:xfrm>
            <a:custGeom>
              <a:rect b="b" l="l" r="r" t="t"/>
              <a:pathLst>
                <a:path extrusionOk="0" h="2737259" w="4729427">
                  <a:moveTo>
                    <a:pt x="583573" y="2737259"/>
                  </a:moveTo>
                  <a:cubicBezTo>
                    <a:pt x="260746" y="2737259"/>
                    <a:pt x="0" y="2475267"/>
                    <a:pt x="0" y="2154296"/>
                  </a:cubicBezTo>
                  <a:lnTo>
                    <a:pt x="0" y="527089"/>
                  </a:lnTo>
                  <a:cubicBezTo>
                    <a:pt x="0" y="509084"/>
                    <a:pt x="15521" y="494184"/>
                    <a:pt x="33525" y="494184"/>
                  </a:cubicBezTo>
                  <a:cubicBezTo>
                    <a:pt x="51529" y="494184"/>
                    <a:pt x="67049" y="509084"/>
                    <a:pt x="67049" y="527089"/>
                  </a:cubicBezTo>
                  <a:lnTo>
                    <a:pt x="67049" y="2154296"/>
                  </a:lnTo>
                  <a:cubicBezTo>
                    <a:pt x="67049" y="2439259"/>
                    <a:pt x="296754" y="2670209"/>
                    <a:pt x="582953" y="2670209"/>
                  </a:cubicBezTo>
                  <a:lnTo>
                    <a:pt x="3267390" y="2670209"/>
                  </a:lnTo>
                  <a:cubicBezTo>
                    <a:pt x="3551107" y="2670209"/>
                    <a:pt x="3782053" y="2438017"/>
                    <a:pt x="3782053" y="2151812"/>
                  </a:cubicBezTo>
                  <a:lnTo>
                    <a:pt x="3782053" y="220396"/>
                  </a:lnTo>
                  <a:cubicBezTo>
                    <a:pt x="3782053" y="99334"/>
                    <a:pt x="3882626" y="0"/>
                    <a:pt x="4006169" y="0"/>
                  </a:cubicBezTo>
                  <a:lnTo>
                    <a:pt x="4696525" y="0"/>
                  </a:lnTo>
                  <a:cubicBezTo>
                    <a:pt x="4714529" y="0"/>
                    <a:pt x="4729428" y="15521"/>
                    <a:pt x="4729428" y="33525"/>
                  </a:cubicBezTo>
                  <a:cubicBezTo>
                    <a:pt x="4729428" y="51530"/>
                    <a:pt x="4714529" y="67050"/>
                    <a:pt x="4696525" y="67050"/>
                  </a:cubicBezTo>
                  <a:lnTo>
                    <a:pt x="4006169" y="67050"/>
                  </a:lnTo>
                  <a:cubicBezTo>
                    <a:pt x="3919254" y="67050"/>
                    <a:pt x="3849102" y="135963"/>
                    <a:pt x="3849102" y="219776"/>
                  </a:cubicBezTo>
                  <a:lnTo>
                    <a:pt x="3849102" y="2151191"/>
                  </a:lnTo>
                  <a:cubicBezTo>
                    <a:pt x="3849102" y="2474025"/>
                    <a:pt x="3587735" y="2736639"/>
                    <a:pt x="3267390" y="2736639"/>
                  </a:cubicBezTo>
                  <a:lnTo>
                    <a:pt x="582953" y="2736639"/>
                  </a:ln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15" name="Google Shape;4015;p68"/>
            <p:cNvSpPr/>
            <p:nvPr/>
          </p:nvSpPr>
          <p:spPr>
            <a:xfrm>
              <a:off x="31334047" y="8043796"/>
              <a:ext cx="874856" cy="963795"/>
            </a:xfrm>
            <a:custGeom>
              <a:rect b="b" l="l" r="r" t="t"/>
              <a:pathLst>
                <a:path extrusionOk="0" h="512809" w="465487">
                  <a:moveTo>
                    <a:pt x="33395" y="512809"/>
                  </a:moveTo>
                  <a:cubicBezTo>
                    <a:pt x="22219" y="512809"/>
                    <a:pt x="11046" y="506601"/>
                    <a:pt x="4838" y="496668"/>
                  </a:cubicBezTo>
                  <a:cubicBezTo>
                    <a:pt x="491" y="489218"/>
                    <a:pt x="-1371" y="480526"/>
                    <a:pt x="1112" y="471834"/>
                  </a:cubicBezTo>
                  <a:cubicBezTo>
                    <a:pt x="2975" y="463143"/>
                    <a:pt x="8562" y="456313"/>
                    <a:pt x="16011" y="451347"/>
                  </a:cubicBezTo>
                  <a:lnTo>
                    <a:pt x="338219" y="256405"/>
                  </a:lnTo>
                  <a:lnTo>
                    <a:pt x="16011" y="61463"/>
                  </a:lnTo>
                  <a:cubicBezTo>
                    <a:pt x="8562" y="57117"/>
                    <a:pt x="2975" y="49667"/>
                    <a:pt x="1112" y="40975"/>
                  </a:cubicBezTo>
                  <a:cubicBezTo>
                    <a:pt x="-751" y="32283"/>
                    <a:pt x="491" y="23592"/>
                    <a:pt x="4838" y="16142"/>
                  </a:cubicBezTo>
                  <a:cubicBezTo>
                    <a:pt x="11046" y="6208"/>
                    <a:pt x="21600" y="0"/>
                    <a:pt x="33395" y="0"/>
                  </a:cubicBezTo>
                  <a:cubicBezTo>
                    <a:pt x="45191" y="0"/>
                    <a:pt x="45191" y="1863"/>
                    <a:pt x="50156" y="4967"/>
                  </a:cubicBezTo>
                  <a:lnTo>
                    <a:pt x="465488" y="256405"/>
                  </a:lnTo>
                  <a:lnTo>
                    <a:pt x="50156" y="507843"/>
                  </a:lnTo>
                  <a:cubicBezTo>
                    <a:pt x="45191" y="510947"/>
                    <a:pt x="38983" y="512809"/>
                    <a:pt x="32775" y="512809"/>
                  </a:cubicBez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sp>
        <p:nvSpPr>
          <p:cNvPr id="4016" name="Google Shape;4016;p68"/>
          <p:cNvSpPr/>
          <p:nvPr/>
        </p:nvSpPr>
        <p:spPr>
          <a:xfrm>
            <a:off x="994119" y="1204790"/>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7" name="Google Shape;4017;p68"/>
          <p:cNvSpPr/>
          <p:nvPr/>
        </p:nvSpPr>
        <p:spPr>
          <a:xfrm>
            <a:off x="1058473" y="1269194"/>
            <a:ext cx="556410" cy="556410"/>
          </a:xfrm>
          <a:prstGeom prst="ellipse">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sp>
        <p:nvSpPr>
          <p:cNvPr id="4018" name="Google Shape;4018;p68"/>
          <p:cNvSpPr txBox="1"/>
          <p:nvPr/>
        </p:nvSpPr>
        <p:spPr>
          <a:xfrm>
            <a:off x="578024" y="2029536"/>
            <a:ext cx="1505311"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Lorem ipsum dolor</a:t>
            </a:r>
            <a:endParaRPr/>
          </a:p>
        </p:txBody>
      </p:sp>
      <p:sp>
        <p:nvSpPr>
          <p:cNvPr id="4019" name="Google Shape;4019;p68"/>
          <p:cNvSpPr txBox="1"/>
          <p:nvPr/>
        </p:nvSpPr>
        <p:spPr>
          <a:xfrm>
            <a:off x="2762155" y="2029536"/>
            <a:ext cx="1505311"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Lorem ipsum dolor</a:t>
            </a:r>
            <a:endParaRPr/>
          </a:p>
        </p:txBody>
      </p:sp>
      <p:sp>
        <p:nvSpPr>
          <p:cNvPr id="4020" name="Google Shape;4020;p68"/>
          <p:cNvSpPr txBox="1"/>
          <p:nvPr/>
        </p:nvSpPr>
        <p:spPr>
          <a:xfrm>
            <a:off x="2814795" y="2614502"/>
            <a:ext cx="153202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dk1"/>
                </a:solidFill>
                <a:latin typeface="Calibri"/>
                <a:ea typeface="Calibri"/>
                <a:cs typeface="Calibri"/>
                <a:sym typeface="Calibri"/>
              </a:rPr>
              <a:t>Lorem ipsum dolor sit amet consectetur adipiscing elit. Dolor sit amet consectetur adipiscing elit quisque faucibus.</a:t>
            </a:r>
            <a:endParaRPr sz="1000">
              <a:solidFill>
                <a:schemeClr val="dk1"/>
              </a:solidFill>
              <a:latin typeface="Calibri"/>
              <a:ea typeface="Calibri"/>
              <a:cs typeface="Calibri"/>
              <a:sym typeface="Calibri"/>
            </a:endParaRPr>
          </a:p>
        </p:txBody>
      </p:sp>
      <p:sp>
        <p:nvSpPr>
          <p:cNvPr id="4021" name="Google Shape;4021;p68"/>
          <p:cNvSpPr txBox="1"/>
          <p:nvPr/>
        </p:nvSpPr>
        <p:spPr>
          <a:xfrm>
            <a:off x="4775940" y="2029536"/>
            <a:ext cx="1696384"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Lorem ipsum dolor</a:t>
            </a:r>
            <a:endParaRPr/>
          </a:p>
        </p:txBody>
      </p:sp>
      <p:sp>
        <p:nvSpPr>
          <p:cNvPr id="4022" name="Google Shape;4022;p68"/>
          <p:cNvSpPr txBox="1"/>
          <p:nvPr/>
        </p:nvSpPr>
        <p:spPr>
          <a:xfrm>
            <a:off x="4988657" y="2614502"/>
            <a:ext cx="147035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0" marR="0" rtl="0" algn="ctr">
              <a:spcBef>
                <a:spcPts val="362"/>
              </a:spcBef>
              <a:spcAft>
                <a:spcPts val="0"/>
              </a:spcAft>
              <a:buNone/>
            </a:pPr>
            <a:r>
              <a:rPr lang="en-US" sz="1000">
                <a:solidFill>
                  <a:schemeClr val="dk1"/>
                </a:solidFill>
                <a:latin typeface="Calibri"/>
                <a:ea typeface="Calibri"/>
                <a:cs typeface="Calibri"/>
                <a:sym typeface="Calibri"/>
              </a:rPr>
              <a:t>Lorem ipsum dolor sit amet consectetur adipiscing elit. Dolor sit amet consectetur adipiscing elit quisque faucibus.</a:t>
            </a:r>
            <a:endParaRPr sz="1000">
              <a:solidFill>
                <a:schemeClr val="dk1"/>
              </a:solidFill>
              <a:latin typeface="Calibri"/>
              <a:ea typeface="Calibri"/>
              <a:cs typeface="Calibri"/>
              <a:sym typeface="Calibri"/>
            </a:endParaRPr>
          </a:p>
        </p:txBody>
      </p:sp>
      <p:sp>
        <p:nvSpPr>
          <p:cNvPr id="4023" name="Google Shape;4023;p68"/>
          <p:cNvSpPr txBox="1"/>
          <p:nvPr/>
        </p:nvSpPr>
        <p:spPr>
          <a:xfrm>
            <a:off x="6940311" y="2029536"/>
            <a:ext cx="1653700" cy="228251"/>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Lorem ipsum dolor</a:t>
            </a:r>
            <a:endParaRPr/>
          </a:p>
        </p:txBody>
      </p:sp>
      <p:sp>
        <p:nvSpPr>
          <p:cNvPr id="4024" name="Google Shape;4024;p68"/>
          <p:cNvSpPr txBox="1"/>
          <p:nvPr/>
        </p:nvSpPr>
        <p:spPr>
          <a:xfrm>
            <a:off x="7051744" y="2614502"/>
            <a:ext cx="150531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dk1"/>
                </a:solidFill>
                <a:latin typeface="Calibri"/>
                <a:ea typeface="Calibri"/>
                <a:cs typeface="Calibri"/>
                <a:sym typeface="Calibri"/>
              </a:rPr>
              <a:t>Lorem ipsum dolor sit amet consectetur adipiscing elit. Dolor sit amet consectetur adipiscing elit quisque faucibus.</a:t>
            </a:r>
            <a:endParaRPr sz="1000">
              <a:solidFill>
                <a:schemeClr val="dk1"/>
              </a:solidFill>
              <a:latin typeface="Calibri"/>
              <a:ea typeface="Calibri"/>
              <a:cs typeface="Calibri"/>
              <a:sym typeface="Calibri"/>
            </a:endParaRPr>
          </a:p>
        </p:txBody>
      </p:sp>
      <p:sp>
        <p:nvSpPr>
          <p:cNvPr id="4025" name="Google Shape;4025;p68"/>
          <p:cNvSpPr/>
          <p:nvPr/>
        </p:nvSpPr>
        <p:spPr>
          <a:xfrm>
            <a:off x="5235139" y="1219156"/>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54B9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6" name="Google Shape;4026;p68"/>
          <p:cNvSpPr/>
          <p:nvPr/>
        </p:nvSpPr>
        <p:spPr>
          <a:xfrm>
            <a:off x="5299494" y="1283559"/>
            <a:ext cx="556410" cy="556410"/>
          </a:xfrm>
          <a:prstGeom prst="ellipse">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sp>
        <p:nvSpPr>
          <p:cNvPr id="4027" name="Google Shape;4027;p68"/>
          <p:cNvSpPr/>
          <p:nvPr/>
        </p:nvSpPr>
        <p:spPr>
          <a:xfrm>
            <a:off x="3146807" y="1217209"/>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rgbClr val="FBB03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8" name="Google Shape;4028;p68"/>
          <p:cNvSpPr/>
          <p:nvPr/>
        </p:nvSpPr>
        <p:spPr>
          <a:xfrm>
            <a:off x="3211161" y="1281613"/>
            <a:ext cx="556410" cy="556410"/>
          </a:xfrm>
          <a:prstGeom prst="ellipse">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grpSp>
        <p:nvGrpSpPr>
          <p:cNvPr id="4029" name="Google Shape;4029;p68"/>
          <p:cNvGrpSpPr/>
          <p:nvPr/>
        </p:nvGrpSpPr>
        <p:grpSpPr>
          <a:xfrm>
            <a:off x="1137440" y="1351025"/>
            <a:ext cx="393353" cy="393170"/>
            <a:chOff x="13045202" y="-4332698"/>
            <a:chExt cx="1502415" cy="1501715"/>
          </a:xfrm>
        </p:grpSpPr>
        <p:grpSp>
          <p:nvGrpSpPr>
            <p:cNvPr id="4030" name="Google Shape;4030;p68"/>
            <p:cNvGrpSpPr/>
            <p:nvPr/>
          </p:nvGrpSpPr>
          <p:grpSpPr>
            <a:xfrm>
              <a:off x="13045202" y="-4332698"/>
              <a:ext cx="1502415" cy="1501715"/>
              <a:chOff x="13045202" y="-4250871"/>
              <a:chExt cx="1502415" cy="1501715"/>
            </a:xfrm>
          </p:grpSpPr>
          <p:sp>
            <p:nvSpPr>
              <p:cNvPr id="4031" name="Google Shape;4031;p68"/>
              <p:cNvSpPr/>
              <p:nvPr/>
            </p:nvSpPr>
            <p:spPr>
              <a:xfrm>
                <a:off x="13462461" y="-3835923"/>
                <a:ext cx="671427" cy="671114"/>
              </a:xfrm>
              <a:custGeom>
                <a:rect b="b" l="l" r="r" t="t"/>
                <a:pathLst>
                  <a:path extrusionOk="0" h="904382" w="904803">
                    <a:moveTo>
                      <a:pt x="817273" y="0"/>
                    </a:moveTo>
                    <a:cubicBezTo>
                      <a:pt x="865615" y="0"/>
                      <a:pt x="904804" y="39171"/>
                      <a:pt x="904804" y="87490"/>
                    </a:cubicBezTo>
                    <a:lnTo>
                      <a:pt x="904804" y="816892"/>
                    </a:lnTo>
                    <a:cubicBezTo>
                      <a:pt x="904804" y="865212"/>
                      <a:pt x="865615" y="904383"/>
                      <a:pt x="817273" y="904383"/>
                    </a:cubicBezTo>
                    <a:lnTo>
                      <a:pt x="87531" y="904383"/>
                    </a:lnTo>
                    <a:cubicBezTo>
                      <a:pt x="39189" y="904383"/>
                      <a:pt x="0" y="865212"/>
                      <a:pt x="0" y="816893"/>
                    </a:cubicBezTo>
                    <a:lnTo>
                      <a:pt x="0" y="87490"/>
                    </a:lnTo>
                    <a:cubicBezTo>
                      <a:pt x="0" y="39171"/>
                      <a:pt x="39189" y="0"/>
                      <a:pt x="87531" y="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2" name="Google Shape;4032;p68"/>
              <p:cNvSpPr/>
              <p:nvPr/>
            </p:nvSpPr>
            <p:spPr>
              <a:xfrm>
                <a:off x="13796410" y="-4137254"/>
                <a:ext cx="7060" cy="301331"/>
              </a:xfrm>
              <a:custGeom>
                <a:rect b="b" l="l" r="r" t="t"/>
                <a:pathLst>
                  <a:path extrusionOk="0" h="406068" w="9514">
                    <a:moveTo>
                      <a:pt x="0" y="406069"/>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3" name="Google Shape;4033;p68"/>
              <p:cNvSpPr/>
              <p:nvPr/>
            </p:nvSpPr>
            <p:spPr>
              <a:xfrm>
                <a:off x="13740634" y="-425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4" name="Google Shape;4034;p68"/>
              <p:cNvSpPr/>
              <p:nvPr/>
            </p:nvSpPr>
            <p:spPr>
              <a:xfrm>
                <a:off x="13981388" y="-3981296"/>
                <a:ext cx="7060" cy="145373"/>
              </a:xfrm>
              <a:custGeom>
                <a:rect b="b" l="l" r="r" t="t"/>
                <a:pathLst>
                  <a:path extrusionOk="0" h="195902" w="9514">
                    <a:moveTo>
                      <a:pt x="0" y="195902"/>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5" name="Google Shape;4035;p68"/>
              <p:cNvSpPr/>
              <p:nvPr/>
            </p:nvSpPr>
            <p:spPr>
              <a:xfrm>
                <a:off x="13925612" y="-409491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6" name="Google Shape;4036;p68"/>
              <p:cNvSpPr/>
              <p:nvPr/>
            </p:nvSpPr>
            <p:spPr>
              <a:xfrm>
                <a:off x="13607901" y="-3981296"/>
                <a:ext cx="7060" cy="145373"/>
              </a:xfrm>
              <a:custGeom>
                <a:rect b="b" l="l" r="r" t="t"/>
                <a:pathLst>
                  <a:path extrusionOk="0" h="195902" w="9514">
                    <a:moveTo>
                      <a:pt x="0" y="195902"/>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7" name="Google Shape;4037;p68"/>
              <p:cNvSpPr/>
              <p:nvPr/>
            </p:nvSpPr>
            <p:spPr>
              <a:xfrm>
                <a:off x="13552832" y="-409491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8" name="Google Shape;4038;p68"/>
              <p:cNvSpPr/>
              <p:nvPr/>
            </p:nvSpPr>
            <p:spPr>
              <a:xfrm>
                <a:off x="13796410" y="-3164103"/>
                <a:ext cx="7060" cy="301331"/>
              </a:xfrm>
              <a:custGeom>
                <a:rect b="b" l="l" r="r" t="t"/>
                <a:pathLst>
                  <a:path extrusionOk="0" h="406068" w="9514">
                    <a:moveTo>
                      <a:pt x="0" y="0"/>
                    </a:moveTo>
                    <a:lnTo>
                      <a:pt x="0" y="406069"/>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39" name="Google Shape;4039;p68"/>
              <p:cNvSpPr/>
              <p:nvPr/>
            </p:nvSpPr>
            <p:spPr>
              <a:xfrm>
                <a:off x="13737809" y="-2863478"/>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0" name="Google Shape;4040;p68"/>
              <p:cNvSpPr/>
              <p:nvPr/>
            </p:nvSpPr>
            <p:spPr>
              <a:xfrm>
                <a:off x="13611431" y="-3164103"/>
                <a:ext cx="7060" cy="145373"/>
              </a:xfrm>
              <a:custGeom>
                <a:rect b="b" l="l" r="r" t="t"/>
                <a:pathLst>
                  <a:path extrusionOk="0" h="195902" w="9514">
                    <a:moveTo>
                      <a:pt x="0" y="0"/>
                    </a:moveTo>
                    <a:lnTo>
                      <a:pt x="0" y="195902"/>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1" name="Google Shape;4041;p68"/>
              <p:cNvSpPr/>
              <p:nvPr/>
            </p:nvSpPr>
            <p:spPr>
              <a:xfrm>
                <a:off x="13552832" y="-3019436"/>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2" name="Google Shape;4042;p68"/>
              <p:cNvSpPr/>
              <p:nvPr/>
            </p:nvSpPr>
            <p:spPr>
              <a:xfrm>
                <a:off x="13984918" y="-3164103"/>
                <a:ext cx="7060" cy="145373"/>
              </a:xfrm>
              <a:custGeom>
                <a:rect b="b" l="l" r="r" t="t"/>
                <a:pathLst>
                  <a:path extrusionOk="0" h="195902" w="9514">
                    <a:moveTo>
                      <a:pt x="0" y="0"/>
                    </a:moveTo>
                    <a:lnTo>
                      <a:pt x="0" y="195902"/>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3" name="Google Shape;4043;p68"/>
              <p:cNvSpPr/>
              <p:nvPr/>
            </p:nvSpPr>
            <p:spPr>
              <a:xfrm>
                <a:off x="13925612" y="-3019436"/>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4" name="Google Shape;4044;p68"/>
              <p:cNvSpPr/>
              <p:nvPr/>
            </p:nvSpPr>
            <p:spPr>
              <a:xfrm>
                <a:off x="14132476" y="-3500014"/>
                <a:ext cx="301471" cy="7056"/>
              </a:xfrm>
              <a:custGeom>
                <a:rect b="b" l="l" r="r" t="t"/>
                <a:pathLst>
                  <a:path extrusionOk="0" h="9509" w="406257">
                    <a:moveTo>
                      <a:pt x="0" y="0"/>
                    </a:moveTo>
                    <a:lnTo>
                      <a:pt x="406258"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5" name="Google Shape;4045;p68"/>
              <p:cNvSpPr/>
              <p:nvPr/>
            </p:nvSpPr>
            <p:spPr>
              <a:xfrm>
                <a:off x="14433242" y="-3555763"/>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6" name="Google Shape;4046;p68"/>
              <p:cNvSpPr/>
              <p:nvPr/>
            </p:nvSpPr>
            <p:spPr>
              <a:xfrm>
                <a:off x="14132476" y="-3315122"/>
                <a:ext cx="145440" cy="7056"/>
              </a:xfrm>
              <a:custGeom>
                <a:rect b="b" l="l" r="r" t="t"/>
                <a:pathLst>
                  <a:path extrusionOk="0" h="9509" w="195993">
                    <a:moveTo>
                      <a:pt x="0" y="0"/>
                    </a:moveTo>
                    <a:lnTo>
                      <a:pt x="195993"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7" name="Google Shape;4047;p68"/>
              <p:cNvSpPr/>
              <p:nvPr/>
            </p:nvSpPr>
            <p:spPr>
              <a:xfrm>
                <a:off x="14277211" y="-337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8" name="Google Shape;4048;p68"/>
              <p:cNvSpPr/>
              <p:nvPr/>
            </p:nvSpPr>
            <p:spPr>
              <a:xfrm>
                <a:off x="14132476" y="-3688433"/>
                <a:ext cx="145440" cy="7056"/>
              </a:xfrm>
              <a:custGeom>
                <a:rect b="b" l="l" r="r" t="t"/>
                <a:pathLst>
                  <a:path extrusionOk="0" h="9509" w="195993">
                    <a:moveTo>
                      <a:pt x="0" y="0"/>
                    </a:moveTo>
                    <a:lnTo>
                      <a:pt x="195993"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49" name="Google Shape;4049;p68"/>
              <p:cNvSpPr/>
              <p:nvPr/>
            </p:nvSpPr>
            <p:spPr>
              <a:xfrm>
                <a:off x="14277211" y="-3743477"/>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0" name="Google Shape;4050;p68"/>
              <p:cNvSpPr/>
              <p:nvPr/>
            </p:nvSpPr>
            <p:spPr>
              <a:xfrm>
                <a:off x="13158871" y="-3500014"/>
                <a:ext cx="301471" cy="7056"/>
              </a:xfrm>
              <a:custGeom>
                <a:rect b="b" l="l" r="r" t="t"/>
                <a:pathLst>
                  <a:path extrusionOk="0" h="9509" w="406257">
                    <a:moveTo>
                      <a:pt x="406258" y="0"/>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1" name="Google Shape;4051;p68"/>
              <p:cNvSpPr/>
              <p:nvPr/>
            </p:nvSpPr>
            <p:spPr>
              <a:xfrm>
                <a:off x="13045202" y="-3558586"/>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2" name="Google Shape;4052;p68"/>
              <p:cNvSpPr/>
              <p:nvPr/>
            </p:nvSpPr>
            <p:spPr>
              <a:xfrm>
                <a:off x="13314903" y="-3684904"/>
                <a:ext cx="145440" cy="7056"/>
              </a:xfrm>
              <a:custGeom>
                <a:rect b="b" l="l" r="r" t="t"/>
                <a:pathLst>
                  <a:path extrusionOk="0" h="9509" w="195993">
                    <a:moveTo>
                      <a:pt x="195993" y="0"/>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3" name="Google Shape;4053;p68"/>
              <p:cNvSpPr/>
              <p:nvPr/>
            </p:nvSpPr>
            <p:spPr>
              <a:xfrm>
                <a:off x="13201232" y="-3743477"/>
                <a:ext cx="114375" cy="114322"/>
              </a:xfrm>
              <a:custGeom>
                <a:rect b="b" l="l" r="r" t="t"/>
                <a:pathLst>
                  <a:path extrusionOk="0" h="154058" w="154130">
                    <a:moveTo>
                      <a:pt x="154131" y="77030"/>
                    </a:moveTo>
                    <a:cubicBezTo>
                      <a:pt x="154131" y="119572"/>
                      <a:pt x="119627" y="154059"/>
                      <a:pt x="77065" y="154059"/>
                    </a:cubicBezTo>
                    <a:cubicBezTo>
                      <a:pt x="34503" y="154059"/>
                      <a:pt x="0" y="119572"/>
                      <a:pt x="0" y="77030"/>
                    </a:cubicBezTo>
                    <a:cubicBezTo>
                      <a:pt x="0" y="34487"/>
                      <a:pt x="34503" y="0"/>
                      <a:pt x="77065" y="0"/>
                    </a:cubicBezTo>
                    <a:cubicBezTo>
                      <a:pt x="119627" y="0"/>
                      <a:pt x="154131" y="34487"/>
                      <a:pt x="154131" y="77030"/>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4" name="Google Shape;4054;p68"/>
              <p:cNvSpPr/>
              <p:nvPr/>
            </p:nvSpPr>
            <p:spPr>
              <a:xfrm>
                <a:off x="13314903" y="-3311593"/>
                <a:ext cx="145440" cy="7056"/>
              </a:xfrm>
              <a:custGeom>
                <a:rect b="b" l="l" r="r" t="t"/>
                <a:pathLst>
                  <a:path extrusionOk="0" h="9509" w="195993">
                    <a:moveTo>
                      <a:pt x="195993" y="0"/>
                    </a:moveTo>
                    <a:lnTo>
                      <a:pt x="0" y="0"/>
                    </a:lnTo>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55" name="Google Shape;4055;p68"/>
              <p:cNvSpPr/>
              <p:nvPr/>
            </p:nvSpPr>
            <p:spPr>
              <a:xfrm>
                <a:off x="13201232" y="-3370871"/>
                <a:ext cx="114375" cy="114322"/>
              </a:xfrm>
              <a:custGeom>
                <a:rect b="b" l="l" r="r" t="t"/>
                <a:pathLst>
                  <a:path extrusionOk="0" h="154058" w="154130">
                    <a:moveTo>
                      <a:pt x="154131" y="77029"/>
                    </a:moveTo>
                    <a:cubicBezTo>
                      <a:pt x="154131" y="119572"/>
                      <a:pt x="119627" y="154059"/>
                      <a:pt x="77065" y="154059"/>
                    </a:cubicBezTo>
                    <a:cubicBezTo>
                      <a:pt x="34503" y="154059"/>
                      <a:pt x="0" y="119572"/>
                      <a:pt x="0" y="77029"/>
                    </a:cubicBezTo>
                    <a:cubicBezTo>
                      <a:pt x="0" y="34487"/>
                      <a:pt x="34503" y="0"/>
                      <a:pt x="77065" y="0"/>
                    </a:cubicBezTo>
                    <a:cubicBezTo>
                      <a:pt x="119627" y="0"/>
                      <a:pt x="154131" y="34487"/>
                      <a:pt x="154131" y="77029"/>
                    </a:cubicBezTo>
                    <a:close/>
                  </a:path>
                </a:pathLst>
              </a:cu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nvGrpSpPr>
            <p:cNvPr id="4056" name="Google Shape;4056;p68"/>
            <p:cNvGrpSpPr/>
            <p:nvPr/>
          </p:nvGrpSpPr>
          <p:grpSpPr>
            <a:xfrm>
              <a:off x="13614400" y="-3717118"/>
              <a:ext cx="301472" cy="262831"/>
              <a:chOff x="13641084" y="-3625940"/>
              <a:chExt cx="301472" cy="262831"/>
            </a:xfrm>
          </p:grpSpPr>
          <p:sp>
            <p:nvSpPr>
              <p:cNvPr id="4057" name="Google Shape;4057;p68"/>
              <p:cNvSpPr/>
              <p:nvPr/>
            </p:nvSpPr>
            <p:spPr>
              <a:xfrm>
                <a:off x="13641084" y="-3625940"/>
                <a:ext cx="224515" cy="262831"/>
              </a:xfrm>
              <a:custGeom>
                <a:rect b="b" l="l" r="r" t="t"/>
                <a:pathLst>
                  <a:path extrusionOk="0" h="354187" w="302552">
                    <a:moveTo>
                      <a:pt x="300650" y="336119"/>
                    </a:moveTo>
                    <a:cubicBezTo>
                      <a:pt x="302553" y="339923"/>
                      <a:pt x="302553" y="343727"/>
                      <a:pt x="302553" y="345629"/>
                    </a:cubicBezTo>
                    <a:cubicBezTo>
                      <a:pt x="302553" y="348482"/>
                      <a:pt x="302553" y="350384"/>
                      <a:pt x="300650" y="351335"/>
                    </a:cubicBezTo>
                    <a:cubicBezTo>
                      <a:pt x="298747" y="352286"/>
                      <a:pt x="296844" y="353237"/>
                      <a:pt x="293039" y="354187"/>
                    </a:cubicBezTo>
                    <a:cubicBezTo>
                      <a:pt x="289233" y="354187"/>
                      <a:pt x="285427" y="354187"/>
                      <a:pt x="279719" y="354187"/>
                    </a:cubicBezTo>
                    <a:cubicBezTo>
                      <a:pt x="274010" y="354187"/>
                      <a:pt x="269253" y="354187"/>
                      <a:pt x="266399" y="354187"/>
                    </a:cubicBezTo>
                    <a:cubicBezTo>
                      <a:pt x="262593" y="354187"/>
                      <a:pt x="260690" y="354187"/>
                      <a:pt x="258787" y="353237"/>
                    </a:cubicBezTo>
                    <a:cubicBezTo>
                      <a:pt x="256884" y="353237"/>
                      <a:pt x="255933" y="351335"/>
                      <a:pt x="254982" y="350384"/>
                    </a:cubicBezTo>
                    <a:cubicBezTo>
                      <a:pt x="254982" y="349433"/>
                      <a:pt x="253079" y="347531"/>
                      <a:pt x="253079" y="346580"/>
                    </a:cubicBezTo>
                    <a:lnTo>
                      <a:pt x="222633" y="260991"/>
                    </a:lnTo>
                    <a:lnTo>
                      <a:pt x="76114" y="260991"/>
                    </a:lnTo>
                    <a:lnTo>
                      <a:pt x="47571" y="345629"/>
                    </a:lnTo>
                    <a:cubicBezTo>
                      <a:pt x="47571" y="347531"/>
                      <a:pt x="46620" y="348482"/>
                      <a:pt x="45668" y="349433"/>
                    </a:cubicBezTo>
                    <a:cubicBezTo>
                      <a:pt x="45668" y="350384"/>
                      <a:pt x="43766" y="351335"/>
                      <a:pt x="41863" y="352286"/>
                    </a:cubicBezTo>
                    <a:cubicBezTo>
                      <a:pt x="39960" y="352286"/>
                      <a:pt x="38057" y="353237"/>
                      <a:pt x="34251" y="354187"/>
                    </a:cubicBezTo>
                    <a:cubicBezTo>
                      <a:pt x="31397" y="354187"/>
                      <a:pt x="26640" y="354187"/>
                      <a:pt x="21883" y="354187"/>
                    </a:cubicBezTo>
                    <a:cubicBezTo>
                      <a:pt x="17126" y="354187"/>
                      <a:pt x="12369" y="354187"/>
                      <a:pt x="8563" y="354187"/>
                    </a:cubicBezTo>
                    <a:cubicBezTo>
                      <a:pt x="4757" y="354187"/>
                      <a:pt x="2854" y="353237"/>
                      <a:pt x="1903" y="351335"/>
                    </a:cubicBezTo>
                    <a:cubicBezTo>
                      <a:pt x="951" y="350384"/>
                      <a:pt x="0" y="348482"/>
                      <a:pt x="0" y="345629"/>
                    </a:cubicBezTo>
                    <a:cubicBezTo>
                      <a:pt x="0" y="342776"/>
                      <a:pt x="0" y="339923"/>
                      <a:pt x="1903" y="336119"/>
                    </a:cubicBezTo>
                    <a:lnTo>
                      <a:pt x="119879" y="9932"/>
                    </a:lnTo>
                    <a:cubicBezTo>
                      <a:pt x="119879" y="8030"/>
                      <a:pt x="121782" y="6129"/>
                      <a:pt x="122734" y="5178"/>
                    </a:cubicBezTo>
                    <a:cubicBezTo>
                      <a:pt x="123685" y="4227"/>
                      <a:pt x="125588" y="3276"/>
                      <a:pt x="127491" y="2325"/>
                    </a:cubicBezTo>
                    <a:cubicBezTo>
                      <a:pt x="129394" y="2325"/>
                      <a:pt x="132248" y="1374"/>
                      <a:pt x="136054" y="423"/>
                    </a:cubicBezTo>
                    <a:cubicBezTo>
                      <a:pt x="139859" y="-528"/>
                      <a:pt x="143665" y="423"/>
                      <a:pt x="149374" y="423"/>
                    </a:cubicBezTo>
                    <a:cubicBezTo>
                      <a:pt x="155082" y="423"/>
                      <a:pt x="159839" y="423"/>
                      <a:pt x="163645" y="423"/>
                    </a:cubicBezTo>
                    <a:cubicBezTo>
                      <a:pt x="167451" y="423"/>
                      <a:pt x="170305" y="423"/>
                      <a:pt x="173159" y="2325"/>
                    </a:cubicBezTo>
                    <a:cubicBezTo>
                      <a:pt x="175062" y="2325"/>
                      <a:pt x="176965" y="4227"/>
                      <a:pt x="178868" y="5178"/>
                    </a:cubicBezTo>
                    <a:cubicBezTo>
                      <a:pt x="179819" y="6129"/>
                      <a:pt x="180771" y="8030"/>
                      <a:pt x="181722" y="9932"/>
                    </a:cubicBezTo>
                    <a:lnTo>
                      <a:pt x="299698" y="336119"/>
                    </a:lnTo>
                    <a:close/>
                    <a:moveTo>
                      <a:pt x="149374" y="47972"/>
                    </a:moveTo>
                    <a:lnTo>
                      <a:pt x="149374" y="47972"/>
                    </a:lnTo>
                    <a:lnTo>
                      <a:pt x="88482" y="222952"/>
                    </a:lnTo>
                    <a:lnTo>
                      <a:pt x="210265" y="222952"/>
                    </a:lnTo>
                    <a:lnTo>
                      <a:pt x="149374" y="47972"/>
                    </a:ln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FFFFFF"/>
                  </a:solidFill>
                  <a:latin typeface="Calibri"/>
                  <a:ea typeface="Calibri"/>
                  <a:cs typeface="Calibri"/>
                  <a:sym typeface="Calibri"/>
                </a:endParaRPr>
              </a:p>
            </p:txBody>
          </p:sp>
          <p:sp>
            <p:nvSpPr>
              <p:cNvPr id="4058" name="Google Shape;4058;p68"/>
              <p:cNvSpPr/>
              <p:nvPr/>
            </p:nvSpPr>
            <p:spPr>
              <a:xfrm>
                <a:off x="13907255" y="-3625627"/>
                <a:ext cx="35301" cy="262517"/>
              </a:xfrm>
              <a:custGeom>
                <a:rect b="b" l="l" r="r" t="t"/>
                <a:pathLst>
                  <a:path extrusionOk="0" h="353764" w="47571">
                    <a:moveTo>
                      <a:pt x="47571" y="345206"/>
                    </a:moveTo>
                    <a:cubicBezTo>
                      <a:pt x="47571" y="347108"/>
                      <a:pt x="47571" y="348059"/>
                      <a:pt x="46620" y="349010"/>
                    </a:cubicBezTo>
                    <a:cubicBezTo>
                      <a:pt x="46620" y="349961"/>
                      <a:pt x="44717" y="350912"/>
                      <a:pt x="42814" y="351863"/>
                    </a:cubicBezTo>
                    <a:cubicBezTo>
                      <a:pt x="40911" y="351863"/>
                      <a:pt x="39008" y="352814"/>
                      <a:pt x="35203" y="353765"/>
                    </a:cubicBezTo>
                    <a:cubicBezTo>
                      <a:pt x="32348" y="353765"/>
                      <a:pt x="28543" y="353765"/>
                      <a:pt x="23786" y="353765"/>
                    </a:cubicBezTo>
                    <a:cubicBezTo>
                      <a:pt x="19028" y="353765"/>
                      <a:pt x="16174" y="353765"/>
                      <a:pt x="12369" y="353765"/>
                    </a:cubicBezTo>
                    <a:cubicBezTo>
                      <a:pt x="9514" y="353765"/>
                      <a:pt x="6660" y="352814"/>
                      <a:pt x="4757" y="351863"/>
                    </a:cubicBezTo>
                    <a:cubicBezTo>
                      <a:pt x="2854" y="351863"/>
                      <a:pt x="1903" y="349961"/>
                      <a:pt x="951" y="349010"/>
                    </a:cubicBezTo>
                    <a:cubicBezTo>
                      <a:pt x="951" y="348059"/>
                      <a:pt x="0" y="347108"/>
                      <a:pt x="0" y="345206"/>
                    </a:cubicBezTo>
                    <a:lnTo>
                      <a:pt x="0" y="8559"/>
                    </a:lnTo>
                    <a:cubicBezTo>
                      <a:pt x="0" y="6657"/>
                      <a:pt x="0" y="5706"/>
                      <a:pt x="951" y="4755"/>
                    </a:cubicBezTo>
                    <a:cubicBezTo>
                      <a:pt x="951" y="3804"/>
                      <a:pt x="2854" y="2853"/>
                      <a:pt x="4757" y="1902"/>
                    </a:cubicBezTo>
                    <a:cubicBezTo>
                      <a:pt x="6660" y="1902"/>
                      <a:pt x="9514" y="951"/>
                      <a:pt x="12369" y="0"/>
                    </a:cubicBezTo>
                    <a:cubicBezTo>
                      <a:pt x="15223" y="0"/>
                      <a:pt x="19028" y="0"/>
                      <a:pt x="22834" y="0"/>
                    </a:cubicBezTo>
                    <a:cubicBezTo>
                      <a:pt x="26640" y="0"/>
                      <a:pt x="31397" y="0"/>
                      <a:pt x="34251" y="0"/>
                    </a:cubicBezTo>
                    <a:cubicBezTo>
                      <a:pt x="37106" y="0"/>
                      <a:pt x="39960" y="951"/>
                      <a:pt x="41863" y="1902"/>
                    </a:cubicBezTo>
                    <a:cubicBezTo>
                      <a:pt x="43766" y="1902"/>
                      <a:pt x="44717" y="3804"/>
                      <a:pt x="45668" y="4755"/>
                    </a:cubicBezTo>
                    <a:cubicBezTo>
                      <a:pt x="45668" y="5706"/>
                      <a:pt x="46620" y="6657"/>
                      <a:pt x="46620" y="8559"/>
                    </a:cubicBezTo>
                    <a:lnTo>
                      <a:pt x="46620" y="345206"/>
                    </a:ln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grpSp>
      <p:sp>
        <p:nvSpPr>
          <p:cNvPr descr="Satellite outline" id="4059" name="Google Shape;4059;p68"/>
          <p:cNvSpPr/>
          <p:nvPr/>
        </p:nvSpPr>
        <p:spPr>
          <a:xfrm>
            <a:off x="3298302" y="1368295"/>
            <a:ext cx="383045" cy="383044"/>
          </a:xfrm>
          <a:prstGeom prst="rect">
            <a:avLst/>
          </a:prstGeom>
          <a:noFill/>
          <a:ln>
            <a:noFill/>
          </a:ln>
        </p:spPr>
      </p:sp>
      <p:sp>
        <p:nvSpPr>
          <p:cNvPr descr="Factory outline" id="4060" name="Google Shape;4060;p68"/>
          <p:cNvSpPr/>
          <p:nvPr/>
        </p:nvSpPr>
        <p:spPr>
          <a:xfrm>
            <a:off x="5384561" y="1354616"/>
            <a:ext cx="383045" cy="383044"/>
          </a:xfrm>
          <a:prstGeom prst="rect">
            <a:avLst/>
          </a:prstGeom>
          <a:noFill/>
          <a:ln>
            <a:noFill/>
          </a:ln>
        </p:spPr>
      </p:sp>
      <p:sp>
        <p:nvSpPr>
          <p:cNvPr id="4061" name="Google Shape;4061;p68"/>
          <p:cNvSpPr/>
          <p:nvPr/>
        </p:nvSpPr>
        <p:spPr>
          <a:xfrm>
            <a:off x="7412231" y="1217209"/>
            <a:ext cx="685120" cy="685119"/>
          </a:xfrm>
          <a:custGeom>
            <a:rect b="b" l="l" r="r" t="t"/>
            <a:pathLst>
              <a:path extrusionOk="0" h="763905" w="763905">
                <a:moveTo>
                  <a:pt x="381774" y="0"/>
                </a:moveTo>
                <a:lnTo>
                  <a:pt x="333886" y="2974"/>
                </a:lnTo>
                <a:lnTo>
                  <a:pt x="287772" y="11659"/>
                </a:lnTo>
                <a:lnTo>
                  <a:pt x="243792" y="25696"/>
                </a:lnTo>
                <a:lnTo>
                  <a:pt x="202301" y="44728"/>
                </a:lnTo>
                <a:lnTo>
                  <a:pt x="163659" y="68397"/>
                </a:lnTo>
                <a:lnTo>
                  <a:pt x="128224" y="96346"/>
                </a:lnTo>
                <a:lnTo>
                  <a:pt x="96352" y="128217"/>
                </a:lnTo>
                <a:lnTo>
                  <a:pt x="68402" y="163651"/>
                </a:lnTo>
                <a:lnTo>
                  <a:pt x="44731" y="202291"/>
                </a:lnTo>
                <a:lnTo>
                  <a:pt x="25698" y="243781"/>
                </a:lnTo>
                <a:lnTo>
                  <a:pt x="11659" y="287760"/>
                </a:lnTo>
                <a:lnTo>
                  <a:pt x="2974" y="333873"/>
                </a:lnTo>
                <a:lnTo>
                  <a:pt x="0" y="381761"/>
                </a:lnTo>
                <a:lnTo>
                  <a:pt x="2974" y="429650"/>
                </a:lnTo>
                <a:lnTo>
                  <a:pt x="11659" y="475763"/>
                </a:lnTo>
                <a:lnTo>
                  <a:pt x="25698" y="519744"/>
                </a:lnTo>
                <a:lnTo>
                  <a:pt x="44731" y="561234"/>
                </a:lnTo>
                <a:lnTo>
                  <a:pt x="68402" y="599876"/>
                </a:lnTo>
                <a:lnTo>
                  <a:pt x="96352" y="635312"/>
                </a:lnTo>
                <a:lnTo>
                  <a:pt x="128224" y="667184"/>
                </a:lnTo>
                <a:lnTo>
                  <a:pt x="163659" y="695134"/>
                </a:lnTo>
                <a:lnTo>
                  <a:pt x="202301" y="718805"/>
                </a:lnTo>
                <a:lnTo>
                  <a:pt x="243792" y="737838"/>
                </a:lnTo>
                <a:lnTo>
                  <a:pt x="287772" y="751876"/>
                </a:lnTo>
                <a:lnTo>
                  <a:pt x="333886" y="760562"/>
                </a:lnTo>
                <a:lnTo>
                  <a:pt x="381774" y="763536"/>
                </a:lnTo>
                <a:lnTo>
                  <a:pt x="429663" y="760562"/>
                </a:lnTo>
                <a:lnTo>
                  <a:pt x="475776" y="751876"/>
                </a:lnTo>
                <a:lnTo>
                  <a:pt x="519757" y="737838"/>
                </a:lnTo>
                <a:lnTo>
                  <a:pt x="561247" y="718805"/>
                </a:lnTo>
                <a:lnTo>
                  <a:pt x="599889" y="695134"/>
                </a:lnTo>
                <a:lnTo>
                  <a:pt x="635325" y="667184"/>
                </a:lnTo>
                <a:lnTo>
                  <a:pt x="667197" y="635312"/>
                </a:lnTo>
                <a:lnTo>
                  <a:pt x="695147" y="599876"/>
                </a:lnTo>
                <a:lnTo>
                  <a:pt x="718817" y="561234"/>
                </a:lnTo>
                <a:lnTo>
                  <a:pt x="737851" y="519744"/>
                </a:lnTo>
                <a:lnTo>
                  <a:pt x="751889" y="475763"/>
                </a:lnTo>
                <a:lnTo>
                  <a:pt x="760574" y="429650"/>
                </a:lnTo>
                <a:lnTo>
                  <a:pt x="763549" y="381761"/>
                </a:lnTo>
                <a:lnTo>
                  <a:pt x="760574" y="333873"/>
                </a:lnTo>
                <a:lnTo>
                  <a:pt x="751889" y="287760"/>
                </a:lnTo>
                <a:lnTo>
                  <a:pt x="737851" y="243781"/>
                </a:lnTo>
                <a:lnTo>
                  <a:pt x="718817" y="202291"/>
                </a:lnTo>
                <a:lnTo>
                  <a:pt x="695147" y="163651"/>
                </a:lnTo>
                <a:lnTo>
                  <a:pt x="667197" y="128217"/>
                </a:lnTo>
                <a:lnTo>
                  <a:pt x="635325" y="96346"/>
                </a:lnTo>
                <a:lnTo>
                  <a:pt x="599889" y="68397"/>
                </a:lnTo>
                <a:lnTo>
                  <a:pt x="561247" y="44728"/>
                </a:lnTo>
                <a:lnTo>
                  <a:pt x="519757" y="25696"/>
                </a:lnTo>
                <a:lnTo>
                  <a:pt x="475776" y="11659"/>
                </a:lnTo>
                <a:lnTo>
                  <a:pt x="429663" y="2974"/>
                </a:lnTo>
                <a:lnTo>
                  <a:pt x="381774"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highlight>
                <a:srgbClr val="0062AE"/>
              </a:highlight>
              <a:latin typeface="Calibri"/>
              <a:ea typeface="Calibri"/>
              <a:cs typeface="Calibri"/>
              <a:sym typeface="Calibri"/>
            </a:endParaRPr>
          </a:p>
        </p:txBody>
      </p:sp>
      <p:sp>
        <p:nvSpPr>
          <p:cNvPr id="4062" name="Google Shape;4062;p68"/>
          <p:cNvSpPr/>
          <p:nvPr/>
        </p:nvSpPr>
        <p:spPr>
          <a:xfrm>
            <a:off x="7476585" y="1281613"/>
            <a:ext cx="556410" cy="556410"/>
          </a:xfrm>
          <a:prstGeom prst="ellipse">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563">
              <a:solidFill>
                <a:srgbClr val="000000"/>
              </a:solidFill>
              <a:latin typeface="Calibri"/>
              <a:ea typeface="Calibri"/>
              <a:cs typeface="Calibri"/>
              <a:sym typeface="Calibri"/>
            </a:endParaRPr>
          </a:p>
        </p:txBody>
      </p:sp>
      <p:grpSp>
        <p:nvGrpSpPr>
          <p:cNvPr id="4063" name="Google Shape;4063;p68"/>
          <p:cNvGrpSpPr/>
          <p:nvPr/>
        </p:nvGrpSpPr>
        <p:grpSpPr>
          <a:xfrm>
            <a:off x="7616825" y="1379410"/>
            <a:ext cx="275931" cy="335878"/>
            <a:chOff x="30155283" y="7823200"/>
            <a:chExt cx="1816491" cy="2211133"/>
          </a:xfrm>
        </p:grpSpPr>
        <p:sp>
          <p:nvSpPr>
            <p:cNvPr id="4064" name="Google Shape;4064;p68"/>
            <p:cNvSpPr/>
            <p:nvPr/>
          </p:nvSpPr>
          <p:spPr>
            <a:xfrm>
              <a:off x="30155283" y="8643474"/>
              <a:ext cx="1663689" cy="1390859"/>
            </a:xfrm>
            <a:custGeom>
              <a:rect b="b" l="l" r="r" t="t"/>
              <a:pathLst>
                <a:path extrusionOk="0" h="1390859" w="1663689">
                  <a:moveTo>
                    <a:pt x="1559697" y="154599"/>
                  </a:moveTo>
                  <a:cubicBezTo>
                    <a:pt x="1781608" y="557201"/>
                    <a:pt x="1636884" y="1064479"/>
                    <a:pt x="1234872" y="1286715"/>
                  </a:cubicBezTo>
                  <a:cubicBezTo>
                    <a:pt x="832860" y="1508951"/>
                    <a:pt x="326325" y="1364014"/>
                    <a:pt x="104415" y="961413"/>
                  </a:cubicBezTo>
                  <a:cubicBezTo>
                    <a:pt x="-67646" y="650604"/>
                    <a:pt x="-24229" y="264107"/>
                    <a:pt x="213762" y="0"/>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65" name="Google Shape;4065;p68"/>
            <p:cNvSpPr/>
            <p:nvPr/>
          </p:nvSpPr>
          <p:spPr>
            <a:xfrm>
              <a:off x="30478392" y="8369564"/>
              <a:ext cx="1138497" cy="288403"/>
            </a:xfrm>
            <a:custGeom>
              <a:rect b="b" l="l" r="r" t="t"/>
              <a:pathLst>
                <a:path extrusionOk="0" h="288403" w="1138497">
                  <a:moveTo>
                    <a:pt x="0" y="174064"/>
                  </a:moveTo>
                  <a:cubicBezTo>
                    <a:pt x="348946" y="-96484"/>
                    <a:pt x="849049" y="-46561"/>
                    <a:pt x="1138497" y="288403"/>
                  </a:cubicBez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66" name="Google Shape;4066;p68"/>
            <p:cNvSpPr/>
            <p:nvPr/>
          </p:nvSpPr>
          <p:spPr>
            <a:xfrm>
              <a:off x="31237390" y="8461498"/>
              <a:ext cx="247639" cy="286652"/>
            </a:xfrm>
            <a:custGeom>
              <a:rect b="b" l="l" r="r" t="t"/>
              <a:pathLst>
                <a:path extrusionOk="0" h="286652" w="247639">
                  <a:moveTo>
                    <a:pt x="247639" y="268938"/>
                  </a:moveTo>
                  <a:lnTo>
                    <a:pt x="94875" y="286652"/>
                  </a:lnTo>
                  <a:lnTo>
                    <a:pt x="0" y="235119"/>
                  </a:lnTo>
                  <a:lnTo>
                    <a:pt x="80402"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67" name="Google Shape;4067;p68"/>
            <p:cNvSpPr/>
            <p:nvPr/>
          </p:nvSpPr>
          <p:spPr>
            <a:xfrm>
              <a:off x="31224649" y="8905970"/>
              <a:ext cx="583597" cy="665097"/>
            </a:xfrm>
            <a:custGeom>
              <a:rect b="b" l="l" r="r" t="t"/>
              <a:pathLst>
                <a:path extrusionOk="0" h="665097" w="583597">
                  <a:moveTo>
                    <a:pt x="583598" y="196470"/>
                  </a:moveTo>
                  <a:lnTo>
                    <a:pt x="273245" y="665098"/>
                  </a:lnTo>
                  <a:lnTo>
                    <a:pt x="179978" y="280211"/>
                  </a:lnTo>
                  <a:lnTo>
                    <a:pt x="112440" y="280211"/>
                  </a:lnTo>
                  <a:cubicBezTo>
                    <a:pt x="112440" y="280211"/>
                    <a:pt x="-117511" y="193249"/>
                    <a:pt x="80279" y="24156"/>
                  </a:cubicBezTo>
                  <a:lnTo>
                    <a:pt x="27967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68" name="Google Shape;4068;p68"/>
            <p:cNvSpPr/>
            <p:nvPr/>
          </p:nvSpPr>
          <p:spPr>
            <a:xfrm>
              <a:off x="30207284" y="8074043"/>
              <a:ext cx="238975" cy="239326"/>
            </a:xfrm>
            <a:custGeom>
              <a:rect b="b" l="l" r="r" t="t"/>
              <a:pathLst>
                <a:path extrusionOk="0" h="239326" w="238975">
                  <a:moveTo>
                    <a:pt x="229298" y="71815"/>
                  </a:moveTo>
                  <a:cubicBezTo>
                    <a:pt x="255027" y="133010"/>
                    <a:pt x="227690" y="202258"/>
                    <a:pt x="168192" y="229635"/>
                  </a:cubicBezTo>
                  <a:cubicBezTo>
                    <a:pt x="107087" y="255401"/>
                    <a:pt x="37941" y="228024"/>
                    <a:pt x="10604" y="168439"/>
                  </a:cubicBezTo>
                  <a:cubicBezTo>
                    <a:pt x="-16733" y="108854"/>
                    <a:pt x="10604" y="37996"/>
                    <a:pt x="71710" y="10619"/>
                  </a:cubicBezTo>
                  <a:lnTo>
                    <a:pt x="71710" y="10619"/>
                  </a:lnTo>
                  <a:cubicBezTo>
                    <a:pt x="132815" y="-16757"/>
                    <a:pt x="201961" y="10619"/>
                    <a:pt x="229298" y="71815"/>
                  </a:cubicBez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69" name="Google Shape;4069;p68"/>
            <p:cNvSpPr/>
            <p:nvPr/>
          </p:nvSpPr>
          <p:spPr>
            <a:xfrm>
              <a:off x="30373869" y="8303678"/>
              <a:ext cx="154372" cy="352678"/>
            </a:xfrm>
            <a:custGeom>
              <a:rect b="b" l="l" r="r" t="t"/>
              <a:pathLst>
                <a:path extrusionOk="0" h="352678" w="154372">
                  <a:moveTo>
                    <a:pt x="0" y="0"/>
                  </a:moveTo>
                  <a:lnTo>
                    <a:pt x="154373" y="352679"/>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0" name="Google Shape;4070;p68"/>
            <p:cNvSpPr/>
            <p:nvPr/>
          </p:nvSpPr>
          <p:spPr>
            <a:xfrm>
              <a:off x="31053497" y="7823200"/>
              <a:ext cx="239141" cy="239492"/>
            </a:xfrm>
            <a:custGeom>
              <a:rect b="b" l="l" r="r" t="t"/>
              <a:pathLst>
                <a:path extrusionOk="0" h="239492" w="239141">
                  <a:moveTo>
                    <a:pt x="238566" y="131019"/>
                  </a:moveTo>
                  <a:cubicBezTo>
                    <a:pt x="232134" y="197046"/>
                    <a:pt x="174244" y="245358"/>
                    <a:pt x="108314" y="238916"/>
                  </a:cubicBezTo>
                  <a:cubicBezTo>
                    <a:pt x="42385" y="232475"/>
                    <a:pt x="-5857" y="174500"/>
                    <a:pt x="575" y="108473"/>
                  </a:cubicBezTo>
                  <a:cubicBezTo>
                    <a:pt x="7007" y="42447"/>
                    <a:pt x="64897" y="-5865"/>
                    <a:pt x="130827" y="576"/>
                  </a:cubicBezTo>
                  <a:cubicBezTo>
                    <a:pt x="196757" y="7018"/>
                    <a:pt x="244998" y="64992"/>
                    <a:pt x="238566" y="131019"/>
                  </a:cubicBezTo>
                  <a:lnTo>
                    <a:pt x="238566" y="131019"/>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1" name="Google Shape;4071;p68"/>
            <p:cNvSpPr/>
            <p:nvPr/>
          </p:nvSpPr>
          <p:spPr>
            <a:xfrm>
              <a:off x="31131259" y="8062117"/>
              <a:ext cx="32160" cy="304366"/>
            </a:xfrm>
            <a:custGeom>
              <a:rect b="b" l="l" r="r" t="t"/>
              <a:pathLst>
                <a:path extrusionOk="0" h="304366" w="32160">
                  <a:moveTo>
                    <a:pt x="32161" y="0"/>
                  </a:moveTo>
                  <a:lnTo>
                    <a:pt x="0" y="304367"/>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2" name="Google Shape;4072;p68"/>
            <p:cNvSpPr/>
            <p:nvPr/>
          </p:nvSpPr>
          <p:spPr>
            <a:xfrm>
              <a:off x="30833414" y="8689818"/>
              <a:ext cx="239616" cy="240664"/>
            </a:xfrm>
            <a:custGeom>
              <a:rect b="b" l="l" r="r" t="t"/>
              <a:pathLst>
                <a:path extrusionOk="0" h="240664" w="239616">
                  <a:moveTo>
                    <a:pt x="228699" y="171060"/>
                  </a:moveTo>
                  <a:cubicBezTo>
                    <a:pt x="201362" y="230645"/>
                    <a:pt x="130608" y="258022"/>
                    <a:pt x="69502" y="229035"/>
                  </a:cubicBezTo>
                  <a:cubicBezTo>
                    <a:pt x="10005" y="201658"/>
                    <a:pt x="-17332" y="130800"/>
                    <a:pt x="11613" y="69604"/>
                  </a:cubicBezTo>
                  <a:cubicBezTo>
                    <a:pt x="38950" y="10019"/>
                    <a:pt x="109704" y="-17358"/>
                    <a:pt x="170809" y="11630"/>
                  </a:cubicBezTo>
                  <a:lnTo>
                    <a:pt x="170809" y="11630"/>
                  </a:lnTo>
                  <a:cubicBezTo>
                    <a:pt x="230307" y="40617"/>
                    <a:pt x="256036" y="111475"/>
                    <a:pt x="228699" y="171060"/>
                  </a:cubicBez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3" name="Google Shape;4073;p68"/>
            <p:cNvSpPr/>
            <p:nvPr/>
          </p:nvSpPr>
          <p:spPr>
            <a:xfrm>
              <a:off x="30750152" y="8918853"/>
              <a:ext cx="152764" cy="276989"/>
            </a:xfrm>
            <a:custGeom>
              <a:rect b="b" l="l" r="r" t="t"/>
              <a:pathLst>
                <a:path extrusionOk="0" h="276989" w="152764">
                  <a:moveTo>
                    <a:pt x="152764" y="0"/>
                  </a:moveTo>
                  <a:lnTo>
                    <a:pt x="0" y="27699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4" name="Google Shape;4074;p68"/>
            <p:cNvSpPr/>
            <p:nvPr/>
          </p:nvSpPr>
          <p:spPr>
            <a:xfrm>
              <a:off x="31608849" y="8599993"/>
              <a:ext cx="199397" cy="426757"/>
            </a:xfrm>
            <a:custGeom>
              <a:rect b="b" l="l" r="r" t="t"/>
              <a:pathLst>
                <a:path extrusionOk="0" h="426757" w="199397">
                  <a:moveTo>
                    <a:pt x="199398" y="0"/>
                  </a:moveTo>
                  <a:lnTo>
                    <a:pt x="0" y="42675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5" name="Google Shape;4075;p68"/>
            <p:cNvSpPr/>
            <p:nvPr/>
          </p:nvSpPr>
          <p:spPr>
            <a:xfrm>
              <a:off x="31732222" y="8369257"/>
              <a:ext cx="239552" cy="239233"/>
            </a:xfrm>
            <a:custGeom>
              <a:rect b="b" l="l" r="r" t="t"/>
              <a:pathLst>
                <a:path extrusionOk="0" h="239233" w="239552">
                  <a:moveTo>
                    <a:pt x="230397" y="164708"/>
                  </a:moveTo>
                  <a:cubicBezTo>
                    <a:pt x="206276" y="225904"/>
                    <a:pt x="135522" y="254891"/>
                    <a:pt x="74416" y="230735"/>
                  </a:cubicBezTo>
                  <a:cubicBezTo>
                    <a:pt x="13311" y="206579"/>
                    <a:pt x="-15634" y="135721"/>
                    <a:pt x="8486" y="74526"/>
                  </a:cubicBezTo>
                  <a:cubicBezTo>
                    <a:pt x="32607" y="13330"/>
                    <a:pt x="103361" y="-15657"/>
                    <a:pt x="164467" y="8499"/>
                  </a:cubicBezTo>
                  <a:cubicBezTo>
                    <a:pt x="225573" y="34265"/>
                    <a:pt x="256126" y="103513"/>
                    <a:pt x="230397" y="164708"/>
                  </a:cubicBezTo>
                  <a:lnTo>
                    <a:pt x="230397" y="164708"/>
                  </a:lnTo>
                  <a:close/>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6" name="Google Shape;4076;p68"/>
            <p:cNvSpPr/>
            <p:nvPr/>
          </p:nvSpPr>
          <p:spPr>
            <a:xfrm>
              <a:off x="30452663" y="8451835"/>
              <a:ext cx="233166" cy="610344"/>
            </a:xfrm>
            <a:custGeom>
              <a:rect b="b" l="l" r="r" t="t"/>
              <a:pathLst>
                <a:path extrusionOk="0" h="610344" w="233166">
                  <a:moveTo>
                    <a:pt x="215478" y="600682"/>
                  </a:moveTo>
                  <a:lnTo>
                    <a:pt x="19297" y="610344"/>
                  </a:lnTo>
                  <a:lnTo>
                    <a:pt x="0" y="462187"/>
                  </a:lnTo>
                  <a:lnTo>
                    <a:pt x="233167" y="302756"/>
                  </a:lnTo>
                  <a:lnTo>
                    <a:pt x="225127" y="0"/>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sp>
          <p:nvSpPr>
            <p:cNvPr id="4077" name="Google Shape;4077;p68"/>
            <p:cNvSpPr/>
            <p:nvPr/>
          </p:nvSpPr>
          <p:spPr>
            <a:xfrm>
              <a:off x="30242009" y="8849605"/>
              <a:ext cx="691460" cy="835800"/>
            </a:xfrm>
            <a:custGeom>
              <a:rect b="b" l="l" r="r" t="t"/>
              <a:pathLst>
                <a:path extrusionOk="0" h="835800" w="691460">
                  <a:moveTo>
                    <a:pt x="0" y="0"/>
                  </a:moveTo>
                  <a:lnTo>
                    <a:pt x="229951" y="227067"/>
                  </a:lnTo>
                  <a:lnTo>
                    <a:pt x="192966" y="423537"/>
                  </a:lnTo>
                  <a:lnTo>
                    <a:pt x="328042" y="502447"/>
                  </a:lnTo>
                  <a:lnTo>
                    <a:pt x="422916" y="835801"/>
                  </a:lnTo>
                  <a:lnTo>
                    <a:pt x="691460" y="344627"/>
                  </a:lnTo>
                  <a:lnTo>
                    <a:pt x="549952" y="270548"/>
                  </a:lnTo>
                </a:path>
              </a:pathLst>
            </a:custGeom>
            <a:noFill/>
            <a:ln cap="rnd"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548">
                <a:solidFill>
                  <a:srgbClr val="000000"/>
                </a:solidFill>
                <a:latin typeface="Calibri"/>
                <a:ea typeface="Calibri"/>
                <a:cs typeface="Calibri"/>
                <a:sym typeface="Calibri"/>
              </a:endParaRPr>
            </a:p>
          </p:txBody>
        </p:sp>
      </p:grpSp>
      <p:sp>
        <p:nvSpPr>
          <p:cNvPr id="4078" name="Google Shape;4078;p68"/>
          <p:cNvSpPr txBox="1"/>
          <p:nvPr/>
        </p:nvSpPr>
        <p:spPr>
          <a:xfrm>
            <a:off x="650070" y="2614502"/>
            <a:ext cx="1505311" cy="1202877"/>
          </a:xfrm>
          <a:prstGeom prst="rect">
            <a:avLst/>
          </a:prstGeom>
          <a:noFill/>
          <a:ln>
            <a:noFill/>
          </a:ln>
        </p:spPr>
        <p:txBody>
          <a:bodyPr anchorCtr="0" anchor="t" bIns="0" lIns="0" spcFirstLastPara="1" rIns="0" wrap="square" tIns="12675">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a:t>
            </a:r>
            <a:endParaRPr/>
          </a:p>
          <a:p>
            <a:pPr indent="0" lvl="0" marL="0" marR="0" rtl="0" algn="ctr">
              <a:spcBef>
                <a:spcPts val="362"/>
              </a:spcBef>
              <a:spcAft>
                <a:spcPts val="0"/>
              </a:spcAft>
              <a:buNone/>
            </a:pPr>
            <a:r>
              <a:rPr lang="en-US" sz="1000">
                <a:solidFill>
                  <a:schemeClr val="dk1"/>
                </a:solidFill>
                <a:latin typeface="Calibri"/>
                <a:ea typeface="Calibri"/>
                <a:cs typeface="Calibri"/>
                <a:sym typeface="Calibri"/>
              </a:rPr>
              <a:t>Lorem ipsum dolor sit amet consectetur adipiscing elit. Dolor sit amet consectetur adipiscing elit quisque faucibus.</a:t>
            </a:r>
            <a:endParaRPr sz="1000">
              <a:solidFill>
                <a:schemeClr val="dk1"/>
              </a:solidFill>
              <a:latin typeface="Calibri"/>
              <a:ea typeface="Calibri"/>
              <a:cs typeface="Calibri"/>
              <a:sym typeface="Calibri"/>
            </a:endParaRPr>
          </a:p>
        </p:txBody>
      </p:sp>
      <p:sp>
        <p:nvSpPr>
          <p:cNvPr id="4079" name="Google Shape;4079;p68"/>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080" name="Google Shape;4080;p68"/>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5" name="Shape 4085"/>
        <p:cNvGrpSpPr/>
        <p:nvPr/>
      </p:nvGrpSpPr>
      <p:grpSpPr>
        <a:xfrm>
          <a:off x="0" y="0"/>
          <a:ext cx="0" cy="0"/>
          <a:chOff x="0" y="0"/>
          <a:chExt cx="0" cy="0"/>
        </a:xfrm>
      </p:grpSpPr>
      <p:sp>
        <p:nvSpPr>
          <p:cNvPr id="4086" name="Google Shape;4086;p69"/>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087" name="Google Shape;4087;p69"/>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088" name="Google Shape;4088;p69"/>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4089" name="Google Shape;4089;p69"/>
          <p:cNvGrpSpPr/>
          <p:nvPr/>
        </p:nvGrpSpPr>
        <p:grpSpPr>
          <a:xfrm>
            <a:off x="594569" y="1192530"/>
            <a:ext cx="2357972" cy="1447799"/>
            <a:chOff x="665328" y="1123950"/>
            <a:chExt cx="2108579" cy="1294671"/>
          </a:xfrm>
        </p:grpSpPr>
        <p:grpSp>
          <p:nvGrpSpPr>
            <p:cNvPr id="4090" name="Google Shape;4090;p69"/>
            <p:cNvGrpSpPr/>
            <p:nvPr/>
          </p:nvGrpSpPr>
          <p:grpSpPr>
            <a:xfrm>
              <a:off x="665328" y="1123950"/>
              <a:ext cx="2108579" cy="1294671"/>
              <a:chOff x="665328" y="1123950"/>
              <a:chExt cx="2108579" cy="1294671"/>
            </a:xfrm>
          </p:grpSpPr>
          <p:sp>
            <p:nvSpPr>
              <p:cNvPr id="4091" name="Google Shape;4091;p69"/>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2" name="Google Shape;4092;p69"/>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3" name="Google Shape;4093;p69"/>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94" name="Google Shape;4094;p69"/>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95" name="Google Shape;4095;p69"/>
          <p:cNvGrpSpPr/>
          <p:nvPr/>
        </p:nvGrpSpPr>
        <p:grpSpPr>
          <a:xfrm>
            <a:off x="3393013" y="1192530"/>
            <a:ext cx="2357972" cy="1447799"/>
            <a:chOff x="665328" y="1123950"/>
            <a:chExt cx="2108579" cy="1294671"/>
          </a:xfrm>
        </p:grpSpPr>
        <p:grpSp>
          <p:nvGrpSpPr>
            <p:cNvPr id="4096" name="Google Shape;4096;p69"/>
            <p:cNvGrpSpPr/>
            <p:nvPr/>
          </p:nvGrpSpPr>
          <p:grpSpPr>
            <a:xfrm>
              <a:off x="665328" y="1123950"/>
              <a:ext cx="2108579" cy="1294671"/>
              <a:chOff x="665328" y="1123950"/>
              <a:chExt cx="2108579" cy="1294671"/>
            </a:xfrm>
          </p:grpSpPr>
          <p:sp>
            <p:nvSpPr>
              <p:cNvPr id="4097" name="Google Shape;4097;p69"/>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8" name="Google Shape;4098;p69"/>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9" name="Google Shape;4099;p69"/>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0" name="Google Shape;4100;p69"/>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01" name="Google Shape;4101;p69"/>
          <p:cNvGrpSpPr/>
          <p:nvPr/>
        </p:nvGrpSpPr>
        <p:grpSpPr>
          <a:xfrm>
            <a:off x="6191459" y="1192530"/>
            <a:ext cx="2357972" cy="1447799"/>
            <a:chOff x="665328" y="1123950"/>
            <a:chExt cx="2108579" cy="1294671"/>
          </a:xfrm>
        </p:grpSpPr>
        <p:grpSp>
          <p:nvGrpSpPr>
            <p:cNvPr id="4102" name="Google Shape;4102;p69"/>
            <p:cNvGrpSpPr/>
            <p:nvPr/>
          </p:nvGrpSpPr>
          <p:grpSpPr>
            <a:xfrm>
              <a:off x="665328" y="1123950"/>
              <a:ext cx="2108579" cy="1294671"/>
              <a:chOff x="665328" y="1123950"/>
              <a:chExt cx="2108579" cy="1294671"/>
            </a:xfrm>
          </p:grpSpPr>
          <p:sp>
            <p:nvSpPr>
              <p:cNvPr id="4103" name="Google Shape;4103;p69"/>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4" name="Google Shape;4104;p69"/>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5" name="Google Shape;4105;p69"/>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6" name="Google Shape;4106;p69"/>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07" name="Google Shape;4107;p69"/>
          <p:cNvGrpSpPr/>
          <p:nvPr/>
        </p:nvGrpSpPr>
        <p:grpSpPr>
          <a:xfrm>
            <a:off x="1993791" y="2918578"/>
            <a:ext cx="2357972" cy="1447799"/>
            <a:chOff x="665328" y="1123950"/>
            <a:chExt cx="2108579" cy="1294671"/>
          </a:xfrm>
        </p:grpSpPr>
        <p:grpSp>
          <p:nvGrpSpPr>
            <p:cNvPr id="4108" name="Google Shape;4108;p69"/>
            <p:cNvGrpSpPr/>
            <p:nvPr/>
          </p:nvGrpSpPr>
          <p:grpSpPr>
            <a:xfrm>
              <a:off x="665328" y="1123950"/>
              <a:ext cx="2108579" cy="1294671"/>
              <a:chOff x="665328" y="1123950"/>
              <a:chExt cx="2108579" cy="1294671"/>
            </a:xfrm>
          </p:grpSpPr>
          <p:sp>
            <p:nvSpPr>
              <p:cNvPr id="4109" name="Google Shape;4109;p69"/>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0" name="Google Shape;4110;p69"/>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1" name="Google Shape;4111;p69"/>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2" name="Google Shape;4112;p69"/>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13" name="Google Shape;4113;p69"/>
          <p:cNvGrpSpPr/>
          <p:nvPr/>
        </p:nvGrpSpPr>
        <p:grpSpPr>
          <a:xfrm>
            <a:off x="4792239" y="2918577"/>
            <a:ext cx="2357972" cy="1447799"/>
            <a:chOff x="665328" y="1123950"/>
            <a:chExt cx="2108579" cy="1294671"/>
          </a:xfrm>
        </p:grpSpPr>
        <p:grpSp>
          <p:nvGrpSpPr>
            <p:cNvPr id="4114" name="Google Shape;4114;p69"/>
            <p:cNvGrpSpPr/>
            <p:nvPr/>
          </p:nvGrpSpPr>
          <p:grpSpPr>
            <a:xfrm>
              <a:off x="665328" y="1123950"/>
              <a:ext cx="2108579" cy="1294671"/>
              <a:chOff x="665328" y="1123950"/>
              <a:chExt cx="2108579" cy="1294671"/>
            </a:xfrm>
          </p:grpSpPr>
          <p:sp>
            <p:nvSpPr>
              <p:cNvPr id="4115" name="Google Shape;4115;p69"/>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6" name="Google Shape;4116;p69"/>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7" name="Google Shape;4117;p69"/>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8" name="Google Shape;4118;p69"/>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19" name="Google Shape;4119;p69"/>
          <p:cNvSpPr txBox="1"/>
          <p:nvPr/>
        </p:nvSpPr>
        <p:spPr>
          <a:xfrm>
            <a:off x="801324" y="174357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Dapibus</a:t>
            </a:r>
            <a:endParaRPr b="1" sz="2000">
              <a:solidFill>
                <a:schemeClr val="lt1"/>
              </a:solidFill>
              <a:latin typeface="Calibri"/>
              <a:ea typeface="Calibri"/>
              <a:cs typeface="Calibri"/>
              <a:sym typeface="Calibri"/>
            </a:endParaRPr>
          </a:p>
          <a:p>
            <a:pPr indent="0" lvl="0" marL="0" marR="0" rtl="0" algn="l">
              <a:spcBef>
                <a:spcPts val="500"/>
              </a:spcBef>
              <a:spcAft>
                <a:spcPts val="0"/>
              </a:spcAft>
              <a:buNone/>
            </a:pPr>
            <a:r>
              <a:rPr lang="en-US" sz="1000">
                <a:solidFill>
                  <a:srgbClr val="A5A5A5"/>
                </a:solidFill>
                <a:latin typeface="Calibri"/>
                <a:ea typeface="Calibri"/>
                <a:cs typeface="Calibri"/>
                <a:sym typeface="Calibri"/>
              </a:rPr>
              <a:t>Lorem ipsum dolor sit amet consectetur adipiscing elit. </a:t>
            </a:r>
            <a:endParaRPr/>
          </a:p>
        </p:txBody>
      </p:sp>
      <p:sp>
        <p:nvSpPr>
          <p:cNvPr id="4120" name="Google Shape;4120;p69"/>
          <p:cNvSpPr txBox="1"/>
          <p:nvPr/>
        </p:nvSpPr>
        <p:spPr>
          <a:xfrm>
            <a:off x="3577381" y="174357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Justo</a:t>
            </a:r>
            <a:endParaRPr/>
          </a:p>
          <a:p>
            <a:pPr indent="0" lvl="0" marL="0" marR="0" rtl="0" algn="l">
              <a:spcBef>
                <a:spcPts val="500"/>
              </a:spcBef>
              <a:spcAft>
                <a:spcPts val="0"/>
              </a:spcAft>
              <a:buNone/>
            </a:pPr>
            <a:r>
              <a:rPr lang="en-US" sz="1000">
                <a:solidFill>
                  <a:srgbClr val="A5A5A5"/>
                </a:solidFill>
                <a:latin typeface="Calibri"/>
                <a:ea typeface="Calibri"/>
                <a:cs typeface="Calibri"/>
                <a:sym typeface="Calibri"/>
              </a:rPr>
              <a:t>Lorem ipsum dolor sit amet consectetur adipiscing elit. </a:t>
            </a:r>
            <a:endParaRPr/>
          </a:p>
        </p:txBody>
      </p:sp>
      <p:sp>
        <p:nvSpPr>
          <p:cNvPr id="4121" name="Google Shape;4121;p69"/>
          <p:cNvSpPr txBox="1"/>
          <p:nvPr/>
        </p:nvSpPr>
        <p:spPr>
          <a:xfrm>
            <a:off x="6337868" y="1743577"/>
            <a:ext cx="1774209" cy="7720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Loboritis</a:t>
            </a:r>
            <a:endParaRPr b="1" sz="2000" cap="none">
              <a:solidFill>
                <a:schemeClr val="lt1"/>
              </a:solidFill>
              <a:latin typeface="Calibri"/>
              <a:ea typeface="Calibri"/>
              <a:cs typeface="Calibri"/>
              <a:sym typeface="Calibri"/>
            </a:endParaRPr>
          </a:p>
          <a:p>
            <a:pPr indent="0" lvl="0" marL="0" marR="0" rtl="0" algn="l">
              <a:spcBef>
                <a:spcPts val="500"/>
              </a:spcBef>
              <a:spcAft>
                <a:spcPts val="0"/>
              </a:spcAft>
              <a:buNone/>
            </a:pPr>
            <a:r>
              <a:rPr lang="en-US" sz="1000">
                <a:solidFill>
                  <a:srgbClr val="A5A5A5"/>
                </a:solidFill>
                <a:latin typeface="Calibri"/>
                <a:ea typeface="Calibri"/>
                <a:cs typeface="Calibri"/>
                <a:sym typeface="Calibri"/>
              </a:rPr>
              <a:t>Lorem ipsum dolor sit amet consectetur adipiscing elit. </a:t>
            </a:r>
            <a:endParaRPr/>
          </a:p>
        </p:txBody>
      </p:sp>
      <p:sp>
        <p:nvSpPr>
          <p:cNvPr id="4122" name="Google Shape;4122;p69"/>
          <p:cNvSpPr txBox="1"/>
          <p:nvPr/>
        </p:nvSpPr>
        <p:spPr>
          <a:xfrm>
            <a:off x="2197927" y="343902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Blandit</a:t>
            </a:r>
            <a:endParaRPr b="1" sz="2000">
              <a:solidFill>
                <a:schemeClr val="lt1"/>
              </a:solidFill>
              <a:latin typeface="Calibri"/>
              <a:ea typeface="Calibri"/>
              <a:cs typeface="Calibri"/>
              <a:sym typeface="Calibri"/>
            </a:endParaRPr>
          </a:p>
          <a:p>
            <a:pPr indent="0" lvl="0" marL="0" marR="0" rtl="0" algn="l">
              <a:spcBef>
                <a:spcPts val="500"/>
              </a:spcBef>
              <a:spcAft>
                <a:spcPts val="0"/>
              </a:spcAft>
              <a:buNone/>
            </a:pPr>
            <a:r>
              <a:rPr lang="en-US" sz="1000">
                <a:solidFill>
                  <a:srgbClr val="A5A5A5"/>
                </a:solidFill>
                <a:latin typeface="Calibri"/>
                <a:ea typeface="Calibri"/>
                <a:cs typeface="Calibri"/>
                <a:sym typeface="Calibri"/>
              </a:rPr>
              <a:t>Lorem ipsum dolor sit amet consectetur adipiscing elit. </a:t>
            </a:r>
            <a:endParaRPr/>
          </a:p>
        </p:txBody>
      </p:sp>
      <p:sp>
        <p:nvSpPr>
          <p:cNvPr id="4123" name="Google Shape;4123;p69"/>
          <p:cNvSpPr txBox="1"/>
          <p:nvPr/>
        </p:nvSpPr>
        <p:spPr>
          <a:xfrm>
            <a:off x="4998990" y="343902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Donec</a:t>
            </a:r>
            <a:endParaRPr/>
          </a:p>
          <a:p>
            <a:pPr indent="0" lvl="0" marL="0" marR="0" rtl="0" algn="l">
              <a:spcBef>
                <a:spcPts val="500"/>
              </a:spcBef>
              <a:spcAft>
                <a:spcPts val="0"/>
              </a:spcAft>
              <a:buNone/>
            </a:pPr>
            <a:r>
              <a:rPr lang="en-US" sz="1000">
                <a:solidFill>
                  <a:srgbClr val="A5A5A5"/>
                </a:solidFill>
                <a:latin typeface="Calibri"/>
                <a:ea typeface="Calibri"/>
                <a:cs typeface="Calibri"/>
                <a:sym typeface="Calibri"/>
              </a:rPr>
              <a:t>Lorem ipsum dolor sit amet consectetur adipiscing elit. </a:t>
            </a:r>
            <a:endParaRPr/>
          </a:p>
        </p:txBody>
      </p:sp>
      <p:grpSp>
        <p:nvGrpSpPr>
          <p:cNvPr id="4124" name="Google Shape;4124;p69"/>
          <p:cNvGrpSpPr/>
          <p:nvPr/>
        </p:nvGrpSpPr>
        <p:grpSpPr>
          <a:xfrm>
            <a:off x="2379345" y="1670209"/>
            <a:ext cx="366014" cy="159856"/>
            <a:chOff x="7116357" y="2722506"/>
            <a:chExt cx="379439" cy="165720"/>
          </a:xfrm>
        </p:grpSpPr>
        <p:sp>
          <p:nvSpPr>
            <p:cNvPr id="4125" name="Google Shape;4125;p69"/>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6" name="Google Shape;4126;p69"/>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27" name="Google Shape;4127;p69"/>
          <p:cNvGrpSpPr/>
          <p:nvPr/>
        </p:nvGrpSpPr>
        <p:grpSpPr>
          <a:xfrm>
            <a:off x="3888720" y="3076253"/>
            <a:ext cx="283413" cy="281796"/>
            <a:chOff x="5523003" y="2417045"/>
            <a:chExt cx="435620" cy="433135"/>
          </a:xfrm>
        </p:grpSpPr>
        <p:sp>
          <p:nvSpPr>
            <p:cNvPr id="4128" name="Google Shape;4128;p69"/>
            <p:cNvSpPr/>
            <p:nvPr/>
          </p:nvSpPr>
          <p:spPr>
            <a:xfrm>
              <a:off x="5616770" y="2458167"/>
              <a:ext cx="208245" cy="7531"/>
            </a:xfrm>
            <a:custGeom>
              <a:rect b="b" l="l" r="r" t="t"/>
              <a:pathLst>
                <a:path extrusionOk="0" h="7531" w="208245">
                  <a:moveTo>
                    <a:pt x="208246"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9" name="Google Shape;4129;p69"/>
            <p:cNvSpPr/>
            <p:nvPr/>
          </p:nvSpPr>
          <p:spPr>
            <a:xfrm>
              <a:off x="5523003" y="2458242"/>
              <a:ext cx="201317" cy="356691"/>
            </a:xfrm>
            <a:custGeom>
              <a:rect b="b" l="l" r="r" t="t"/>
              <a:pathLst>
                <a:path extrusionOk="0" h="356691" w="201317">
                  <a:moveTo>
                    <a:pt x="57164" y="0"/>
                  </a:moveTo>
                  <a:lnTo>
                    <a:pt x="28620" y="0"/>
                  </a:lnTo>
                  <a:cubicBezTo>
                    <a:pt x="12804" y="0"/>
                    <a:pt x="0" y="12728"/>
                    <a:pt x="0" y="28544"/>
                  </a:cubicBezTo>
                  <a:lnTo>
                    <a:pt x="0" y="328072"/>
                  </a:lnTo>
                  <a:cubicBezTo>
                    <a:pt x="0" y="343888"/>
                    <a:pt x="12804" y="356691"/>
                    <a:pt x="28620" y="356691"/>
                  </a:cubicBezTo>
                  <a:lnTo>
                    <a:pt x="201317" y="35669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0" name="Google Shape;4130;p69"/>
            <p:cNvSpPr/>
            <p:nvPr/>
          </p:nvSpPr>
          <p:spPr>
            <a:xfrm>
              <a:off x="5861619" y="2458242"/>
              <a:ext cx="57164" cy="159592"/>
            </a:xfrm>
            <a:custGeom>
              <a:rect b="b" l="l" r="r" t="t"/>
              <a:pathLst>
                <a:path extrusionOk="0" h="159592" w="57164">
                  <a:moveTo>
                    <a:pt x="0" y="0"/>
                  </a:moveTo>
                  <a:lnTo>
                    <a:pt x="28544" y="0"/>
                  </a:lnTo>
                  <a:cubicBezTo>
                    <a:pt x="44361" y="0"/>
                    <a:pt x="57164" y="12728"/>
                    <a:pt x="57164" y="28544"/>
                  </a:cubicBezTo>
                  <a:lnTo>
                    <a:pt x="57164" y="15959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1" name="Google Shape;4131;p69"/>
            <p:cNvSpPr/>
            <p:nvPr/>
          </p:nvSpPr>
          <p:spPr>
            <a:xfrm>
              <a:off x="5735993" y="2627550"/>
              <a:ext cx="222630" cy="222630"/>
            </a:xfrm>
            <a:custGeom>
              <a:rect b="b" l="l" r="r" t="t"/>
              <a:pathLst>
                <a:path extrusionOk="0" h="222630" w="222630">
                  <a:moveTo>
                    <a:pt x="222631" y="111315"/>
                  </a:moveTo>
                  <a:cubicBezTo>
                    <a:pt x="222631" y="172793"/>
                    <a:pt x="172793" y="222631"/>
                    <a:pt x="111315" y="222631"/>
                  </a:cubicBezTo>
                  <a:cubicBezTo>
                    <a:pt x="49837" y="222631"/>
                    <a:pt x="0" y="172793"/>
                    <a:pt x="0" y="111316"/>
                  </a:cubicBezTo>
                  <a:cubicBezTo>
                    <a:pt x="0" y="49838"/>
                    <a:pt x="49837" y="0"/>
                    <a:pt x="111315" y="0"/>
                  </a:cubicBezTo>
                  <a:cubicBezTo>
                    <a:pt x="172793" y="0"/>
                    <a:pt x="222631" y="49838"/>
                    <a:pt x="222631" y="111315"/>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2" name="Google Shape;4132;p69"/>
            <p:cNvSpPr/>
            <p:nvPr/>
          </p:nvSpPr>
          <p:spPr>
            <a:xfrm>
              <a:off x="5580167" y="2417045"/>
              <a:ext cx="36603" cy="82168"/>
            </a:xfrm>
            <a:custGeom>
              <a:rect b="b" l="l" r="r" t="t"/>
              <a:pathLst>
                <a:path extrusionOk="0" h="82168" w="36603">
                  <a:moveTo>
                    <a:pt x="26963" y="0"/>
                  </a:moveTo>
                  <a:cubicBezTo>
                    <a:pt x="32287" y="0"/>
                    <a:pt x="36603" y="4316"/>
                    <a:pt x="36603" y="9640"/>
                  </a:cubicBezTo>
                  <a:lnTo>
                    <a:pt x="36603" y="72528"/>
                  </a:lnTo>
                  <a:cubicBezTo>
                    <a:pt x="36603" y="77853"/>
                    <a:pt x="32287" y="82169"/>
                    <a:pt x="26963" y="82169"/>
                  </a:cubicBezTo>
                  <a:lnTo>
                    <a:pt x="9641" y="82169"/>
                  </a:lnTo>
                  <a:cubicBezTo>
                    <a:pt x="4316" y="82169"/>
                    <a:pt x="0" y="77853"/>
                    <a:pt x="0" y="72528"/>
                  </a:cubicBezTo>
                  <a:lnTo>
                    <a:pt x="0" y="9640"/>
                  </a:lnTo>
                  <a:cubicBezTo>
                    <a:pt x="0" y="4316"/>
                    <a:pt x="4316" y="0"/>
                    <a:pt x="9641"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3" name="Google Shape;4133;p69"/>
            <p:cNvSpPr/>
            <p:nvPr/>
          </p:nvSpPr>
          <p:spPr>
            <a:xfrm>
              <a:off x="5825016" y="2417045"/>
              <a:ext cx="36603" cy="82168"/>
            </a:xfrm>
            <a:custGeom>
              <a:rect b="b" l="l" r="r" t="t"/>
              <a:pathLst>
                <a:path extrusionOk="0" h="82168" w="36603">
                  <a:moveTo>
                    <a:pt x="26963" y="0"/>
                  </a:moveTo>
                  <a:cubicBezTo>
                    <a:pt x="32287" y="0"/>
                    <a:pt x="36603" y="4316"/>
                    <a:pt x="36603" y="9640"/>
                  </a:cubicBezTo>
                  <a:lnTo>
                    <a:pt x="36603" y="72528"/>
                  </a:lnTo>
                  <a:cubicBezTo>
                    <a:pt x="36603" y="77853"/>
                    <a:pt x="32287" y="82169"/>
                    <a:pt x="26963" y="82169"/>
                  </a:cubicBezTo>
                  <a:lnTo>
                    <a:pt x="9641" y="82169"/>
                  </a:lnTo>
                  <a:cubicBezTo>
                    <a:pt x="4317" y="82169"/>
                    <a:pt x="0" y="77853"/>
                    <a:pt x="0" y="72528"/>
                  </a:cubicBezTo>
                  <a:lnTo>
                    <a:pt x="0" y="9640"/>
                  </a:lnTo>
                  <a:cubicBezTo>
                    <a:pt x="0" y="4316"/>
                    <a:pt x="4316" y="0"/>
                    <a:pt x="9641"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4" name="Google Shape;4134;p69"/>
            <p:cNvSpPr/>
            <p:nvPr/>
          </p:nvSpPr>
          <p:spPr>
            <a:xfrm>
              <a:off x="5523003" y="2540109"/>
              <a:ext cx="395779" cy="7531"/>
            </a:xfrm>
            <a:custGeom>
              <a:rect b="b" l="l" r="r" t="t"/>
              <a:pathLst>
                <a:path extrusionOk="0" h="7531" w="395779">
                  <a:moveTo>
                    <a:pt x="395780"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5" name="Google Shape;4135;p69"/>
            <p:cNvSpPr/>
            <p:nvPr/>
          </p:nvSpPr>
          <p:spPr>
            <a:xfrm>
              <a:off x="5589205"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6" name="Google Shape;4136;p69"/>
            <p:cNvSpPr/>
            <p:nvPr/>
          </p:nvSpPr>
          <p:spPr>
            <a:xfrm>
              <a:off x="5666252" y="2595165"/>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7" name="Google Shape;4137;p69"/>
            <p:cNvSpPr/>
            <p:nvPr/>
          </p:nvSpPr>
          <p:spPr>
            <a:xfrm>
              <a:off x="5743374"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8" name="Google Shape;4138;p69"/>
            <p:cNvSpPr/>
            <p:nvPr/>
          </p:nvSpPr>
          <p:spPr>
            <a:xfrm>
              <a:off x="5589205" y="2647659"/>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9" name="Google Shape;4139;p69"/>
            <p:cNvSpPr/>
            <p:nvPr/>
          </p:nvSpPr>
          <p:spPr>
            <a:xfrm>
              <a:off x="5666252" y="2647659"/>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0" name="Google Shape;4140;p69"/>
            <p:cNvSpPr/>
            <p:nvPr/>
          </p:nvSpPr>
          <p:spPr>
            <a:xfrm>
              <a:off x="5743374" y="2647659"/>
              <a:ext cx="7682" cy="7531"/>
            </a:xfrm>
            <a:custGeom>
              <a:rect b="b" l="l" r="r" t="t"/>
              <a:pathLst>
                <a:path extrusionOk="0" h="7531" w="7682">
                  <a:moveTo>
                    <a:pt x="0" y="0"/>
                  </a:moveTo>
                  <a:lnTo>
                    <a:pt x="768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1" name="Google Shape;4141;p69"/>
            <p:cNvSpPr/>
            <p:nvPr/>
          </p:nvSpPr>
          <p:spPr>
            <a:xfrm>
              <a:off x="5820421"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2" name="Google Shape;4142;p69"/>
            <p:cNvSpPr/>
            <p:nvPr/>
          </p:nvSpPr>
          <p:spPr>
            <a:xfrm>
              <a:off x="5589205" y="2700154"/>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3" name="Google Shape;4143;p69"/>
            <p:cNvSpPr/>
            <p:nvPr/>
          </p:nvSpPr>
          <p:spPr>
            <a:xfrm>
              <a:off x="5666252" y="2700154"/>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4" name="Google Shape;4144;p69"/>
            <p:cNvSpPr/>
            <p:nvPr/>
          </p:nvSpPr>
          <p:spPr>
            <a:xfrm>
              <a:off x="5589205" y="2752573"/>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5" name="Google Shape;4145;p69"/>
            <p:cNvSpPr/>
            <p:nvPr/>
          </p:nvSpPr>
          <p:spPr>
            <a:xfrm>
              <a:off x="5666252" y="2752573"/>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6" name="Google Shape;4146;p69"/>
            <p:cNvSpPr/>
            <p:nvPr/>
          </p:nvSpPr>
          <p:spPr>
            <a:xfrm>
              <a:off x="5795643" y="2705802"/>
              <a:ext cx="103332" cy="60026"/>
            </a:xfrm>
            <a:custGeom>
              <a:rect b="b" l="l" r="r" t="t"/>
              <a:pathLst>
                <a:path extrusionOk="0" h="60026" w="103332">
                  <a:moveTo>
                    <a:pt x="0" y="16795"/>
                  </a:moveTo>
                  <a:lnTo>
                    <a:pt x="43306" y="60026"/>
                  </a:lnTo>
                  <a:lnTo>
                    <a:pt x="10333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47" name="Google Shape;4147;p69"/>
          <p:cNvGrpSpPr/>
          <p:nvPr/>
        </p:nvGrpSpPr>
        <p:grpSpPr>
          <a:xfrm>
            <a:off x="5179780" y="1670209"/>
            <a:ext cx="366014" cy="159856"/>
            <a:chOff x="7116357" y="2722506"/>
            <a:chExt cx="379439" cy="165720"/>
          </a:xfrm>
        </p:grpSpPr>
        <p:sp>
          <p:nvSpPr>
            <p:cNvPr id="4148" name="Google Shape;4148;p69"/>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9" name="Google Shape;4149;p69"/>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50" name="Google Shape;4150;p69"/>
          <p:cNvGrpSpPr/>
          <p:nvPr/>
        </p:nvGrpSpPr>
        <p:grpSpPr>
          <a:xfrm>
            <a:off x="7976320" y="1670209"/>
            <a:ext cx="366014" cy="159856"/>
            <a:chOff x="7116357" y="2722506"/>
            <a:chExt cx="379439" cy="165720"/>
          </a:xfrm>
        </p:grpSpPr>
        <p:sp>
          <p:nvSpPr>
            <p:cNvPr id="4151" name="Google Shape;4151;p69"/>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2" name="Google Shape;4152;p69"/>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53" name="Google Shape;4153;p69"/>
          <p:cNvGrpSpPr/>
          <p:nvPr/>
        </p:nvGrpSpPr>
        <p:grpSpPr>
          <a:xfrm>
            <a:off x="3756745" y="3368992"/>
            <a:ext cx="366014" cy="159856"/>
            <a:chOff x="7116357" y="2722506"/>
            <a:chExt cx="379439" cy="165720"/>
          </a:xfrm>
        </p:grpSpPr>
        <p:sp>
          <p:nvSpPr>
            <p:cNvPr id="4154" name="Google Shape;4154;p69"/>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5" name="Google Shape;4155;p69"/>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56" name="Google Shape;4156;p69"/>
          <p:cNvGrpSpPr/>
          <p:nvPr/>
        </p:nvGrpSpPr>
        <p:grpSpPr>
          <a:xfrm>
            <a:off x="6578570" y="3401039"/>
            <a:ext cx="366014" cy="159856"/>
            <a:chOff x="7116357" y="2722506"/>
            <a:chExt cx="379439" cy="165720"/>
          </a:xfrm>
        </p:grpSpPr>
        <p:sp>
          <p:nvSpPr>
            <p:cNvPr id="4157" name="Google Shape;4157;p69"/>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8" name="Google Shape;4158;p69"/>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59" name="Google Shape;4159;p69"/>
          <p:cNvGrpSpPr/>
          <p:nvPr/>
        </p:nvGrpSpPr>
        <p:grpSpPr>
          <a:xfrm>
            <a:off x="6679686" y="3109801"/>
            <a:ext cx="273456" cy="273456"/>
            <a:chOff x="1676405" y="1000783"/>
            <a:chExt cx="492544" cy="492544"/>
          </a:xfrm>
        </p:grpSpPr>
        <p:sp>
          <p:nvSpPr>
            <p:cNvPr id="4160" name="Google Shape;4160;p69"/>
            <p:cNvSpPr/>
            <p:nvPr/>
          </p:nvSpPr>
          <p:spPr>
            <a:xfrm>
              <a:off x="1676405" y="1000783"/>
              <a:ext cx="492544" cy="492544"/>
            </a:xfrm>
            <a:custGeom>
              <a:rect b="b" l="l" r="r" t="t"/>
              <a:pathLst>
                <a:path extrusionOk="0" h="492544" w="492544">
                  <a:moveTo>
                    <a:pt x="460705" y="124994"/>
                  </a:moveTo>
                  <a:cubicBezTo>
                    <a:pt x="480993" y="160751"/>
                    <a:pt x="492544" y="202183"/>
                    <a:pt x="492544" y="246272"/>
                  </a:cubicBezTo>
                  <a:cubicBezTo>
                    <a:pt x="492544" y="382322"/>
                    <a:pt x="382322" y="492544"/>
                    <a:pt x="246272" y="492544"/>
                  </a:cubicBezTo>
                  <a:cubicBezTo>
                    <a:pt x="110222" y="492544"/>
                    <a:pt x="0" y="382322"/>
                    <a:pt x="0" y="246272"/>
                  </a:cubicBezTo>
                  <a:cubicBezTo>
                    <a:pt x="0" y="110222"/>
                    <a:pt x="110222" y="0"/>
                    <a:pt x="246272" y="0"/>
                  </a:cubicBezTo>
                  <a:cubicBezTo>
                    <a:pt x="290339" y="0"/>
                    <a:pt x="331793" y="11551"/>
                    <a:pt x="367551" y="3184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1" name="Google Shape;4161;p69"/>
            <p:cNvSpPr/>
            <p:nvPr/>
          </p:nvSpPr>
          <p:spPr>
            <a:xfrm>
              <a:off x="1746996" y="1071375"/>
              <a:ext cx="351405" cy="351405"/>
            </a:xfrm>
            <a:custGeom>
              <a:rect b="b" l="l" r="r" t="t"/>
              <a:pathLst>
                <a:path extrusionOk="0" h="351405" w="351405">
                  <a:moveTo>
                    <a:pt x="316661" y="70727"/>
                  </a:moveTo>
                  <a:cubicBezTo>
                    <a:pt x="338481" y="99932"/>
                    <a:pt x="351406" y="136297"/>
                    <a:pt x="351406" y="175703"/>
                  </a:cubicBezTo>
                  <a:cubicBezTo>
                    <a:pt x="351406" y="272775"/>
                    <a:pt x="272775" y="351405"/>
                    <a:pt x="175703" y="351405"/>
                  </a:cubicBezTo>
                  <a:cubicBezTo>
                    <a:pt x="78631" y="351405"/>
                    <a:pt x="0" y="272775"/>
                    <a:pt x="0" y="175703"/>
                  </a:cubicBezTo>
                  <a:cubicBezTo>
                    <a:pt x="0" y="78631"/>
                    <a:pt x="78631" y="0"/>
                    <a:pt x="175703" y="0"/>
                  </a:cubicBezTo>
                  <a:cubicBezTo>
                    <a:pt x="215108" y="0"/>
                    <a:pt x="251451" y="12902"/>
                    <a:pt x="280679" y="34744"/>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2" name="Google Shape;4162;p69"/>
            <p:cNvSpPr/>
            <p:nvPr/>
          </p:nvSpPr>
          <p:spPr>
            <a:xfrm>
              <a:off x="1811734" y="1136135"/>
              <a:ext cx="221840" cy="221840"/>
            </a:xfrm>
            <a:custGeom>
              <a:rect b="b" l="l" r="r" t="t"/>
              <a:pathLst>
                <a:path extrusionOk="0" h="221840" w="221840">
                  <a:moveTo>
                    <a:pt x="205291" y="52578"/>
                  </a:moveTo>
                  <a:cubicBezTo>
                    <a:pt x="215829" y="69556"/>
                    <a:pt x="221841" y="89529"/>
                    <a:pt x="221841" y="110920"/>
                  </a:cubicBezTo>
                  <a:cubicBezTo>
                    <a:pt x="221841" y="172145"/>
                    <a:pt x="172168" y="221841"/>
                    <a:pt x="110920" y="221841"/>
                  </a:cubicBezTo>
                  <a:cubicBezTo>
                    <a:pt x="49673" y="221841"/>
                    <a:pt x="0" y="172168"/>
                    <a:pt x="0" y="110920"/>
                  </a:cubicBezTo>
                  <a:cubicBezTo>
                    <a:pt x="0" y="49673"/>
                    <a:pt x="49673" y="0"/>
                    <a:pt x="110920" y="0"/>
                  </a:cubicBezTo>
                  <a:cubicBezTo>
                    <a:pt x="132312" y="0"/>
                    <a:pt x="152285" y="6035"/>
                    <a:pt x="169263" y="1655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3" name="Google Shape;4163;p69"/>
            <p:cNvSpPr/>
            <p:nvPr/>
          </p:nvSpPr>
          <p:spPr>
            <a:xfrm>
              <a:off x="1874264" y="1198643"/>
              <a:ext cx="96824" cy="96824"/>
            </a:xfrm>
            <a:custGeom>
              <a:rect b="b" l="l" r="r" t="t"/>
              <a:pathLst>
                <a:path extrusionOk="0" h="96824" w="96824">
                  <a:moveTo>
                    <a:pt x="95474" y="37379"/>
                  </a:moveTo>
                  <a:cubicBezTo>
                    <a:pt x="96397" y="40937"/>
                    <a:pt x="96825" y="44607"/>
                    <a:pt x="96825" y="48412"/>
                  </a:cubicBezTo>
                  <a:cubicBezTo>
                    <a:pt x="96825" y="75163"/>
                    <a:pt x="75163" y="96825"/>
                    <a:pt x="48412" y="96825"/>
                  </a:cubicBezTo>
                  <a:cubicBezTo>
                    <a:pt x="21662" y="96825"/>
                    <a:pt x="0" y="75163"/>
                    <a:pt x="0" y="48412"/>
                  </a:cubicBezTo>
                  <a:cubicBezTo>
                    <a:pt x="0" y="21662"/>
                    <a:pt x="21662" y="0"/>
                    <a:pt x="48412" y="0"/>
                  </a:cubicBezTo>
                  <a:cubicBezTo>
                    <a:pt x="52240" y="0"/>
                    <a:pt x="55888" y="428"/>
                    <a:pt x="59446" y="1351"/>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4" name="Google Shape;4164;p69"/>
            <p:cNvSpPr/>
            <p:nvPr/>
          </p:nvSpPr>
          <p:spPr>
            <a:xfrm>
              <a:off x="1922677" y="1047799"/>
              <a:ext cx="199255" cy="199255"/>
            </a:xfrm>
            <a:custGeom>
              <a:rect b="b" l="l" r="r" t="t"/>
              <a:pathLst>
                <a:path extrusionOk="0" h="199255" w="199255">
                  <a:moveTo>
                    <a:pt x="0" y="199256"/>
                  </a:moveTo>
                  <a:lnTo>
                    <a:pt x="139990" y="59288"/>
                  </a:lnTo>
                  <a:lnTo>
                    <a:pt x="19925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5" name="Google Shape;4165;p69"/>
            <p:cNvSpPr/>
            <p:nvPr/>
          </p:nvSpPr>
          <p:spPr>
            <a:xfrm>
              <a:off x="2052962" y="1000783"/>
              <a:ext cx="115986" cy="116009"/>
            </a:xfrm>
            <a:custGeom>
              <a:rect b="b" l="l" r="r" t="t"/>
              <a:pathLst>
                <a:path extrusionOk="0" h="116009" w="115986">
                  <a:moveTo>
                    <a:pt x="115987" y="57059"/>
                  </a:moveTo>
                  <a:lnTo>
                    <a:pt x="100202" y="72956"/>
                  </a:lnTo>
                  <a:lnTo>
                    <a:pt x="100112" y="72956"/>
                  </a:lnTo>
                  <a:lnTo>
                    <a:pt x="57059" y="116009"/>
                  </a:lnTo>
                  <a:lnTo>
                    <a:pt x="10088" y="105899"/>
                  </a:lnTo>
                  <a:lnTo>
                    <a:pt x="0" y="58928"/>
                  </a:lnTo>
                  <a:lnTo>
                    <a:pt x="15875" y="43053"/>
                  </a:lnTo>
                  <a:lnTo>
                    <a:pt x="43053" y="15875"/>
                  </a:lnTo>
                  <a:lnTo>
                    <a:pt x="58928" y="0"/>
                  </a:lnTo>
                  <a:lnTo>
                    <a:pt x="68948" y="47039"/>
                  </a:lnTo>
                  <a:lnTo>
                    <a:pt x="115987" y="57059"/>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6" name="Google Shape;4166;p69"/>
            <p:cNvSpPr/>
            <p:nvPr/>
          </p:nvSpPr>
          <p:spPr>
            <a:xfrm>
              <a:off x="2096015" y="1016568"/>
              <a:ext cx="2251" cy="90"/>
            </a:xfrm>
            <a:custGeom>
              <a:rect b="b" l="l" r="r" t="t"/>
              <a:pathLst>
                <a:path extrusionOk="0" h="90" w="2251">
                  <a:moveTo>
                    <a:pt x="0" y="9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7" name="Google Shape;4167;p69"/>
          <p:cNvGrpSpPr/>
          <p:nvPr/>
        </p:nvGrpSpPr>
        <p:grpSpPr>
          <a:xfrm>
            <a:off x="8122895" y="1389984"/>
            <a:ext cx="263914" cy="263914"/>
            <a:chOff x="7216115" y="1002524"/>
            <a:chExt cx="220843" cy="220843"/>
          </a:xfrm>
        </p:grpSpPr>
        <p:sp>
          <p:nvSpPr>
            <p:cNvPr id="4168" name="Google Shape;4168;p69"/>
            <p:cNvSpPr/>
            <p:nvPr/>
          </p:nvSpPr>
          <p:spPr>
            <a:xfrm>
              <a:off x="7216115" y="1002524"/>
              <a:ext cx="220843" cy="220843"/>
            </a:xfrm>
            <a:custGeom>
              <a:rect b="b" l="l" r="r" t="t"/>
              <a:pathLst>
                <a:path extrusionOk="0" h="220843" w="220843">
                  <a:moveTo>
                    <a:pt x="193456" y="131946"/>
                  </a:moveTo>
                  <a:cubicBezTo>
                    <a:pt x="191489" y="139815"/>
                    <a:pt x="188311" y="147305"/>
                    <a:pt x="184301" y="154190"/>
                  </a:cubicBezTo>
                  <a:lnTo>
                    <a:pt x="200870" y="176130"/>
                  </a:lnTo>
                  <a:lnTo>
                    <a:pt x="175979" y="201097"/>
                  </a:lnTo>
                  <a:lnTo>
                    <a:pt x="154038" y="184453"/>
                  </a:lnTo>
                  <a:cubicBezTo>
                    <a:pt x="147154" y="188538"/>
                    <a:pt x="139739" y="191640"/>
                    <a:pt x="131795" y="193607"/>
                  </a:cubicBezTo>
                  <a:lnTo>
                    <a:pt x="128088" y="220541"/>
                  </a:lnTo>
                  <a:lnTo>
                    <a:pt x="128088" y="220844"/>
                  </a:lnTo>
                  <a:cubicBezTo>
                    <a:pt x="128088" y="220844"/>
                    <a:pt x="128088" y="220844"/>
                    <a:pt x="128088" y="220844"/>
                  </a:cubicBezTo>
                  <a:lnTo>
                    <a:pt x="92756" y="220844"/>
                  </a:lnTo>
                  <a:lnTo>
                    <a:pt x="88973" y="193531"/>
                  </a:lnTo>
                  <a:cubicBezTo>
                    <a:pt x="81104" y="191564"/>
                    <a:pt x="73614" y="188387"/>
                    <a:pt x="66730" y="184377"/>
                  </a:cubicBezTo>
                  <a:lnTo>
                    <a:pt x="44789" y="201022"/>
                  </a:lnTo>
                  <a:lnTo>
                    <a:pt x="19822" y="176055"/>
                  </a:lnTo>
                  <a:lnTo>
                    <a:pt x="36467" y="154114"/>
                  </a:lnTo>
                  <a:cubicBezTo>
                    <a:pt x="32381" y="147229"/>
                    <a:pt x="29279" y="139815"/>
                    <a:pt x="27312" y="131871"/>
                  </a:cubicBezTo>
                  <a:lnTo>
                    <a:pt x="0" y="128088"/>
                  </a:lnTo>
                  <a:lnTo>
                    <a:pt x="0" y="92756"/>
                  </a:lnTo>
                  <a:lnTo>
                    <a:pt x="378" y="92756"/>
                  </a:lnTo>
                  <a:cubicBezTo>
                    <a:pt x="378" y="92756"/>
                    <a:pt x="27312" y="88973"/>
                    <a:pt x="27312" y="88973"/>
                  </a:cubicBezTo>
                  <a:cubicBezTo>
                    <a:pt x="29279" y="81105"/>
                    <a:pt x="32457" y="73615"/>
                    <a:pt x="36467" y="66730"/>
                  </a:cubicBezTo>
                  <a:lnTo>
                    <a:pt x="19822" y="44789"/>
                  </a:lnTo>
                  <a:lnTo>
                    <a:pt x="44789" y="19898"/>
                  </a:lnTo>
                  <a:lnTo>
                    <a:pt x="66730" y="36467"/>
                  </a:lnTo>
                  <a:cubicBezTo>
                    <a:pt x="73614" y="32381"/>
                    <a:pt x="81029" y="29279"/>
                    <a:pt x="88973" y="27312"/>
                  </a:cubicBezTo>
                  <a:lnTo>
                    <a:pt x="92756" y="0"/>
                  </a:lnTo>
                  <a:lnTo>
                    <a:pt x="128088" y="0"/>
                  </a:lnTo>
                  <a:lnTo>
                    <a:pt x="131871" y="27312"/>
                  </a:lnTo>
                  <a:cubicBezTo>
                    <a:pt x="139739" y="29279"/>
                    <a:pt x="147229" y="32457"/>
                    <a:pt x="154114" y="36467"/>
                  </a:cubicBezTo>
                  <a:lnTo>
                    <a:pt x="176054" y="19898"/>
                  </a:lnTo>
                  <a:lnTo>
                    <a:pt x="200946" y="44789"/>
                  </a:lnTo>
                  <a:lnTo>
                    <a:pt x="184377" y="66730"/>
                  </a:lnTo>
                  <a:cubicBezTo>
                    <a:pt x="188462" y="73615"/>
                    <a:pt x="191564" y="81029"/>
                    <a:pt x="193532" y="88973"/>
                  </a:cubicBezTo>
                  <a:lnTo>
                    <a:pt x="220844" y="92756"/>
                  </a:lnTo>
                  <a:lnTo>
                    <a:pt x="220844" y="128088"/>
                  </a:lnTo>
                  <a:lnTo>
                    <a:pt x="193532" y="131871"/>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9" name="Google Shape;4169;p69"/>
            <p:cNvSpPr/>
            <p:nvPr/>
          </p:nvSpPr>
          <p:spPr>
            <a:xfrm>
              <a:off x="7282088" y="1068648"/>
              <a:ext cx="88670" cy="88670"/>
            </a:xfrm>
            <a:custGeom>
              <a:rect b="b" l="l" r="r" t="t"/>
              <a:pathLst>
                <a:path extrusionOk="0" h="88670" w="88670">
                  <a:moveTo>
                    <a:pt x="88671" y="44335"/>
                  </a:moveTo>
                  <a:cubicBezTo>
                    <a:pt x="88671" y="68773"/>
                    <a:pt x="68848" y="88670"/>
                    <a:pt x="44336" y="88670"/>
                  </a:cubicBezTo>
                  <a:cubicBezTo>
                    <a:pt x="19822" y="88670"/>
                    <a:pt x="0" y="68848"/>
                    <a:pt x="0" y="44335"/>
                  </a:cubicBezTo>
                  <a:cubicBezTo>
                    <a:pt x="0" y="19822"/>
                    <a:pt x="19822" y="0"/>
                    <a:pt x="44336" y="0"/>
                  </a:cubicBezTo>
                  <a:cubicBezTo>
                    <a:pt x="68848" y="0"/>
                    <a:pt x="88671" y="19822"/>
                    <a:pt x="88671" y="44335"/>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70" name="Google Shape;4170;p69"/>
          <p:cNvGrpSpPr/>
          <p:nvPr/>
        </p:nvGrpSpPr>
        <p:grpSpPr>
          <a:xfrm>
            <a:off x="2485641" y="1338372"/>
            <a:ext cx="285985" cy="303915"/>
            <a:chOff x="3248416" y="1700539"/>
            <a:chExt cx="285985" cy="303915"/>
          </a:xfrm>
        </p:grpSpPr>
        <p:sp>
          <p:nvSpPr>
            <p:cNvPr id="4171" name="Google Shape;4171;p69"/>
            <p:cNvSpPr/>
            <p:nvPr/>
          </p:nvSpPr>
          <p:spPr>
            <a:xfrm>
              <a:off x="3300998" y="1752150"/>
              <a:ext cx="180839" cy="252304"/>
            </a:xfrm>
            <a:custGeom>
              <a:rect b="b" l="l" r="r" t="t"/>
              <a:pathLst>
                <a:path extrusionOk="0" h="252304" w="180839">
                  <a:moveTo>
                    <a:pt x="180821" y="92213"/>
                  </a:moveTo>
                  <a:cubicBezTo>
                    <a:pt x="180216" y="121266"/>
                    <a:pt x="165917" y="146914"/>
                    <a:pt x="144127" y="163029"/>
                  </a:cubicBezTo>
                  <a:cubicBezTo>
                    <a:pt x="134292" y="170292"/>
                    <a:pt x="128164" y="181565"/>
                    <a:pt x="128164" y="193821"/>
                  </a:cubicBezTo>
                  <a:lnTo>
                    <a:pt x="128164" y="225446"/>
                  </a:lnTo>
                  <a:cubicBezTo>
                    <a:pt x="128164" y="240275"/>
                    <a:pt x="116134" y="252304"/>
                    <a:pt x="101305" y="252304"/>
                  </a:cubicBezTo>
                  <a:lnTo>
                    <a:pt x="79591" y="252304"/>
                  </a:lnTo>
                  <a:cubicBezTo>
                    <a:pt x="64763" y="252304"/>
                    <a:pt x="52733" y="240275"/>
                    <a:pt x="52733" y="225446"/>
                  </a:cubicBezTo>
                  <a:lnTo>
                    <a:pt x="52733" y="192989"/>
                  </a:lnTo>
                  <a:cubicBezTo>
                    <a:pt x="52733" y="181489"/>
                    <a:pt x="47286" y="170594"/>
                    <a:pt x="37904" y="163936"/>
                  </a:cubicBezTo>
                  <a:cubicBezTo>
                    <a:pt x="14905" y="147594"/>
                    <a:pt x="0" y="120736"/>
                    <a:pt x="0" y="90398"/>
                  </a:cubicBezTo>
                  <a:cubicBezTo>
                    <a:pt x="0" y="39329"/>
                    <a:pt x="42368" y="-1829"/>
                    <a:pt x="93739" y="63"/>
                  </a:cubicBezTo>
                  <a:cubicBezTo>
                    <a:pt x="142311" y="1803"/>
                    <a:pt x="181805" y="43717"/>
                    <a:pt x="180821" y="9228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2" name="Google Shape;4172;p69"/>
            <p:cNvSpPr/>
            <p:nvPr/>
          </p:nvSpPr>
          <p:spPr>
            <a:xfrm>
              <a:off x="3353731" y="1947182"/>
              <a:ext cx="75430" cy="7565"/>
            </a:xfrm>
            <a:custGeom>
              <a:rect b="b" l="l" r="r" t="t"/>
              <a:pathLst>
                <a:path extrusionOk="0" h="7565" w="75430">
                  <a:moveTo>
                    <a:pt x="75430"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73" name="Google Shape;4173;p69"/>
            <p:cNvGrpSpPr/>
            <p:nvPr/>
          </p:nvGrpSpPr>
          <p:grpSpPr>
            <a:xfrm>
              <a:off x="3248416" y="1700539"/>
              <a:ext cx="285985" cy="244070"/>
              <a:chOff x="3248416" y="1700539"/>
              <a:chExt cx="285985" cy="244070"/>
            </a:xfrm>
          </p:grpSpPr>
          <p:sp>
            <p:nvSpPr>
              <p:cNvPr id="4174" name="Google Shape;4174;p69"/>
              <p:cNvSpPr/>
              <p:nvPr/>
            </p:nvSpPr>
            <p:spPr>
              <a:xfrm>
                <a:off x="3507089" y="1843531"/>
                <a:ext cx="27312" cy="7565"/>
              </a:xfrm>
              <a:custGeom>
                <a:rect b="b" l="l" r="r" t="t"/>
                <a:pathLst>
                  <a:path extrusionOk="0" h="7565" w="27312">
                    <a:moveTo>
                      <a:pt x="0" y="0"/>
                    </a:moveTo>
                    <a:lnTo>
                      <a:pt x="2731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5" name="Google Shape;4175;p69"/>
              <p:cNvSpPr/>
              <p:nvPr/>
            </p:nvSpPr>
            <p:spPr>
              <a:xfrm>
                <a:off x="3248416" y="1843531"/>
                <a:ext cx="27387" cy="7565"/>
              </a:xfrm>
              <a:custGeom>
                <a:rect b="b" l="l" r="r" t="t"/>
                <a:pathLst>
                  <a:path extrusionOk="0" h="7565" w="27387">
                    <a:moveTo>
                      <a:pt x="0" y="0"/>
                    </a:moveTo>
                    <a:lnTo>
                      <a:pt x="2738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6" name="Google Shape;4176;p69"/>
              <p:cNvSpPr/>
              <p:nvPr/>
            </p:nvSpPr>
            <p:spPr>
              <a:xfrm>
                <a:off x="3473194" y="1742377"/>
                <a:ext cx="19368" cy="19368"/>
              </a:xfrm>
              <a:custGeom>
                <a:rect b="b" l="l" r="r" t="t"/>
                <a:pathLst>
                  <a:path extrusionOk="0" h="19368" w="19368">
                    <a:moveTo>
                      <a:pt x="0" y="19368"/>
                    </a:moveTo>
                    <a:lnTo>
                      <a:pt x="1936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7" name="Google Shape;4177;p69"/>
              <p:cNvSpPr/>
              <p:nvPr/>
            </p:nvSpPr>
            <p:spPr>
              <a:xfrm>
                <a:off x="3290330" y="1925241"/>
                <a:ext cx="19368" cy="19368"/>
              </a:xfrm>
              <a:custGeom>
                <a:rect b="b" l="l" r="r" t="t"/>
                <a:pathLst>
                  <a:path extrusionOk="0" h="19368" w="19368">
                    <a:moveTo>
                      <a:pt x="0" y="19368"/>
                    </a:moveTo>
                    <a:lnTo>
                      <a:pt x="1936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8" name="Google Shape;4178;p69"/>
              <p:cNvSpPr/>
              <p:nvPr/>
            </p:nvSpPr>
            <p:spPr>
              <a:xfrm>
                <a:off x="3290330" y="1742377"/>
                <a:ext cx="19368" cy="19368"/>
              </a:xfrm>
              <a:custGeom>
                <a:rect b="b" l="l" r="r" t="t"/>
                <a:pathLst>
                  <a:path extrusionOk="0" h="19368" w="19368">
                    <a:moveTo>
                      <a:pt x="19368" y="1936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9" name="Google Shape;4179;p69"/>
              <p:cNvSpPr/>
              <p:nvPr/>
            </p:nvSpPr>
            <p:spPr>
              <a:xfrm>
                <a:off x="3473194" y="1925241"/>
                <a:ext cx="19368" cy="19368"/>
              </a:xfrm>
              <a:custGeom>
                <a:rect b="b" l="l" r="r" t="t"/>
                <a:pathLst>
                  <a:path extrusionOk="0" h="19368" w="19368">
                    <a:moveTo>
                      <a:pt x="19368" y="1936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0" name="Google Shape;4180;p69"/>
              <p:cNvSpPr/>
              <p:nvPr/>
            </p:nvSpPr>
            <p:spPr>
              <a:xfrm>
                <a:off x="3391408" y="1700539"/>
                <a:ext cx="7565" cy="27312"/>
              </a:xfrm>
              <a:custGeom>
                <a:rect b="b" l="l" r="r" t="t"/>
                <a:pathLst>
                  <a:path extrusionOk="0" h="27312" w="7565">
                    <a:moveTo>
                      <a:pt x="0" y="27312"/>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81" name="Google Shape;4181;p69"/>
            <p:cNvSpPr/>
            <p:nvPr/>
          </p:nvSpPr>
          <p:spPr>
            <a:xfrm>
              <a:off x="3391409" y="1841186"/>
              <a:ext cx="34877" cy="82466"/>
            </a:xfrm>
            <a:custGeom>
              <a:rect b="b" l="l" r="r" t="t"/>
              <a:pathLst>
                <a:path extrusionOk="0" h="82466" w="34877">
                  <a:moveTo>
                    <a:pt x="0" y="20049"/>
                  </a:moveTo>
                  <a:lnTo>
                    <a:pt x="26026" y="20049"/>
                  </a:lnTo>
                  <a:cubicBezTo>
                    <a:pt x="30944" y="20049"/>
                    <a:pt x="34878" y="16115"/>
                    <a:pt x="34878" y="11197"/>
                  </a:cubicBezTo>
                  <a:lnTo>
                    <a:pt x="34878" y="8852"/>
                  </a:lnTo>
                  <a:cubicBezTo>
                    <a:pt x="34878" y="3934"/>
                    <a:pt x="30944" y="0"/>
                    <a:pt x="26026" y="0"/>
                  </a:cubicBezTo>
                  <a:lnTo>
                    <a:pt x="26026" y="0"/>
                  </a:lnTo>
                  <a:cubicBezTo>
                    <a:pt x="21260" y="0"/>
                    <a:pt x="17325" y="3783"/>
                    <a:pt x="17174" y="8549"/>
                  </a:cubicBezTo>
                  <a:lnTo>
                    <a:pt x="14980" y="8246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2" name="Google Shape;4182;p69"/>
            <p:cNvSpPr/>
            <p:nvPr/>
          </p:nvSpPr>
          <p:spPr>
            <a:xfrm>
              <a:off x="3356530" y="1841186"/>
              <a:ext cx="34878" cy="82466"/>
            </a:xfrm>
            <a:custGeom>
              <a:rect b="b" l="l" r="r" t="t"/>
              <a:pathLst>
                <a:path extrusionOk="0" h="82466" w="34878">
                  <a:moveTo>
                    <a:pt x="34878" y="20049"/>
                  </a:moveTo>
                  <a:lnTo>
                    <a:pt x="8852" y="20049"/>
                  </a:lnTo>
                  <a:cubicBezTo>
                    <a:pt x="3934" y="20049"/>
                    <a:pt x="0" y="16115"/>
                    <a:pt x="0" y="11197"/>
                  </a:cubicBezTo>
                  <a:lnTo>
                    <a:pt x="0" y="8852"/>
                  </a:lnTo>
                  <a:cubicBezTo>
                    <a:pt x="0" y="3934"/>
                    <a:pt x="3934" y="0"/>
                    <a:pt x="8852" y="0"/>
                  </a:cubicBezTo>
                  <a:lnTo>
                    <a:pt x="8852" y="0"/>
                  </a:lnTo>
                  <a:cubicBezTo>
                    <a:pt x="13618" y="0"/>
                    <a:pt x="17553" y="3783"/>
                    <a:pt x="17704" y="8549"/>
                  </a:cubicBezTo>
                  <a:lnTo>
                    <a:pt x="19898" y="8246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83" name="Google Shape;4183;p69"/>
          <p:cNvGrpSpPr/>
          <p:nvPr/>
        </p:nvGrpSpPr>
        <p:grpSpPr>
          <a:xfrm>
            <a:off x="5260221" y="1365259"/>
            <a:ext cx="273677" cy="273770"/>
            <a:chOff x="3954379" y="2579873"/>
            <a:chExt cx="327648" cy="327759"/>
          </a:xfrm>
        </p:grpSpPr>
        <p:sp>
          <p:nvSpPr>
            <p:cNvPr id="4184" name="Google Shape;4184;p69"/>
            <p:cNvSpPr/>
            <p:nvPr/>
          </p:nvSpPr>
          <p:spPr>
            <a:xfrm rot="-102600">
              <a:off x="3958322" y="2583816"/>
              <a:ext cx="268281" cy="268281"/>
            </a:xfrm>
            <a:custGeom>
              <a:rect b="b" l="l" r="r" t="t"/>
              <a:pathLst>
                <a:path extrusionOk="0" h="268281" w="268281">
                  <a:moveTo>
                    <a:pt x="268281" y="134140"/>
                  </a:moveTo>
                  <a:cubicBezTo>
                    <a:pt x="268281" y="208224"/>
                    <a:pt x="208224" y="268281"/>
                    <a:pt x="134140" y="268281"/>
                  </a:cubicBezTo>
                  <a:cubicBezTo>
                    <a:pt x="60056" y="268281"/>
                    <a:pt x="0" y="208224"/>
                    <a:pt x="0" y="134141"/>
                  </a:cubicBezTo>
                  <a:cubicBezTo>
                    <a:pt x="0" y="60057"/>
                    <a:pt x="60056" y="0"/>
                    <a:pt x="134140" y="0"/>
                  </a:cubicBezTo>
                  <a:cubicBezTo>
                    <a:pt x="208224" y="0"/>
                    <a:pt x="268281" y="60057"/>
                    <a:pt x="268281" y="13414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5" name="Google Shape;4185;p69"/>
            <p:cNvSpPr/>
            <p:nvPr/>
          </p:nvSpPr>
          <p:spPr>
            <a:xfrm>
              <a:off x="3992809" y="2618489"/>
              <a:ext cx="99565" cy="99565"/>
            </a:xfrm>
            <a:custGeom>
              <a:rect b="b" l="l" r="r" t="t"/>
              <a:pathLst>
                <a:path extrusionOk="0" h="99565" w="99565">
                  <a:moveTo>
                    <a:pt x="0" y="99565"/>
                  </a:moveTo>
                  <a:cubicBezTo>
                    <a:pt x="0" y="44562"/>
                    <a:pt x="44562" y="0"/>
                    <a:pt x="99565"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6" name="Google Shape;4186;p69"/>
            <p:cNvSpPr/>
            <p:nvPr/>
          </p:nvSpPr>
          <p:spPr>
            <a:xfrm>
              <a:off x="4169998" y="2795603"/>
              <a:ext cx="112029" cy="112029"/>
            </a:xfrm>
            <a:custGeom>
              <a:rect b="b" l="l" r="r" t="t"/>
              <a:pathLst>
                <a:path extrusionOk="0" h="112029" w="112029">
                  <a:moveTo>
                    <a:pt x="31852" y="0"/>
                  </a:moveTo>
                  <a:cubicBezTo>
                    <a:pt x="62190" y="20125"/>
                    <a:pt x="94799" y="46454"/>
                    <a:pt x="101986" y="53641"/>
                  </a:cubicBezTo>
                  <a:cubicBezTo>
                    <a:pt x="115302" y="66957"/>
                    <a:pt x="115453" y="88670"/>
                    <a:pt x="101986" y="101986"/>
                  </a:cubicBezTo>
                  <a:cubicBezTo>
                    <a:pt x="88670" y="115453"/>
                    <a:pt x="66957" y="115302"/>
                    <a:pt x="53490" y="101986"/>
                  </a:cubicBezTo>
                  <a:cubicBezTo>
                    <a:pt x="46227" y="94874"/>
                    <a:pt x="20049" y="62190"/>
                    <a:pt x="0" y="31927"/>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1" name="Shape 4191"/>
        <p:cNvGrpSpPr/>
        <p:nvPr/>
      </p:nvGrpSpPr>
      <p:grpSpPr>
        <a:xfrm>
          <a:off x="0" y="0"/>
          <a:ext cx="0" cy="0"/>
          <a:chOff x="0" y="0"/>
          <a:chExt cx="0" cy="0"/>
        </a:xfrm>
      </p:grpSpPr>
      <p:sp>
        <p:nvSpPr>
          <p:cNvPr id="4192" name="Google Shape;4192;p70"/>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193" name="Google Shape;4193;p70"/>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194" name="Google Shape;4194;p70"/>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4195" name="Google Shape;4195;p70"/>
          <p:cNvGrpSpPr/>
          <p:nvPr/>
        </p:nvGrpSpPr>
        <p:grpSpPr>
          <a:xfrm>
            <a:off x="594569" y="1192530"/>
            <a:ext cx="2357972" cy="1447799"/>
            <a:chOff x="665328" y="1123950"/>
            <a:chExt cx="2108579" cy="1294671"/>
          </a:xfrm>
        </p:grpSpPr>
        <p:grpSp>
          <p:nvGrpSpPr>
            <p:cNvPr id="4196" name="Google Shape;4196;p70"/>
            <p:cNvGrpSpPr/>
            <p:nvPr/>
          </p:nvGrpSpPr>
          <p:grpSpPr>
            <a:xfrm>
              <a:off x="665328" y="1123950"/>
              <a:ext cx="2108579" cy="1294671"/>
              <a:chOff x="665328" y="1123950"/>
              <a:chExt cx="2108579" cy="1294671"/>
            </a:xfrm>
          </p:grpSpPr>
          <p:sp>
            <p:nvSpPr>
              <p:cNvPr id="4197" name="Google Shape;4197;p70"/>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8" name="Google Shape;4198;p70"/>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9" name="Google Shape;4199;p70"/>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0" name="Google Shape;4200;p70"/>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01" name="Google Shape;4201;p70"/>
          <p:cNvGrpSpPr/>
          <p:nvPr/>
        </p:nvGrpSpPr>
        <p:grpSpPr>
          <a:xfrm>
            <a:off x="3393013" y="1192530"/>
            <a:ext cx="2357972" cy="1447799"/>
            <a:chOff x="665328" y="1123950"/>
            <a:chExt cx="2108579" cy="1294671"/>
          </a:xfrm>
        </p:grpSpPr>
        <p:grpSp>
          <p:nvGrpSpPr>
            <p:cNvPr id="4202" name="Google Shape;4202;p70"/>
            <p:cNvGrpSpPr/>
            <p:nvPr/>
          </p:nvGrpSpPr>
          <p:grpSpPr>
            <a:xfrm>
              <a:off x="665328" y="1123950"/>
              <a:ext cx="2108579" cy="1294671"/>
              <a:chOff x="665328" y="1123950"/>
              <a:chExt cx="2108579" cy="1294671"/>
            </a:xfrm>
          </p:grpSpPr>
          <p:sp>
            <p:nvSpPr>
              <p:cNvPr id="4203" name="Google Shape;4203;p70"/>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4" name="Google Shape;4204;p70"/>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5" name="Google Shape;4205;p70"/>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6" name="Google Shape;4206;p70"/>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07" name="Google Shape;4207;p70"/>
          <p:cNvGrpSpPr/>
          <p:nvPr/>
        </p:nvGrpSpPr>
        <p:grpSpPr>
          <a:xfrm>
            <a:off x="6191459" y="1192530"/>
            <a:ext cx="2357972" cy="1447799"/>
            <a:chOff x="665328" y="1123950"/>
            <a:chExt cx="2108579" cy="1294671"/>
          </a:xfrm>
        </p:grpSpPr>
        <p:grpSp>
          <p:nvGrpSpPr>
            <p:cNvPr id="4208" name="Google Shape;4208;p70"/>
            <p:cNvGrpSpPr/>
            <p:nvPr/>
          </p:nvGrpSpPr>
          <p:grpSpPr>
            <a:xfrm>
              <a:off x="665328" y="1123950"/>
              <a:ext cx="2108579" cy="1294671"/>
              <a:chOff x="665328" y="1123950"/>
              <a:chExt cx="2108579" cy="1294671"/>
            </a:xfrm>
          </p:grpSpPr>
          <p:sp>
            <p:nvSpPr>
              <p:cNvPr id="4209" name="Google Shape;4209;p70"/>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0" name="Google Shape;4210;p70"/>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1" name="Google Shape;4211;p70"/>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12" name="Google Shape;4212;p70"/>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13" name="Google Shape;4213;p70"/>
          <p:cNvGrpSpPr/>
          <p:nvPr/>
        </p:nvGrpSpPr>
        <p:grpSpPr>
          <a:xfrm>
            <a:off x="1993791" y="2918578"/>
            <a:ext cx="2357972" cy="1447799"/>
            <a:chOff x="665328" y="1123950"/>
            <a:chExt cx="2108579" cy="1294671"/>
          </a:xfrm>
        </p:grpSpPr>
        <p:grpSp>
          <p:nvGrpSpPr>
            <p:cNvPr id="4214" name="Google Shape;4214;p70"/>
            <p:cNvGrpSpPr/>
            <p:nvPr/>
          </p:nvGrpSpPr>
          <p:grpSpPr>
            <a:xfrm>
              <a:off x="665328" y="1123950"/>
              <a:ext cx="2108579" cy="1294671"/>
              <a:chOff x="665328" y="1123950"/>
              <a:chExt cx="2108579" cy="1294671"/>
            </a:xfrm>
          </p:grpSpPr>
          <p:sp>
            <p:nvSpPr>
              <p:cNvPr id="4215" name="Google Shape;4215;p70"/>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6" name="Google Shape;4216;p70"/>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7" name="Google Shape;4217;p70"/>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18" name="Google Shape;4218;p70"/>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19" name="Google Shape;4219;p70"/>
          <p:cNvGrpSpPr/>
          <p:nvPr/>
        </p:nvGrpSpPr>
        <p:grpSpPr>
          <a:xfrm>
            <a:off x="4792239" y="2918577"/>
            <a:ext cx="2357972" cy="1447799"/>
            <a:chOff x="665328" y="1123950"/>
            <a:chExt cx="2108579" cy="1294671"/>
          </a:xfrm>
        </p:grpSpPr>
        <p:grpSp>
          <p:nvGrpSpPr>
            <p:cNvPr id="4220" name="Google Shape;4220;p70"/>
            <p:cNvGrpSpPr/>
            <p:nvPr/>
          </p:nvGrpSpPr>
          <p:grpSpPr>
            <a:xfrm>
              <a:off x="665328" y="1123950"/>
              <a:ext cx="2108579" cy="1294671"/>
              <a:chOff x="665328" y="1123950"/>
              <a:chExt cx="2108579" cy="1294671"/>
            </a:xfrm>
          </p:grpSpPr>
          <p:sp>
            <p:nvSpPr>
              <p:cNvPr id="4221" name="Google Shape;4221;p70"/>
              <p:cNvSpPr/>
              <p:nvPr/>
            </p:nvSpPr>
            <p:spPr>
              <a:xfrm>
                <a:off x="665328" y="2010670"/>
                <a:ext cx="415930" cy="407951"/>
              </a:xfrm>
              <a:custGeom>
                <a:rect b="b" l="l" r="r" t="t"/>
                <a:pathLst>
                  <a:path extrusionOk="0" h="407951" w="415930">
                    <a:moveTo>
                      <a:pt x="415931" y="407951"/>
                    </a:moveTo>
                    <a:lnTo>
                      <a:pt x="243015" y="407951"/>
                    </a:lnTo>
                    <a:cubicBezTo>
                      <a:pt x="109020" y="407951"/>
                      <a:pt x="0" y="298932"/>
                      <a:pt x="0" y="164936"/>
                    </a:cubicBezTo>
                    <a:lnTo>
                      <a:pt x="0" y="0"/>
                    </a:lnTo>
                    <a:lnTo>
                      <a:pt x="49872" y="0"/>
                    </a:lnTo>
                    <a:lnTo>
                      <a:pt x="49872" y="164936"/>
                    </a:lnTo>
                    <a:cubicBezTo>
                      <a:pt x="49872" y="271442"/>
                      <a:pt x="136509" y="358080"/>
                      <a:pt x="243015" y="358080"/>
                    </a:cubicBezTo>
                    <a:lnTo>
                      <a:pt x="415931" y="358080"/>
                    </a:lnTo>
                    <a:lnTo>
                      <a:pt x="415931" y="407951"/>
                    </a:lnTo>
                    <a:close/>
                  </a:path>
                </a:pathLst>
              </a:cu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2" name="Google Shape;4222;p70"/>
              <p:cNvSpPr/>
              <p:nvPr/>
            </p:nvSpPr>
            <p:spPr>
              <a:xfrm>
                <a:off x="685276" y="1469062"/>
                <a:ext cx="1283700" cy="469792"/>
              </a:xfrm>
              <a:custGeom>
                <a:rect b="b" l="l" r="r" t="t"/>
                <a:pathLst>
                  <a:path extrusionOk="0" h="469792" w="1283700">
                    <a:moveTo>
                      <a:pt x="9974" y="469792"/>
                    </a:moveTo>
                    <a:lnTo>
                      <a:pt x="0" y="469792"/>
                    </a:lnTo>
                    <a:lnTo>
                      <a:pt x="0" y="223067"/>
                    </a:lnTo>
                    <a:cubicBezTo>
                      <a:pt x="0" y="100063"/>
                      <a:pt x="100063" y="0"/>
                      <a:pt x="223067" y="0"/>
                    </a:cubicBezTo>
                    <a:lnTo>
                      <a:pt x="1283700" y="0"/>
                    </a:lnTo>
                    <a:lnTo>
                      <a:pt x="1283700" y="9974"/>
                    </a:lnTo>
                    <a:lnTo>
                      <a:pt x="223067" y="9974"/>
                    </a:lnTo>
                    <a:cubicBezTo>
                      <a:pt x="105569" y="9974"/>
                      <a:pt x="9974" y="105569"/>
                      <a:pt x="9974" y="223067"/>
                    </a:cubicBezTo>
                    <a:lnTo>
                      <a:pt x="9974" y="46979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3" name="Google Shape;4223;p70"/>
              <p:cNvSpPr/>
              <p:nvPr/>
            </p:nvSpPr>
            <p:spPr>
              <a:xfrm>
                <a:off x="1153074" y="1123950"/>
                <a:ext cx="1620833" cy="1274763"/>
              </a:xfrm>
              <a:custGeom>
                <a:rect b="b" l="l" r="r" t="t"/>
                <a:pathLst>
                  <a:path extrusionOk="0" h="1274763" w="1620833">
                    <a:moveTo>
                      <a:pt x="1290044" y="1274723"/>
                    </a:moveTo>
                    <a:lnTo>
                      <a:pt x="0" y="1274723"/>
                    </a:lnTo>
                    <a:lnTo>
                      <a:pt x="0" y="1264749"/>
                    </a:lnTo>
                    <a:lnTo>
                      <a:pt x="1290044" y="1264749"/>
                    </a:lnTo>
                    <a:cubicBezTo>
                      <a:pt x="1407542" y="1264749"/>
                      <a:pt x="1503136" y="1169155"/>
                      <a:pt x="1503136" y="1051657"/>
                    </a:cubicBezTo>
                    <a:lnTo>
                      <a:pt x="1503136" y="611947"/>
                    </a:lnTo>
                    <a:cubicBezTo>
                      <a:pt x="1439001" y="668940"/>
                      <a:pt x="1356932" y="700200"/>
                      <a:pt x="1270734" y="700200"/>
                    </a:cubicBezTo>
                    <a:cubicBezTo>
                      <a:pt x="1077690" y="700200"/>
                      <a:pt x="920634" y="543144"/>
                      <a:pt x="920634" y="350100"/>
                    </a:cubicBezTo>
                    <a:cubicBezTo>
                      <a:pt x="920634" y="157056"/>
                      <a:pt x="1077690" y="0"/>
                      <a:pt x="1270734" y="0"/>
                    </a:cubicBezTo>
                    <a:cubicBezTo>
                      <a:pt x="1463778" y="0"/>
                      <a:pt x="1620834" y="157056"/>
                      <a:pt x="1620834" y="350100"/>
                    </a:cubicBezTo>
                    <a:cubicBezTo>
                      <a:pt x="1620834" y="410724"/>
                      <a:pt x="1605114" y="470411"/>
                      <a:pt x="1575351" y="522756"/>
                    </a:cubicBezTo>
                    <a:lnTo>
                      <a:pt x="1566673" y="517829"/>
                    </a:lnTo>
                    <a:cubicBezTo>
                      <a:pt x="1595579" y="467000"/>
                      <a:pt x="1610839" y="409009"/>
                      <a:pt x="1610839" y="350120"/>
                    </a:cubicBezTo>
                    <a:cubicBezTo>
                      <a:pt x="1610839" y="162582"/>
                      <a:pt x="1458252" y="9994"/>
                      <a:pt x="1270714" y="9994"/>
                    </a:cubicBezTo>
                    <a:cubicBezTo>
                      <a:pt x="1083176" y="9994"/>
                      <a:pt x="930588" y="162582"/>
                      <a:pt x="930588" y="350120"/>
                    </a:cubicBezTo>
                    <a:cubicBezTo>
                      <a:pt x="930588" y="537658"/>
                      <a:pt x="1083176" y="690246"/>
                      <a:pt x="1270714" y="690246"/>
                    </a:cubicBezTo>
                    <a:cubicBezTo>
                      <a:pt x="1358169" y="690246"/>
                      <a:pt x="1441255" y="657131"/>
                      <a:pt x="1504672" y="597005"/>
                    </a:cubicBezTo>
                    <a:lnTo>
                      <a:pt x="1513091" y="589026"/>
                    </a:lnTo>
                    <a:lnTo>
                      <a:pt x="1513091" y="1051697"/>
                    </a:lnTo>
                    <a:cubicBezTo>
                      <a:pt x="1513091" y="1174700"/>
                      <a:pt x="1413028" y="1274763"/>
                      <a:pt x="1290024" y="1274763"/>
                    </a:cubicBez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24" name="Google Shape;4224;p70"/>
            <p:cNvSpPr/>
            <p:nvPr/>
          </p:nvSpPr>
          <p:spPr>
            <a:xfrm>
              <a:off x="2139538" y="1193770"/>
              <a:ext cx="566543" cy="566543"/>
            </a:xfrm>
            <a:prstGeom prst="ellipse">
              <a:avLst/>
            </a:prstGeom>
            <a:solidFill>
              <a:srgbClr val="4E84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25" name="Google Shape;4225;p70"/>
          <p:cNvSpPr txBox="1"/>
          <p:nvPr/>
        </p:nvSpPr>
        <p:spPr>
          <a:xfrm>
            <a:off x="801324" y="174357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Dapibus</a:t>
            </a:r>
            <a:endParaRPr b="1" sz="2000">
              <a:solidFill>
                <a:schemeClr val="dk1"/>
              </a:solidFill>
              <a:latin typeface="Calibri"/>
              <a:ea typeface="Calibri"/>
              <a:cs typeface="Calibri"/>
              <a:sym typeface="Calibri"/>
            </a:endParaRPr>
          </a:p>
          <a:p>
            <a:pPr indent="0" lvl="0" marL="0" marR="0" rtl="0" algn="l">
              <a:spcBef>
                <a:spcPts val="500"/>
              </a:spcBef>
              <a:spcAft>
                <a:spcPts val="0"/>
              </a:spcAft>
              <a:buNone/>
            </a:pPr>
            <a:r>
              <a:rPr lang="en-US" sz="1000">
                <a:solidFill>
                  <a:schemeClr val="dk1"/>
                </a:solidFill>
                <a:latin typeface="Calibri"/>
                <a:ea typeface="Calibri"/>
                <a:cs typeface="Calibri"/>
                <a:sym typeface="Calibri"/>
              </a:rPr>
              <a:t>Lorem ipsum dolor sit amet consectetur adipiscing elit. </a:t>
            </a:r>
            <a:endParaRPr/>
          </a:p>
        </p:txBody>
      </p:sp>
      <p:sp>
        <p:nvSpPr>
          <p:cNvPr id="4226" name="Google Shape;4226;p70"/>
          <p:cNvSpPr txBox="1"/>
          <p:nvPr/>
        </p:nvSpPr>
        <p:spPr>
          <a:xfrm>
            <a:off x="3577381" y="174357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Justo</a:t>
            </a:r>
            <a:endParaRPr/>
          </a:p>
          <a:p>
            <a:pPr indent="0" lvl="0" marL="0" marR="0" rtl="0" algn="l">
              <a:spcBef>
                <a:spcPts val="500"/>
              </a:spcBef>
              <a:spcAft>
                <a:spcPts val="0"/>
              </a:spcAft>
              <a:buNone/>
            </a:pPr>
            <a:r>
              <a:rPr lang="en-US" sz="1000">
                <a:solidFill>
                  <a:schemeClr val="dk1"/>
                </a:solidFill>
                <a:latin typeface="Calibri"/>
                <a:ea typeface="Calibri"/>
                <a:cs typeface="Calibri"/>
                <a:sym typeface="Calibri"/>
              </a:rPr>
              <a:t>Lorem ipsum dolor sit amet consectetur adipiscing elit. </a:t>
            </a:r>
            <a:endParaRPr/>
          </a:p>
        </p:txBody>
      </p:sp>
      <p:sp>
        <p:nvSpPr>
          <p:cNvPr id="4227" name="Google Shape;4227;p70"/>
          <p:cNvSpPr txBox="1"/>
          <p:nvPr/>
        </p:nvSpPr>
        <p:spPr>
          <a:xfrm>
            <a:off x="6337868" y="1743577"/>
            <a:ext cx="1774209" cy="7720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Loboritis</a:t>
            </a:r>
            <a:endParaRPr b="1" sz="2000" cap="none">
              <a:solidFill>
                <a:schemeClr val="dk1"/>
              </a:solidFill>
              <a:latin typeface="Calibri"/>
              <a:ea typeface="Calibri"/>
              <a:cs typeface="Calibri"/>
              <a:sym typeface="Calibri"/>
            </a:endParaRPr>
          </a:p>
          <a:p>
            <a:pPr indent="0" lvl="0" marL="0" marR="0" rtl="0" algn="l">
              <a:spcBef>
                <a:spcPts val="500"/>
              </a:spcBef>
              <a:spcAft>
                <a:spcPts val="0"/>
              </a:spcAft>
              <a:buNone/>
            </a:pPr>
            <a:r>
              <a:rPr lang="en-US" sz="1000">
                <a:solidFill>
                  <a:schemeClr val="dk1"/>
                </a:solidFill>
                <a:latin typeface="Calibri"/>
                <a:ea typeface="Calibri"/>
                <a:cs typeface="Calibri"/>
                <a:sym typeface="Calibri"/>
              </a:rPr>
              <a:t>Lorem ipsum dolor sit amet consectetur adipiscing elit. </a:t>
            </a:r>
            <a:endParaRPr/>
          </a:p>
        </p:txBody>
      </p:sp>
      <p:sp>
        <p:nvSpPr>
          <p:cNvPr id="4228" name="Google Shape;4228;p70"/>
          <p:cNvSpPr txBox="1"/>
          <p:nvPr/>
        </p:nvSpPr>
        <p:spPr>
          <a:xfrm>
            <a:off x="2197927" y="343902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Blandit</a:t>
            </a:r>
            <a:endParaRPr b="1" sz="2000">
              <a:solidFill>
                <a:schemeClr val="dk1"/>
              </a:solidFill>
              <a:latin typeface="Calibri"/>
              <a:ea typeface="Calibri"/>
              <a:cs typeface="Calibri"/>
              <a:sym typeface="Calibri"/>
            </a:endParaRPr>
          </a:p>
          <a:p>
            <a:pPr indent="0" lvl="0" marL="0" marR="0" rtl="0" algn="l">
              <a:spcBef>
                <a:spcPts val="500"/>
              </a:spcBef>
              <a:spcAft>
                <a:spcPts val="0"/>
              </a:spcAft>
              <a:buNone/>
            </a:pPr>
            <a:r>
              <a:rPr lang="en-US" sz="1000">
                <a:solidFill>
                  <a:schemeClr val="dk1"/>
                </a:solidFill>
                <a:latin typeface="Calibri"/>
                <a:ea typeface="Calibri"/>
                <a:cs typeface="Calibri"/>
                <a:sym typeface="Calibri"/>
              </a:rPr>
              <a:t>Lorem ipsum dolor sit amet consectetur adipiscing elit. </a:t>
            </a:r>
            <a:endParaRPr/>
          </a:p>
        </p:txBody>
      </p:sp>
      <p:sp>
        <p:nvSpPr>
          <p:cNvPr id="4229" name="Google Shape;4229;p70"/>
          <p:cNvSpPr txBox="1"/>
          <p:nvPr/>
        </p:nvSpPr>
        <p:spPr>
          <a:xfrm>
            <a:off x="4998990" y="3439027"/>
            <a:ext cx="1774209" cy="7720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Donec</a:t>
            </a:r>
            <a:endParaRPr/>
          </a:p>
          <a:p>
            <a:pPr indent="0" lvl="0" marL="0" marR="0" rtl="0" algn="l">
              <a:spcBef>
                <a:spcPts val="500"/>
              </a:spcBef>
              <a:spcAft>
                <a:spcPts val="0"/>
              </a:spcAft>
              <a:buNone/>
            </a:pPr>
            <a:r>
              <a:rPr lang="en-US" sz="1000">
                <a:solidFill>
                  <a:schemeClr val="dk1"/>
                </a:solidFill>
                <a:latin typeface="Calibri"/>
                <a:ea typeface="Calibri"/>
                <a:cs typeface="Calibri"/>
                <a:sym typeface="Calibri"/>
              </a:rPr>
              <a:t>Lorem ipsum dolor sit amet consectetur adipiscing elit. </a:t>
            </a:r>
            <a:endParaRPr/>
          </a:p>
        </p:txBody>
      </p:sp>
      <p:grpSp>
        <p:nvGrpSpPr>
          <p:cNvPr id="4230" name="Google Shape;4230;p70"/>
          <p:cNvGrpSpPr/>
          <p:nvPr/>
        </p:nvGrpSpPr>
        <p:grpSpPr>
          <a:xfrm>
            <a:off x="2379345" y="1670209"/>
            <a:ext cx="366014" cy="159856"/>
            <a:chOff x="7116357" y="2722506"/>
            <a:chExt cx="379439" cy="165720"/>
          </a:xfrm>
        </p:grpSpPr>
        <p:sp>
          <p:nvSpPr>
            <p:cNvPr id="4231" name="Google Shape;4231;p70"/>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2" name="Google Shape;4232;p70"/>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33" name="Google Shape;4233;p70"/>
          <p:cNvGrpSpPr/>
          <p:nvPr/>
        </p:nvGrpSpPr>
        <p:grpSpPr>
          <a:xfrm>
            <a:off x="3888720" y="3076253"/>
            <a:ext cx="283413" cy="281796"/>
            <a:chOff x="5523003" y="2417045"/>
            <a:chExt cx="435620" cy="433135"/>
          </a:xfrm>
        </p:grpSpPr>
        <p:sp>
          <p:nvSpPr>
            <p:cNvPr id="4234" name="Google Shape;4234;p70"/>
            <p:cNvSpPr/>
            <p:nvPr/>
          </p:nvSpPr>
          <p:spPr>
            <a:xfrm>
              <a:off x="5616770" y="2458167"/>
              <a:ext cx="208245" cy="7531"/>
            </a:xfrm>
            <a:custGeom>
              <a:rect b="b" l="l" r="r" t="t"/>
              <a:pathLst>
                <a:path extrusionOk="0" h="7531" w="208245">
                  <a:moveTo>
                    <a:pt x="208246"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5" name="Google Shape;4235;p70"/>
            <p:cNvSpPr/>
            <p:nvPr/>
          </p:nvSpPr>
          <p:spPr>
            <a:xfrm>
              <a:off x="5523003" y="2458242"/>
              <a:ext cx="201317" cy="356691"/>
            </a:xfrm>
            <a:custGeom>
              <a:rect b="b" l="l" r="r" t="t"/>
              <a:pathLst>
                <a:path extrusionOk="0" h="356691" w="201317">
                  <a:moveTo>
                    <a:pt x="57164" y="0"/>
                  </a:moveTo>
                  <a:lnTo>
                    <a:pt x="28620" y="0"/>
                  </a:lnTo>
                  <a:cubicBezTo>
                    <a:pt x="12804" y="0"/>
                    <a:pt x="0" y="12728"/>
                    <a:pt x="0" y="28544"/>
                  </a:cubicBezTo>
                  <a:lnTo>
                    <a:pt x="0" y="328072"/>
                  </a:lnTo>
                  <a:cubicBezTo>
                    <a:pt x="0" y="343888"/>
                    <a:pt x="12804" y="356691"/>
                    <a:pt x="28620" y="356691"/>
                  </a:cubicBezTo>
                  <a:lnTo>
                    <a:pt x="201317" y="356691"/>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6" name="Google Shape;4236;p70"/>
            <p:cNvSpPr/>
            <p:nvPr/>
          </p:nvSpPr>
          <p:spPr>
            <a:xfrm>
              <a:off x="5861619" y="2458242"/>
              <a:ext cx="57164" cy="159592"/>
            </a:xfrm>
            <a:custGeom>
              <a:rect b="b" l="l" r="r" t="t"/>
              <a:pathLst>
                <a:path extrusionOk="0" h="159592" w="57164">
                  <a:moveTo>
                    <a:pt x="0" y="0"/>
                  </a:moveTo>
                  <a:lnTo>
                    <a:pt x="28544" y="0"/>
                  </a:lnTo>
                  <a:cubicBezTo>
                    <a:pt x="44361" y="0"/>
                    <a:pt x="57164" y="12728"/>
                    <a:pt x="57164" y="28544"/>
                  </a:cubicBezTo>
                  <a:lnTo>
                    <a:pt x="57164" y="159592"/>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7" name="Google Shape;4237;p70"/>
            <p:cNvSpPr/>
            <p:nvPr/>
          </p:nvSpPr>
          <p:spPr>
            <a:xfrm>
              <a:off x="5735993" y="2627550"/>
              <a:ext cx="222630" cy="222630"/>
            </a:xfrm>
            <a:custGeom>
              <a:rect b="b" l="l" r="r" t="t"/>
              <a:pathLst>
                <a:path extrusionOk="0" h="222630" w="222630">
                  <a:moveTo>
                    <a:pt x="222631" y="111315"/>
                  </a:moveTo>
                  <a:cubicBezTo>
                    <a:pt x="222631" y="172793"/>
                    <a:pt x="172793" y="222631"/>
                    <a:pt x="111315" y="222631"/>
                  </a:cubicBezTo>
                  <a:cubicBezTo>
                    <a:pt x="49837" y="222631"/>
                    <a:pt x="0" y="172793"/>
                    <a:pt x="0" y="111316"/>
                  </a:cubicBezTo>
                  <a:cubicBezTo>
                    <a:pt x="0" y="49838"/>
                    <a:pt x="49837" y="0"/>
                    <a:pt x="111315" y="0"/>
                  </a:cubicBezTo>
                  <a:cubicBezTo>
                    <a:pt x="172793" y="0"/>
                    <a:pt x="222631" y="49838"/>
                    <a:pt x="222631" y="111315"/>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8" name="Google Shape;4238;p70"/>
            <p:cNvSpPr/>
            <p:nvPr/>
          </p:nvSpPr>
          <p:spPr>
            <a:xfrm>
              <a:off x="5580167" y="2417045"/>
              <a:ext cx="36603" cy="82168"/>
            </a:xfrm>
            <a:custGeom>
              <a:rect b="b" l="l" r="r" t="t"/>
              <a:pathLst>
                <a:path extrusionOk="0" h="82168" w="36603">
                  <a:moveTo>
                    <a:pt x="26963" y="0"/>
                  </a:moveTo>
                  <a:cubicBezTo>
                    <a:pt x="32287" y="0"/>
                    <a:pt x="36603" y="4316"/>
                    <a:pt x="36603" y="9640"/>
                  </a:cubicBezTo>
                  <a:lnTo>
                    <a:pt x="36603" y="72528"/>
                  </a:lnTo>
                  <a:cubicBezTo>
                    <a:pt x="36603" y="77853"/>
                    <a:pt x="32287" y="82169"/>
                    <a:pt x="26963" y="82169"/>
                  </a:cubicBezTo>
                  <a:lnTo>
                    <a:pt x="9641" y="82169"/>
                  </a:lnTo>
                  <a:cubicBezTo>
                    <a:pt x="4316" y="82169"/>
                    <a:pt x="0" y="77853"/>
                    <a:pt x="0" y="72528"/>
                  </a:cubicBezTo>
                  <a:lnTo>
                    <a:pt x="0" y="9640"/>
                  </a:lnTo>
                  <a:cubicBezTo>
                    <a:pt x="0" y="4316"/>
                    <a:pt x="4316" y="0"/>
                    <a:pt x="9641"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9" name="Google Shape;4239;p70"/>
            <p:cNvSpPr/>
            <p:nvPr/>
          </p:nvSpPr>
          <p:spPr>
            <a:xfrm>
              <a:off x="5825016" y="2417045"/>
              <a:ext cx="36603" cy="82168"/>
            </a:xfrm>
            <a:custGeom>
              <a:rect b="b" l="l" r="r" t="t"/>
              <a:pathLst>
                <a:path extrusionOk="0" h="82168" w="36603">
                  <a:moveTo>
                    <a:pt x="26963" y="0"/>
                  </a:moveTo>
                  <a:cubicBezTo>
                    <a:pt x="32287" y="0"/>
                    <a:pt x="36603" y="4316"/>
                    <a:pt x="36603" y="9640"/>
                  </a:cubicBezTo>
                  <a:lnTo>
                    <a:pt x="36603" y="72528"/>
                  </a:lnTo>
                  <a:cubicBezTo>
                    <a:pt x="36603" y="77853"/>
                    <a:pt x="32287" y="82169"/>
                    <a:pt x="26963" y="82169"/>
                  </a:cubicBezTo>
                  <a:lnTo>
                    <a:pt x="9641" y="82169"/>
                  </a:lnTo>
                  <a:cubicBezTo>
                    <a:pt x="4317" y="82169"/>
                    <a:pt x="0" y="77853"/>
                    <a:pt x="0" y="72528"/>
                  </a:cubicBezTo>
                  <a:lnTo>
                    <a:pt x="0" y="9640"/>
                  </a:lnTo>
                  <a:cubicBezTo>
                    <a:pt x="0" y="4316"/>
                    <a:pt x="4316" y="0"/>
                    <a:pt x="9641" y="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0" name="Google Shape;4240;p70"/>
            <p:cNvSpPr/>
            <p:nvPr/>
          </p:nvSpPr>
          <p:spPr>
            <a:xfrm>
              <a:off x="5523003" y="2540109"/>
              <a:ext cx="395779" cy="7531"/>
            </a:xfrm>
            <a:custGeom>
              <a:rect b="b" l="l" r="r" t="t"/>
              <a:pathLst>
                <a:path extrusionOk="0" h="7531" w="395779">
                  <a:moveTo>
                    <a:pt x="395780"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1" name="Google Shape;4241;p70"/>
            <p:cNvSpPr/>
            <p:nvPr/>
          </p:nvSpPr>
          <p:spPr>
            <a:xfrm>
              <a:off x="5589205"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2" name="Google Shape;4242;p70"/>
            <p:cNvSpPr/>
            <p:nvPr/>
          </p:nvSpPr>
          <p:spPr>
            <a:xfrm>
              <a:off x="5666252" y="2595165"/>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3" name="Google Shape;4243;p70"/>
            <p:cNvSpPr/>
            <p:nvPr/>
          </p:nvSpPr>
          <p:spPr>
            <a:xfrm>
              <a:off x="5743374"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4" name="Google Shape;4244;p70"/>
            <p:cNvSpPr/>
            <p:nvPr/>
          </p:nvSpPr>
          <p:spPr>
            <a:xfrm>
              <a:off x="5589205" y="2647659"/>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5" name="Google Shape;4245;p70"/>
            <p:cNvSpPr/>
            <p:nvPr/>
          </p:nvSpPr>
          <p:spPr>
            <a:xfrm>
              <a:off x="5666252" y="2647659"/>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6" name="Google Shape;4246;p70"/>
            <p:cNvSpPr/>
            <p:nvPr/>
          </p:nvSpPr>
          <p:spPr>
            <a:xfrm>
              <a:off x="5743374" y="2647659"/>
              <a:ext cx="7682" cy="7531"/>
            </a:xfrm>
            <a:custGeom>
              <a:rect b="b" l="l" r="r" t="t"/>
              <a:pathLst>
                <a:path extrusionOk="0" h="7531" w="7682">
                  <a:moveTo>
                    <a:pt x="0" y="0"/>
                  </a:moveTo>
                  <a:lnTo>
                    <a:pt x="768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7" name="Google Shape;4247;p70"/>
            <p:cNvSpPr/>
            <p:nvPr/>
          </p:nvSpPr>
          <p:spPr>
            <a:xfrm>
              <a:off x="5820421" y="2595165"/>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8" name="Google Shape;4248;p70"/>
            <p:cNvSpPr/>
            <p:nvPr/>
          </p:nvSpPr>
          <p:spPr>
            <a:xfrm>
              <a:off x="5589205" y="2700154"/>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9" name="Google Shape;4249;p70"/>
            <p:cNvSpPr/>
            <p:nvPr/>
          </p:nvSpPr>
          <p:spPr>
            <a:xfrm>
              <a:off x="5666252" y="2700154"/>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0" name="Google Shape;4250;p70"/>
            <p:cNvSpPr/>
            <p:nvPr/>
          </p:nvSpPr>
          <p:spPr>
            <a:xfrm>
              <a:off x="5589205" y="2752573"/>
              <a:ext cx="32159" cy="7531"/>
            </a:xfrm>
            <a:custGeom>
              <a:rect b="b" l="l" r="r" t="t"/>
              <a:pathLst>
                <a:path extrusionOk="0" h="7531" w="32159">
                  <a:moveTo>
                    <a:pt x="0" y="0"/>
                  </a:moveTo>
                  <a:lnTo>
                    <a:pt x="32159"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1" name="Google Shape;4251;p70"/>
            <p:cNvSpPr/>
            <p:nvPr/>
          </p:nvSpPr>
          <p:spPr>
            <a:xfrm>
              <a:off x="5666252" y="2752573"/>
              <a:ext cx="32159" cy="7531"/>
            </a:xfrm>
            <a:custGeom>
              <a:rect b="b" l="l" r="r" t="t"/>
              <a:pathLst>
                <a:path extrusionOk="0" h="7531" w="32159">
                  <a:moveTo>
                    <a:pt x="0" y="0"/>
                  </a:moveTo>
                  <a:lnTo>
                    <a:pt x="3216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2" name="Google Shape;4252;p70"/>
            <p:cNvSpPr/>
            <p:nvPr/>
          </p:nvSpPr>
          <p:spPr>
            <a:xfrm>
              <a:off x="5795643" y="2705802"/>
              <a:ext cx="103332" cy="60026"/>
            </a:xfrm>
            <a:custGeom>
              <a:rect b="b" l="l" r="r" t="t"/>
              <a:pathLst>
                <a:path extrusionOk="0" h="60026" w="103332">
                  <a:moveTo>
                    <a:pt x="0" y="16795"/>
                  </a:moveTo>
                  <a:lnTo>
                    <a:pt x="43306" y="60026"/>
                  </a:lnTo>
                  <a:lnTo>
                    <a:pt x="10333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53" name="Google Shape;4253;p70"/>
          <p:cNvGrpSpPr/>
          <p:nvPr/>
        </p:nvGrpSpPr>
        <p:grpSpPr>
          <a:xfrm>
            <a:off x="5179780" y="1670209"/>
            <a:ext cx="366014" cy="159856"/>
            <a:chOff x="7116357" y="2722506"/>
            <a:chExt cx="379439" cy="165720"/>
          </a:xfrm>
        </p:grpSpPr>
        <p:sp>
          <p:nvSpPr>
            <p:cNvPr id="4254" name="Google Shape;4254;p70"/>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5" name="Google Shape;4255;p70"/>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56" name="Google Shape;4256;p70"/>
          <p:cNvGrpSpPr/>
          <p:nvPr/>
        </p:nvGrpSpPr>
        <p:grpSpPr>
          <a:xfrm>
            <a:off x="7976320" y="1670209"/>
            <a:ext cx="366014" cy="159856"/>
            <a:chOff x="7116357" y="2722506"/>
            <a:chExt cx="379439" cy="165720"/>
          </a:xfrm>
        </p:grpSpPr>
        <p:sp>
          <p:nvSpPr>
            <p:cNvPr id="4257" name="Google Shape;4257;p70"/>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8" name="Google Shape;4258;p70"/>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59" name="Google Shape;4259;p70"/>
          <p:cNvGrpSpPr/>
          <p:nvPr/>
        </p:nvGrpSpPr>
        <p:grpSpPr>
          <a:xfrm>
            <a:off x="3756745" y="3368992"/>
            <a:ext cx="366014" cy="159856"/>
            <a:chOff x="7116357" y="2722506"/>
            <a:chExt cx="379439" cy="165720"/>
          </a:xfrm>
        </p:grpSpPr>
        <p:sp>
          <p:nvSpPr>
            <p:cNvPr id="4260" name="Google Shape;4260;p70"/>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1" name="Google Shape;4261;p70"/>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62" name="Google Shape;4262;p70"/>
          <p:cNvGrpSpPr/>
          <p:nvPr/>
        </p:nvGrpSpPr>
        <p:grpSpPr>
          <a:xfrm>
            <a:off x="6578570" y="3401039"/>
            <a:ext cx="366014" cy="159856"/>
            <a:chOff x="7116357" y="2722506"/>
            <a:chExt cx="379439" cy="165720"/>
          </a:xfrm>
        </p:grpSpPr>
        <p:sp>
          <p:nvSpPr>
            <p:cNvPr id="4263" name="Google Shape;4263;p70"/>
            <p:cNvSpPr/>
            <p:nvPr/>
          </p:nvSpPr>
          <p:spPr>
            <a:xfrm>
              <a:off x="7116357" y="2722506"/>
              <a:ext cx="246568" cy="91244"/>
            </a:xfrm>
            <a:custGeom>
              <a:rect b="b" l="l" r="r" t="t"/>
              <a:pathLst>
                <a:path extrusionOk="0" h="91244" w="246568">
                  <a:moveTo>
                    <a:pt x="0" y="91245"/>
                  </a:moveTo>
                  <a:lnTo>
                    <a:pt x="84501" y="6743"/>
                  </a:lnTo>
                  <a:cubicBezTo>
                    <a:pt x="90080" y="1165"/>
                    <a:pt x="98145" y="-1172"/>
                    <a:pt x="105834" y="562"/>
                  </a:cubicBezTo>
                  <a:lnTo>
                    <a:pt x="228628" y="28377"/>
                  </a:lnTo>
                  <a:cubicBezTo>
                    <a:pt x="239106" y="30790"/>
                    <a:pt x="246569" y="40061"/>
                    <a:pt x="246569" y="50841"/>
                  </a:cubicBezTo>
                  <a:lnTo>
                    <a:pt x="246569" y="50841"/>
                  </a:lnTo>
                  <a:cubicBezTo>
                    <a:pt x="246569" y="64334"/>
                    <a:pt x="235036" y="74963"/>
                    <a:pt x="221543" y="73756"/>
                  </a:cubicBezTo>
                  <a:lnTo>
                    <a:pt x="146162" y="67123"/>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4" name="Google Shape;4264;p70"/>
            <p:cNvSpPr/>
            <p:nvPr/>
          </p:nvSpPr>
          <p:spPr>
            <a:xfrm>
              <a:off x="7190833" y="2734448"/>
              <a:ext cx="304963" cy="153778"/>
            </a:xfrm>
            <a:custGeom>
              <a:rect b="b" l="l" r="r" t="t"/>
              <a:pathLst>
                <a:path extrusionOk="0" h="153778" w="304963">
                  <a:moveTo>
                    <a:pt x="162972" y="57594"/>
                  </a:moveTo>
                  <a:lnTo>
                    <a:pt x="272877" y="2340"/>
                  </a:lnTo>
                  <a:cubicBezTo>
                    <a:pt x="283129" y="-2786"/>
                    <a:pt x="295642" y="757"/>
                    <a:pt x="301672" y="10556"/>
                  </a:cubicBezTo>
                  <a:lnTo>
                    <a:pt x="301672" y="10556"/>
                  </a:lnTo>
                  <a:cubicBezTo>
                    <a:pt x="308080" y="20959"/>
                    <a:pt x="304838" y="34527"/>
                    <a:pt x="294511" y="41010"/>
                  </a:cubicBezTo>
                  <a:lnTo>
                    <a:pt x="186189" y="108325"/>
                  </a:lnTo>
                  <a:cubicBezTo>
                    <a:pt x="179707" y="112320"/>
                    <a:pt x="172244" y="114506"/>
                    <a:pt x="164555" y="114430"/>
                  </a:cubicBezTo>
                  <a:lnTo>
                    <a:pt x="37916" y="113978"/>
                  </a:lnTo>
                  <a:lnTo>
                    <a:pt x="0" y="153779"/>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65" name="Google Shape;4265;p70"/>
          <p:cNvGrpSpPr/>
          <p:nvPr/>
        </p:nvGrpSpPr>
        <p:grpSpPr>
          <a:xfrm>
            <a:off x="6679686" y="3109801"/>
            <a:ext cx="273456" cy="273456"/>
            <a:chOff x="1676405" y="1000783"/>
            <a:chExt cx="492544" cy="492544"/>
          </a:xfrm>
        </p:grpSpPr>
        <p:sp>
          <p:nvSpPr>
            <p:cNvPr id="4266" name="Google Shape;4266;p70"/>
            <p:cNvSpPr/>
            <p:nvPr/>
          </p:nvSpPr>
          <p:spPr>
            <a:xfrm>
              <a:off x="1676405" y="1000783"/>
              <a:ext cx="492544" cy="492544"/>
            </a:xfrm>
            <a:custGeom>
              <a:rect b="b" l="l" r="r" t="t"/>
              <a:pathLst>
                <a:path extrusionOk="0" h="492544" w="492544">
                  <a:moveTo>
                    <a:pt x="460705" y="124994"/>
                  </a:moveTo>
                  <a:cubicBezTo>
                    <a:pt x="480993" y="160751"/>
                    <a:pt x="492544" y="202183"/>
                    <a:pt x="492544" y="246272"/>
                  </a:cubicBezTo>
                  <a:cubicBezTo>
                    <a:pt x="492544" y="382322"/>
                    <a:pt x="382322" y="492544"/>
                    <a:pt x="246272" y="492544"/>
                  </a:cubicBezTo>
                  <a:cubicBezTo>
                    <a:pt x="110222" y="492544"/>
                    <a:pt x="0" y="382322"/>
                    <a:pt x="0" y="246272"/>
                  </a:cubicBezTo>
                  <a:cubicBezTo>
                    <a:pt x="0" y="110222"/>
                    <a:pt x="110222" y="0"/>
                    <a:pt x="246272" y="0"/>
                  </a:cubicBezTo>
                  <a:cubicBezTo>
                    <a:pt x="290339" y="0"/>
                    <a:pt x="331793" y="11551"/>
                    <a:pt x="367551" y="3184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7" name="Google Shape;4267;p70"/>
            <p:cNvSpPr/>
            <p:nvPr/>
          </p:nvSpPr>
          <p:spPr>
            <a:xfrm>
              <a:off x="1746996" y="1071375"/>
              <a:ext cx="351405" cy="351405"/>
            </a:xfrm>
            <a:custGeom>
              <a:rect b="b" l="l" r="r" t="t"/>
              <a:pathLst>
                <a:path extrusionOk="0" h="351405" w="351405">
                  <a:moveTo>
                    <a:pt x="316661" y="70727"/>
                  </a:moveTo>
                  <a:cubicBezTo>
                    <a:pt x="338481" y="99932"/>
                    <a:pt x="351406" y="136297"/>
                    <a:pt x="351406" y="175703"/>
                  </a:cubicBezTo>
                  <a:cubicBezTo>
                    <a:pt x="351406" y="272775"/>
                    <a:pt x="272775" y="351405"/>
                    <a:pt x="175703" y="351405"/>
                  </a:cubicBezTo>
                  <a:cubicBezTo>
                    <a:pt x="78631" y="351405"/>
                    <a:pt x="0" y="272775"/>
                    <a:pt x="0" y="175703"/>
                  </a:cubicBezTo>
                  <a:cubicBezTo>
                    <a:pt x="0" y="78631"/>
                    <a:pt x="78631" y="0"/>
                    <a:pt x="175703" y="0"/>
                  </a:cubicBezTo>
                  <a:cubicBezTo>
                    <a:pt x="215108" y="0"/>
                    <a:pt x="251451" y="12902"/>
                    <a:pt x="280679" y="34744"/>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8" name="Google Shape;4268;p70"/>
            <p:cNvSpPr/>
            <p:nvPr/>
          </p:nvSpPr>
          <p:spPr>
            <a:xfrm>
              <a:off x="1811734" y="1136135"/>
              <a:ext cx="221840" cy="221840"/>
            </a:xfrm>
            <a:custGeom>
              <a:rect b="b" l="l" r="r" t="t"/>
              <a:pathLst>
                <a:path extrusionOk="0" h="221840" w="221840">
                  <a:moveTo>
                    <a:pt x="205291" y="52578"/>
                  </a:moveTo>
                  <a:cubicBezTo>
                    <a:pt x="215829" y="69556"/>
                    <a:pt x="221841" y="89529"/>
                    <a:pt x="221841" y="110920"/>
                  </a:cubicBezTo>
                  <a:cubicBezTo>
                    <a:pt x="221841" y="172145"/>
                    <a:pt x="172168" y="221841"/>
                    <a:pt x="110920" y="221841"/>
                  </a:cubicBezTo>
                  <a:cubicBezTo>
                    <a:pt x="49673" y="221841"/>
                    <a:pt x="0" y="172168"/>
                    <a:pt x="0" y="110920"/>
                  </a:cubicBezTo>
                  <a:cubicBezTo>
                    <a:pt x="0" y="49673"/>
                    <a:pt x="49673" y="0"/>
                    <a:pt x="110920" y="0"/>
                  </a:cubicBezTo>
                  <a:cubicBezTo>
                    <a:pt x="132312" y="0"/>
                    <a:pt x="152285" y="6035"/>
                    <a:pt x="169263" y="1655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9" name="Google Shape;4269;p70"/>
            <p:cNvSpPr/>
            <p:nvPr/>
          </p:nvSpPr>
          <p:spPr>
            <a:xfrm>
              <a:off x="1874264" y="1198643"/>
              <a:ext cx="96824" cy="96824"/>
            </a:xfrm>
            <a:custGeom>
              <a:rect b="b" l="l" r="r" t="t"/>
              <a:pathLst>
                <a:path extrusionOk="0" h="96824" w="96824">
                  <a:moveTo>
                    <a:pt x="95474" y="37379"/>
                  </a:moveTo>
                  <a:cubicBezTo>
                    <a:pt x="96397" y="40937"/>
                    <a:pt x="96825" y="44607"/>
                    <a:pt x="96825" y="48412"/>
                  </a:cubicBezTo>
                  <a:cubicBezTo>
                    <a:pt x="96825" y="75163"/>
                    <a:pt x="75163" y="96825"/>
                    <a:pt x="48412" y="96825"/>
                  </a:cubicBezTo>
                  <a:cubicBezTo>
                    <a:pt x="21662" y="96825"/>
                    <a:pt x="0" y="75163"/>
                    <a:pt x="0" y="48412"/>
                  </a:cubicBezTo>
                  <a:cubicBezTo>
                    <a:pt x="0" y="21662"/>
                    <a:pt x="21662" y="0"/>
                    <a:pt x="48412" y="0"/>
                  </a:cubicBezTo>
                  <a:cubicBezTo>
                    <a:pt x="52240" y="0"/>
                    <a:pt x="55888" y="428"/>
                    <a:pt x="59446" y="1351"/>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0" name="Google Shape;4270;p70"/>
            <p:cNvSpPr/>
            <p:nvPr/>
          </p:nvSpPr>
          <p:spPr>
            <a:xfrm>
              <a:off x="1922677" y="1047799"/>
              <a:ext cx="199255" cy="199255"/>
            </a:xfrm>
            <a:custGeom>
              <a:rect b="b" l="l" r="r" t="t"/>
              <a:pathLst>
                <a:path extrusionOk="0" h="199255" w="199255">
                  <a:moveTo>
                    <a:pt x="0" y="199256"/>
                  </a:moveTo>
                  <a:lnTo>
                    <a:pt x="139990" y="59288"/>
                  </a:lnTo>
                  <a:lnTo>
                    <a:pt x="199256"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1" name="Google Shape;4271;p70"/>
            <p:cNvSpPr/>
            <p:nvPr/>
          </p:nvSpPr>
          <p:spPr>
            <a:xfrm>
              <a:off x="2052962" y="1000783"/>
              <a:ext cx="115986" cy="116009"/>
            </a:xfrm>
            <a:custGeom>
              <a:rect b="b" l="l" r="r" t="t"/>
              <a:pathLst>
                <a:path extrusionOk="0" h="116009" w="115986">
                  <a:moveTo>
                    <a:pt x="115987" y="57059"/>
                  </a:moveTo>
                  <a:lnTo>
                    <a:pt x="100202" y="72956"/>
                  </a:lnTo>
                  <a:lnTo>
                    <a:pt x="100112" y="72956"/>
                  </a:lnTo>
                  <a:lnTo>
                    <a:pt x="57059" y="116009"/>
                  </a:lnTo>
                  <a:lnTo>
                    <a:pt x="10088" y="105899"/>
                  </a:lnTo>
                  <a:lnTo>
                    <a:pt x="0" y="58928"/>
                  </a:lnTo>
                  <a:lnTo>
                    <a:pt x="15875" y="43053"/>
                  </a:lnTo>
                  <a:lnTo>
                    <a:pt x="43053" y="15875"/>
                  </a:lnTo>
                  <a:lnTo>
                    <a:pt x="58928" y="0"/>
                  </a:lnTo>
                  <a:lnTo>
                    <a:pt x="68948" y="47039"/>
                  </a:lnTo>
                  <a:lnTo>
                    <a:pt x="115987" y="57059"/>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2" name="Google Shape;4272;p70"/>
            <p:cNvSpPr/>
            <p:nvPr/>
          </p:nvSpPr>
          <p:spPr>
            <a:xfrm>
              <a:off x="2096015" y="1016568"/>
              <a:ext cx="2251" cy="90"/>
            </a:xfrm>
            <a:custGeom>
              <a:rect b="b" l="l" r="r" t="t"/>
              <a:pathLst>
                <a:path extrusionOk="0" h="90" w="2251">
                  <a:moveTo>
                    <a:pt x="0" y="9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73" name="Google Shape;4273;p70"/>
          <p:cNvGrpSpPr/>
          <p:nvPr/>
        </p:nvGrpSpPr>
        <p:grpSpPr>
          <a:xfrm>
            <a:off x="8122895" y="1389984"/>
            <a:ext cx="263914" cy="263914"/>
            <a:chOff x="7216115" y="1002524"/>
            <a:chExt cx="220843" cy="220843"/>
          </a:xfrm>
        </p:grpSpPr>
        <p:sp>
          <p:nvSpPr>
            <p:cNvPr id="4274" name="Google Shape;4274;p70"/>
            <p:cNvSpPr/>
            <p:nvPr/>
          </p:nvSpPr>
          <p:spPr>
            <a:xfrm>
              <a:off x="7216115" y="1002524"/>
              <a:ext cx="220843" cy="220843"/>
            </a:xfrm>
            <a:custGeom>
              <a:rect b="b" l="l" r="r" t="t"/>
              <a:pathLst>
                <a:path extrusionOk="0" h="220843" w="220843">
                  <a:moveTo>
                    <a:pt x="193456" y="131946"/>
                  </a:moveTo>
                  <a:cubicBezTo>
                    <a:pt x="191489" y="139815"/>
                    <a:pt x="188311" y="147305"/>
                    <a:pt x="184301" y="154190"/>
                  </a:cubicBezTo>
                  <a:lnTo>
                    <a:pt x="200870" y="176130"/>
                  </a:lnTo>
                  <a:lnTo>
                    <a:pt x="175979" y="201097"/>
                  </a:lnTo>
                  <a:lnTo>
                    <a:pt x="154038" y="184453"/>
                  </a:lnTo>
                  <a:cubicBezTo>
                    <a:pt x="147154" y="188538"/>
                    <a:pt x="139739" y="191640"/>
                    <a:pt x="131795" y="193607"/>
                  </a:cubicBezTo>
                  <a:lnTo>
                    <a:pt x="128088" y="220541"/>
                  </a:lnTo>
                  <a:lnTo>
                    <a:pt x="128088" y="220844"/>
                  </a:lnTo>
                  <a:cubicBezTo>
                    <a:pt x="128088" y="220844"/>
                    <a:pt x="128088" y="220844"/>
                    <a:pt x="128088" y="220844"/>
                  </a:cubicBezTo>
                  <a:lnTo>
                    <a:pt x="92756" y="220844"/>
                  </a:lnTo>
                  <a:lnTo>
                    <a:pt x="88973" y="193531"/>
                  </a:lnTo>
                  <a:cubicBezTo>
                    <a:pt x="81104" y="191564"/>
                    <a:pt x="73614" y="188387"/>
                    <a:pt x="66730" y="184377"/>
                  </a:cubicBezTo>
                  <a:lnTo>
                    <a:pt x="44789" y="201022"/>
                  </a:lnTo>
                  <a:lnTo>
                    <a:pt x="19822" y="176055"/>
                  </a:lnTo>
                  <a:lnTo>
                    <a:pt x="36467" y="154114"/>
                  </a:lnTo>
                  <a:cubicBezTo>
                    <a:pt x="32381" y="147229"/>
                    <a:pt x="29279" y="139815"/>
                    <a:pt x="27312" y="131871"/>
                  </a:cubicBezTo>
                  <a:lnTo>
                    <a:pt x="0" y="128088"/>
                  </a:lnTo>
                  <a:lnTo>
                    <a:pt x="0" y="92756"/>
                  </a:lnTo>
                  <a:lnTo>
                    <a:pt x="378" y="92756"/>
                  </a:lnTo>
                  <a:cubicBezTo>
                    <a:pt x="378" y="92756"/>
                    <a:pt x="27312" y="88973"/>
                    <a:pt x="27312" y="88973"/>
                  </a:cubicBezTo>
                  <a:cubicBezTo>
                    <a:pt x="29279" y="81105"/>
                    <a:pt x="32457" y="73615"/>
                    <a:pt x="36467" y="66730"/>
                  </a:cubicBezTo>
                  <a:lnTo>
                    <a:pt x="19822" y="44789"/>
                  </a:lnTo>
                  <a:lnTo>
                    <a:pt x="44789" y="19898"/>
                  </a:lnTo>
                  <a:lnTo>
                    <a:pt x="66730" y="36467"/>
                  </a:lnTo>
                  <a:cubicBezTo>
                    <a:pt x="73614" y="32381"/>
                    <a:pt x="81029" y="29279"/>
                    <a:pt x="88973" y="27312"/>
                  </a:cubicBezTo>
                  <a:lnTo>
                    <a:pt x="92756" y="0"/>
                  </a:lnTo>
                  <a:lnTo>
                    <a:pt x="128088" y="0"/>
                  </a:lnTo>
                  <a:lnTo>
                    <a:pt x="131871" y="27312"/>
                  </a:lnTo>
                  <a:cubicBezTo>
                    <a:pt x="139739" y="29279"/>
                    <a:pt x="147229" y="32457"/>
                    <a:pt x="154114" y="36467"/>
                  </a:cubicBezTo>
                  <a:lnTo>
                    <a:pt x="176054" y="19898"/>
                  </a:lnTo>
                  <a:lnTo>
                    <a:pt x="200946" y="44789"/>
                  </a:lnTo>
                  <a:lnTo>
                    <a:pt x="184377" y="66730"/>
                  </a:lnTo>
                  <a:cubicBezTo>
                    <a:pt x="188462" y="73615"/>
                    <a:pt x="191564" y="81029"/>
                    <a:pt x="193532" y="88973"/>
                  </a:cubicBezTo>
                  <a:lnTo>
                    <a:pt x="220844" y="92756"/>
                  </a:lnTo>
                  <a:lnTo>
                    <a:pt x="220844" y="128088"/>
                  </a:lnTo>
                  <a:lnTo>
                    <a:pt x="193532" y="131871"/>
                  </a:ln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5" name="Google Shape;4275;p70"/>
            <p:cNvSpPr/>
            <p:nvPr/>
          </p:nvSpPr>
          <p:spPr>
            <a:xfrm>
              <a:off x="7282088" y="1068648"/>
              <a:ext cx="88670" cy="88670"/>
            </a:xfrm>
            <a:custGeom>
              <a:rect b="b" l="l" r="r" t="t"/>
              <a:pathLst>
                <a:path extrusionOk="0" h="88670" w="88670">
                  <a:moveTo>
                    <a:pt x="88671" y="44335"/>
                  </a:moveTo>
                  <a:cubicBezTo>
                    <a:pt x="88671" y="68773"/>
                    <a:pt x="68848" y="88670"/>
                    <a:pt x="44336" y="88670"/>
                  </a:cubicBezTo>
                  <a:cubicBezTo>
                    <a:pt x="19822" y="88670"/>
                    <a:pt x="0" y="68848"/>
                    <a:pt x="0" y="44335"/>
                  </a:cubicBezTo>
                  <a:cubicBezTo>
                    <a:pt x="0" y="19822"/>
                    <a:pt x="19822" y="0"/>
                    <a:pt x="44336" y="0"/>
                  </a:cubicBezTo>
                  <a:cubicBezTo>
                    <a:pt x="68848" y="0"/>
                    <a:pt x="88671" y="19822"/>
                    <a:pt x="88671" y="44335"/>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76" name="Google Shape;4276;p70"/>
          <p:cNvGrpSpPr/>
          <p:nvPr/>
        </p:nvGrpSpPr>
        <p:grpSpPr>
          <a:xfrm>
            <a:off x="2485641" y="1338372"/>
            <a:ext cx="285985" cy="303915"/>
            <a:chOff x="3248416" y="1700539"/>
            <a:chExt cx="285985" cy="303915"/>
          </a:xfrm>
        </p:grpSpPr>
        <p:sp>
          <p:nvSpPr>
            <p:cNvPr id="4277" name="Google Shape;4277;p70"/>
            <p:cNvSpPr/>
            <p:nvPr/>
          </p:nvSpPr>
          <p:spPr>
            <a:xfrm>
              <a:off x="3300998" y="1752150"/>
              <a:ext cx="180839" cy="252304"/>
            </a:xfrm>
            <a:custGeom>
              <a:rect b="b" l="l" r="r" t="t"/>
              <a:pathLst>
                <a:path extrusionOk="0" h="252304" w="180839">
                  <a:moveTo>
                    <a:pt x="180821" y="92213"/>
                  </a:moveTo>
                  <a:cubicBezTo>
                    <a:pt x="180216" y="121266"/>
                    <a:pt x="165917" y="146914"/>
                    <a:pt x="144127" y="163029"/>
                  </a:cubicBezTo>
                  <a:cubicBezTo>
                    <a:pt x="134292" y="170292"/>
                    <a:pt x="128164" y="181565"/>
                    <a:pt x="128164" y="193821"/>
                  </a:cubicBezTo>
                  <a:lnTo>
                    <a:pt x="128164" y="225446"/>
                  </a:lnTo>
                  <a:cubicBezTo>
                    <a:pt x="128164" y="240275"/>
                    <a:pt x="116134" y="252304"/>
                    <a:pt x="101305" y="252304"/>
                  </a:cubicBezTo>
                  <a:lnTo>
                    <a:pt x="79591" y="252304"/>
                  </a:lnTo>
                  <a:cubicBezTo>
                    <a:pt x="64763" y="252304"/>
                    <a:pt x="52733" y="240275"/>
                    <a:pt x="52733" y="225446"/>
                  </a:cubicBezTo>
                  <a:lnTo>
                    <a:pt x="52733" y="192989"/>
                  </a:lnTo>
                  <a:cubicBezTo>
                    <a:pt x="52733" y="181489"/>
                    <a:pt x="47286" y="170594"/>
                    <a:pt x="37904" y="163936"/>
                  </a:cubicBezTo>
                  <a:cubicBezTo>
                    <a:pt x="14905" y="147594"/>
                    <a:pt x="0" y="120736"/>
                    <a:pt x="0" y="90398"/>
                  </a:cubicBezTo>
                  <a:cubicBezTo>
                    <a:pt x="0" y="39329"/>
                    <a:pt x="42368" y="-1829"/>
                    <a:pt x="93739" y="63"/>
                  </a:cubicBezTo>
                  <a:cubicBezTo>
                    <a:pt x="142311" y="1803"/>
                    <a:pt x="181805" y="43717"/>
                    <a:pt x="180821" y="92289"/>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8" name="Google Shape;4278;p70"/>
            <p:cNvSpPr/>
            <p:nvPr/>
          </p:nvSpPr>
          <p:spPr>
            <a:xfrm>
              <a:off x="3353731" y="1947182"/>
              <a:ext cx="75430" cy="7565"/>
            </a:xfrm>
            <a:custGeom>
              <a:rect b="b" l="l" r="r" t="t"/>
              <a:pathLst>
                <a:path extrusionOk="0" h="7565" w="75430">
                  <a:moveTo>
                    <a:pt x="75430" y="0"/>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279" name="Google Shape;4279;p70"/>
            <p:cNvGrpSpPr/>
            <p:nvPr/>
          </p:nvGrpSpPr>
          <p:grpSpPr>
            <a:xfrm>
              <a:off x="3248416" y="1700539"/>
              <a:ext cx="285985" cy="244070"/>
              <a:chOff x="3248416" y="1700539"/>
              <a:chExt cx="285985" cy="244070"/>
            </a:xfrm>
          </p:grpSpPr>
          <p:sp>
            <p:nvSpPr>
              <p:cNvPr id="4280" name="Google Shape;4280;p70"/>
              <p:cNvSpPr/>
              <p:nvPr/>
            </p:nvSpPr>
            <p:spPr>
              <a:xfrm>
                <a:off x="3507089" y="1843531"/>
                <a:ext cx="27312" cy="7565"/>
              </a:xfrm>
              <a:custGeom>
                <a:rect b="b" l="l" r="r" t="t"/>
                <a:pathLst>
                  <a:path extrusionOk="0" h="7565" w="27312">
                    <a:moveTo>
                      <a:pt x="0" y="0"/>
                    </a:moveTo>
                    <a:lnTo>
                      <a:pt x="27312"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1" name="Google Shape;4281;p70"/>
              <p:cNvSpPr/>
              <p:nvPr/>
            </p:nvSpPr>
            <p:spPr>
              <a:xfrm>
                <a:off x="3248416" y="1843531"/>
                <a:ext cx="27387" cy="7565"/>
              </a:xfrm>
              <a:custGeom>
                <a:rect b="b" l="l" r="r" t="t"/>
                <a:pathLst>
                  <a:path extrusionOk="0" h="7565" w="27387">
                    <a:moveTo>
                      <a:pt x="0" y="0"/>
                    </a:moveTo>
                    <a:lnTo>
                      <a:pt x="2738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2" name="Google Shape;4282;p70"/>
              <p:cNvSpPr/>
              <p:nvPr/>
            </p:nvSpPr>
            <p:spPr>
              <a:xfrm>
                <a:off x="3473194" y="1742377"/>
                <a:ext cx="19368" cy="19368"/>
              </a:xfrm>
              <a:custGeom>
                <a:rect b="b" l="l" r="r" t="t"/>
                <a:pathLst>
                  <a:path extrusionOk="0" h="19368" w="19368">
                    <a:moveTo>
                      <a:pt x="0" y="19368"/>
                    </a:moveTo>
                    <a:lnTo>
                      <a:pt x="1936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3" name="Google Shape;4283;p70"/>
              <p:cNvSpPr/>
              <p:nvPr/>
            </p:nvSpPr>
            <p:spPr>
              <a:xfrm>
                <a:off x="3290330" y="1925241"/>
                <a:ext cx="19368" cy="19368"/>
              </a:xfrm>
              <a:custGeom>
                <a:rect b="b" l="l" r="r" t="t"/>
                <a:pathLst>
                  <a:path extrusionOk="0" h="19368" w="19368">
                    <a:moveTo>
                      <a:pt x="0" y="19368"/>
                    </a:moveTo>
                    <a:lnTo>
                      <a:pt x="19368"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4" name="Google Shape;4284;p70"/>
              <p:cNvSpPr/>
              <p:nvPr/>
            </p:nvSpPr>
            <p:spPr>
              <a:xfrm>
                <a:off x="3290330" y="1742377"/>
                <a:ext cx="19368" cy="19368"/>
              </a:xfrm>
              <a:custGeom>
                <a:rect b="b" l="l" r="r" t="t"/>
                <a:pathLst>
                  <a:path extrusionOk="0" h="19368" w="19368">
                    <a:moveTo>
                      <a:pt x="19368" y="1936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5" name="Google Shape;4285;p70"/>
              <p:cNvSpPr/>
              <p:nvPr/>
            </p:nvSpPr>
            <p:spPr>
              <a:xfrm>
                <a:off x="3473194" y="1925241"/>
                <a:ext cx="19368" cy="19368"/>
              </a:xfrm>
              <a:custGeom>
                <a:rect b="b" l="l" r="r" t="t"/>
                <a:pathLst>
                  <a:path extrusionOk="0" h="19368" w="19368">
                    <a:moveTo>
                      <a:pt x="19368" y="19368"/>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6" name="Google Shape;4286;p70"/>
              <p:cNvSpPr/>
              <p:nvPr/>
            </p:nvSpPr>
            <p:spPr>
              <a:xfrm>
                <a:off x="3391408" y="1700539"/>
                <a:ext cx="7565" cy="27312"/>
              </a:xfrm>
              <a:custGeom>
                <a:rect b="b" l="l" r="r" t="t"/>
                <a:pathLst>
                  <a:path extrusionOk="0" h="27312" w="7565">
                    <a:moveTo>
                      <a:pt x="0" y="27312"/>
                    </a:moveTo>
                    <a:lnTo>
                      <a:pt x="0" y="0"/>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87" name="Google Shape;4287;p70"/>
            <p:cNvSpPr/>
            <p:nvPr/>
          </p:nvSpPr>
          <p:spPr>
            <a:xfrm>
              <a:off x="3391409" y="1841186"/>
              <a:ext cx="34877" cy="82466"/>
            </a:xfrm>
            <a:custGeom>
              <a:rect b="b" l="l" r="r" t="t"/>
              <a:pathLst>
                <a:path extrusionOk="0" h="82466" w="34877">
                  <a:moveTo>
                    <a:pt x="0" y="20049"/>
                  </a:moveTo>
                  <a:lnTo>
                    <a:pt x="26026" y="20049"/>
                  </a:lnTo>
                  <a:cubicBezTo>
                    <a:pt x="30944" y="20049"/>
                    <a:pt x="34878" y="16115"/>
                    <a:pt x="34878" y="11197"/>
                  </a:cubicBezTo>
                  <a:lnTo>
                    <a:pt x="34878" y="8852"/>
                  </a:lnTo>
                  <a:cubicBezTo>
                    <a:pt x="34878" y="3934"/>
                    <a:pt x="30944" y="0"/>
                    <a:pt x="26026" y="0"/>
                  </a:cubicBezTo>
                  <a:lnTo>
                    <a:pt x="26026" y="0"/>
                  </a:lnTo>
                  <a:cubicBezTo>
                    <a:pt x="21260" y="0"/>
                    <a:pt x="17325" y="3783"/>
                    <a:pt x="17174" y="8549"/>
                  </a:cubicBezTo>
                  <a:lnTo>
                    <a:pt x="14980" y="8246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8" name="Google Shape;4288;p70"/>
            <p:cNvSpPr/>
            <p:nvPr/>
          </p:nvSpPr>
          <p:spPr>
            <a:xfrm>
              <a:off x="3356530" y="1841186"/>
              <a:ext cx="34878" cy="82466"/>
            </a:xfrm>
            <a:custGeom>
              <a:rect b="b" l="l" r="r" t="t"/>
              <a:pathLst>
                <a:path extrusionOk="0" h="82466" w="34878">
                  <a:moveTo>
                    <a:pt x="34878" y="20049"/>
                  </a:moveTo>
                  <a:lnTo>
                    <a:pt x="8852" y="20049"/>
                  </a:lnTo>
                  <a:cubicBezTo>
                    <a:pt x="3934" y="20049"/>
                    <a:pt x="0" y="16115"/>
                    <a:pt x="0" y="11197"/>
                  </a:cubicBezTo>
                  <a:lnTo>
                    <a:pt x="0" y="8852"/>
                  </a:lnTo>
                  <a:cubicBezTo>
                    <a:pt x="0" y="3934"/>
                    <a:pt x="3934" y="0"/>
                    <a:pt x="8852" y="0"/>
                  </a:cubicBezTo>
                  <a:lnTo>
                    <a:pt x="8852" y="0"/>
                  </a:lnTo>
                  <a:cubicBezTo>
                    <a:pt x="13618" y="0"/>
                    <a:pt x="17553" y="3783"/>
                    <a:pt x="17704" y="8549"/>
                  </a:cubicBezTo>
                  <a:lnTo>
                    <a:pt x="19898" y="82466"/>
                  </a:ln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89" name="Google Shape;4289;p70"/>
          <p:cNvGrpSpPr/>
          <p:nvPr/>
        </p:nvGrpSpPr>
        <p:grpSpPr>
          <a:xfrm>
            <a:off x="5260221" y="1365259"/>
            <a:ext cx="273677" cy="273770"/>
            <a:chOff x="3954379" y="2579873"/>
            <a:chExt cx="327648" cy="327759"/>
          </a:xfrm>
        </p:grpSpPr>
        <p:sp>
          <p:nvSpPr>
            <p:cNvPr id="4290" name="Google Shape;4290;p70"/>
            <p:cNvSpPr/>
            <p:nvPr/>
          </p:nvSpPr>
          <p:spPr>
            <a:xfrm rot="-102600">
              <a:off x="3958322" y="2583816"/>
              <a:ext cx="268281" cy="268281"/>
            </a:xfrm>
            <a:custGeom>
              <a:rect b="b" l="l" r="r" t="t"/>
              <a:pathLst>
                <a:path extrusionOk="0" h="268281" w="268281">
                  <a:moveTo>
                    <a:pt x="268281" y="134140"/>
                  </a:moveTo>
                  <a:cubicBezTo>
                    <a:pt x="268281" y="208224"/>
                    <a:pt x="208224" y="268281"/>
                    <a:pt x="134140" y="268281"/>
                  </a:cubicBezTo>
                  <a:cubicBezTo>
                    <a:pt x="60056" y="268281"/>
                    <a:pt x="0" y="208224"/>
                    <a:pt x="0" y="134141"/>
                  </a:cubicBezTo>
                  <a:cubicBezTo>
                    <a:pt x="0" y="60057"/>
                    <a:pt x="60056" y="0"/>
                    <a:pt x="134140" y="0"/>
                  </a:cubicBezTo>
                  <a:cubicBezTo>
                    <a:pt x="208224" y="0"/>
                    <a:pt x="268281" y="60057"/>
                    <a:pt x="268281" y="134140"/>
                  </a:cubicBezTo>
                  <a:close/>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1" name="Google Shape;4291;p70"/>
            <p:cNvSpPr/>
            <p:nvPr/>
          </p:nvSpPr>
          <p:spPr>
            <a:xfrm>
              <a:off x="3992809" y="2618489"/>
              <a:ext cx="99565" cy="99565"/>
            </a:xfrm>
            <a:custGeom>
              <a:rect b="b" l="l" r="r" t="t"/>
              <a:pathLst>
                <a:path extrusionOk="0" h="99565" w="99565">
                  <a:moveTo>
                    <a:pt x="0" y="99565"/>
                  </a:moveTo>
                  <a:cubicBezTo>
                    <a:pt x="0" y="44562"/>
                    <a:pt x="44562" y="0"/>
                    <a:pt x="99565" y="0"/>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2" name="Google Shape;4292;p70"/>
            <p:cNvSpPr/>
            <p:nvPr/>
          </p:nvSpPr>
          <p:spPr>
            <a:xfrm>
              <a:off x="4169998" y="2795603"/>
              <a:ext cx="112029" cy="112029"/>
            </a:xfrm>
            <a:custGeom>
              <a:rect b="b" l="l" r="r" t="t"/>
              <a:pathLst>
                <a:path extrusionOk="0" h="112029" w="112029">
                  <a:moveTo>
                    <a:pt x="31852" y="0"/>
                  </a:moveTo>
                  <a:cubicBezTo>
                    <a:pt x="62190" y="20125"/>
                    <a:pt x="94799" y="46454"/>
                    <a:pt x="101986" y="53641"/>
                  </a:cubicBezTo>
                  <a:cubicBezTo>
                    <a:pt x="115302" y="66957"/>
                    <a:pt x="115453" y="88670"/>
                    <a:pt x="101986" y="101986"/>
                  </a:cubicBezTo>
                  <a:cubicBezTo>
                    <a:pt x="88670" y="115453"/>
                    <a:pt x="66957" y="115302"/>
                    <a:pt x="53490" y="101986"/>
                  </a:cubicBezTo>
                  <a:cubicBezTo>
                    <a:pt x="46227" y="94874"/>
                    <a:pt x="20049" y="62190"/>
                    <a:pt x="0" y="31927"/>
                  </a:cubicBezTo>
                </a:path>
              </a:pathLst>
            </a:custGeom>
            <a:noFill/>
            <a:ln cap="rnd"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7" name="Shape 4297"/>
        <p:cNvGrpSpPr/>
        <p:nvPr/>
      </p:nvGrpSpPr>
      <p:grpSpPr>
        <a:xfrm>
          <a:off x="0" y="0"/>
          <a:ext cx="0" cy="0"/>
          <a:chOff x="0" y="0"/>
          <a:chExt cx="0" cy="0"/>
        </a:xfrm>
      </p:grpSpPr>
      <p:sp>
        <p:nvSpPr>
          <p:cNvPr id="4298" name="Google Shape;4298;p71"/>
          <p:cNvSpPr txBox="1"/>
          <p:nvPr/>
        </p:nvSpPr>
        <p:spPr>
          <a:xfrm>
            <a:off x="194350" y="3351518"/>
            <a:ext cx="1266180"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Lorem ipsum</a:t>
            </a:r>
            <a:br>
              <a:rPr b="0" i="0" lang="en-US" sz="1600" u="none" cap="none" strike="noStrike">
                <a:solidFill>
                  <a:srgbClr val="FFFFFF"/>
                </a:solidFill>
                <a:latin typeface="Calibri"/>
                <a:ea typeface="Calibri"/>
                <a:cs typeface="Calibri"/>
                <a:sym typeface="Calibri"/>
              </a:rPr>
            </a:br>
            <a:r>
              <a:rPr b="0" i="0" lang="en-US" sz="1600" u="none" cap="none" strike="noStrike">
                <a:solidFill>
                  <a:srgbClr val="FFFFFF"/>
                </a:solidFill>
                <a:latin typeface="Calibri"/>
                <a:ea typeface="Calibri"/>
                <a:cs typeface="Calibri"/>
                <a:sym typeface="Calibri"/>
              </a:rPr>
              <a:t>dolor</a:t>
            </a:r>
            <a:endParaRPr/>
          </a:p>
        </p:txBody>
      </p:sp>
      <p:sp>
        <p:nvSpPr>
          <p:cNvPr id="4299" name="Google Shape;4299;p71"/>
          <p:cNvSpPr/>
          <p:nvPr/>
        </p:nvSpPr>
        <p:spPr>
          <a:xfrm flipH="1">
            <a:off x="1757327" y="227719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91425">
            <a:noAutofit/>
          </a:bodyPr>
          <a:lstStyle/>
          <a:p>
            <a:pPr indent="-171450" lvl="0" marL="171450" marR="0" rtl="0" algn="l">
              <a:spcBef>
                <a:spcPts val="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Lorem ipsum dolor sit amet</a:t>
            </a:r>
            <a:endParaRPr/>
          </a:p>
          <a:p>
            <a:pPr indent="-171450" lvl="0" marL="171450" marR="0" rtl="0" algn="l">
              <a:spcBef>
                <a:spcPts val="100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Consectetur adipiscing elit,</a:t>
            </a:r>
            <a:endParaRPr/>
          </a:p>
          <a:p>
            <a:pPr indent="-171450" lvl="0" marL="171450" marR="0" rtl="0" algn="l">
              <a:spcBef>
                <a:spcPts val="1000"/>
              </a:spcBef>
              <a:spcAft>
                <a:spcPts val="0"/>
              </a:spcAft>
              <a:buClr>
                <a:srgbClr val="FFFFFF"/>
              </a:buClr>
              <a:buSzPts val="1200"/>
              <a:buFont typeface="Arial"/>
              <a:buChar char="•"/>
            </a:pPr>
            <a:r>
              <a:rPr lang="en-US" sz="1200">
                <a:solidFill>
                  <a:srgbClr val="FFFFFF"/>
                </a:solidFill>
                <a:latin typeface="Calibri"/>
                <a:ea typeface="Calibri"/>
                <a:cs typeface="Calibri"/>
                <a:sym typeface="Calibri"/>
              </a:rPr>
              <a:t>Ut enim ad minim veniam, quis</a:t>
            </a:r>
            <a:endParaRPr sz="1200">
              <a:solidFill>
                <a:srgbClr val="FFFFFF"/>
              </a:solidFill>
              <a:latin typeface="Calibri"/>
              <a:ea typeface="Calibri"/>
              <a:cs typeface="Calibri"/>
              <a:sym typeface="Calibri"/>
            </a:endParaRPr>
          </a:p>
        </p:txBody>
      </p:sp>
      <p:sp>
        <p:nvSpPr>
          <p:cNvPr id="4300" name="Google Shape;4300;p71"/>
          <p:cNvSpPr/>
          <p:nvPr/>
        </p:nvSpPr>
        <p:spPr>
          <a:xfrm flipH="1">
            <a:off x="3219350" y="227719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Lorem ipsum dolor sit amet</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Ut enim ad minim veniam, quis</a:t>
            </a:r>
            <a:endParaRPr b="1" i="0" sz="2400" u="none" cap="none" strike="noStrike">
              <a:solidFill>
                <a:srgbClr val="FFFFFF"/>
              </a:solidFill>
              <a:latin typeface="Calibri"/>
              <a:ea typeface="Calibri"/>
              <a:cs typeface="Calibri"/>
              <a:sym typeface="Calibri"/>
            </a:endParaRPr>
          </a:p>
        </p:txBody>
      </p:sp>
      <p:sp>
        <p:nvSpPr>
          <p:cNvPr id="4301" name="Google Shape;4301;p71"/>
          <p:cNvSpPr/>
          <p:nvPr/>
        </p:nvSpPr>
        <p:spPr>
          <a:xfrm flipH="1">
            <a:off x="4681373" y="227719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Lorem ipsum dolor sit amet</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Ut enim ad minim veniam, quis</a:t>
            </a:r>
            <a:endParaRPr b="1" i="0" sz="2400" u="none" cap="none" strike="noStrike">
              <a:solidFill>
                <a:srgbClr val="FFFFFF"/>
              </a:solidFill>
              <a:latin typeface="Calibri"/>
              <a:ea typeface="Calibri"/>
              <a:cs typeface="Calibri"/>
              <a:sym typeface="Calibri"/>
            </a:endParaRPr>
          </a:p>
        </p:txBody>
      </p:sp>
      <p:sp>
        <p:nvSpPr>
          <p:cNvPr id="4302" name="Google Shape;4302;p71"/>
          <p:cNvSpPr/>
          <p:nvPr/>
        </p:nvSpPr>
        <p:spPr>
          <a:xfrm flipH="1">
            <a:off x="6143396" y="2277199"/>
            <a:ext cx="1447721"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Lorem ipsum dolor sit amet</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Ut enim ad minim veniam, quis</a:t>
            </a:r>
            <a:endParaRPr b="1" i="0" sz="2400" u="none" cap="none" strike="noStrike">
              <a:solidFill>
                <a:srgbClr val="FFFFFF"/>
              </a:solidFill>
              <a:latin typeface="Calibri"/>
              <a:ea typeface="Calibri"/>
              <a:cs typeface="Calibri"/>
              <a:sym typeface="Calibri"/>
            </a:endParaRPr>
          </a:p>
        </p:txBody>
      </p:sp>
      <p:sp>
        <p:nvSpPr>
          <p:cNvPr id="4303" name="Google Shape;4303;p71"/>
          <p:cNvSpPr/>
          <p:nvPr/>
        </p:nvSpPr>
        <p:spPr>
          <a:xfrm flipH="1">
            <a:off x="7605417" y="2277199"/>
            <a:ext cx="1523920" cy="1602721"/>
          </a:xfrm>
          <a:prstGeom prst="rect">
            <a:avLst/>
          </a:prstGeom>
          <a:gradFill>
            <a:gsLst>
              <a:gs pos="0">
                <a:srgbClr val="262626"/>
              </a:gs>
              <a:gs pos="83000">
                <a:schemeClr val="dk1"/>
              </a:gs>
              <a:gs pos="100000">
                <a:schemeClr val="dk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Lorem ipsum dolor sit amet</a:t>
            </a:r>
            <a:endParaRPr b="0" i="0" sz="1200" u="none" cap="none" strike="noStrike">
              <a:solidFill>
                <a:srgbClr val="FFFFFF"/>
              </a:solidFill>
              <a:latin typeface="Calibri"/>
              <a:ea typeface="Calibri"/>
              <a:cs typeface="Calibri"/>
              <a:sym typeface="Calibri"/>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rgbClr val="FFFFFF"/>
              </a:buClr>
              <a:buSzPts val="1200"/>
              <a:buFont typeface="Arial"/>
              <a:buChar char="•"/>
            </a:pPr>
            <a:r>
              <a:rPr b="0" i="0" lang="en-US" sz="1200" u="none" cap="none" strike="noStrike">
                <a:solidFill>
                  <a:srgbClr val="FFFFFF"/>
                </a:solidFill>
                <a:latin typeface="Calibri"/>
                <a:ea typeface="Calibri"/>
                <a:cs typeface="Calibri"/>
                <a:sym typeface="Calibri"/>
              </a:rPr>
              <a:t>Ut enim ad minim veniam, quis</a:t>
            </a:r>
            <a:endParaRPr b="1" i="0" sz="2400" u="none" cap="none" strike="noStrike">
              <a:solidFill>
                <a:srgbClr val="FFFFFF"/>
              </a:solidFill>
              <a:latin typeface="Calibri"/>
              <a:ea typeface="Calibri"/>
              <a:cs typeface="Calibri"/>
              <a:sym typeface="Calibri"/>
            </a:endParaRPr>
          </a:p>
        </p:txBody>
      </p:sp>
      <p:sp>
        <p:nvSpPr>
          <p:cNvPr id="4304" name="Google Shape;4304;p71"/>
          <p:cNvSpPr/>
          <p:nvPr/>
        </p:nvSpPr>
        <p:spPr>
          <a:xfrm flipH="1">
            <a:off x="1757325" y="1345192"/>
            <a:ext cx="7383441" cy="975707"/>
          </a:xfrm>
          <a:prstGeom prst="round1Rect">
            <a:avLst>
              <a:gd fmla="val 16667" name="adj"/>
            </a:avLst>
          </a:prstGeom>
          <a:gradFill>
            <a:gsLst>
              <a:gs pos="0">
                <a:srgbClr val="4E84C4"/>
              </a:gs>
              <a:gs pos="100000">
                <a:schemeClr val="dk1"/>
              </a:gs>
            </a:gsLst>
            <a:lin ang="5400000" scaled="0"/>
          </a:gradFill>
          <a:ln>
            <a:noFill/>
          </a:ln>
        </p:spPr>
        <p:txBody>
          <a:bodyPr anchorCtr="0" anchor="ctr" bIns="0"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Calibri"/>
              <a:buNone/>
            </a:pPr>
            <a:r>
              <a:t/>
            </a:r>
            <a:endParaRPr b="1" i="0" sz="1400" u="none" cap="none" strike="noStrike">
              <a:solidFill>
                <a:srgbClr val="FFFFFF"/>
              </a:solidFill>
              <a:latin typeface="Calibri"/>
              <a:ea typeface="Calibri"/>
              <a:cs typeface="Calibri"/>
              <a:sym typeface="Calibri"/>
            </a:endParaRPr>
          </a:p>
        </p:txBody>
      </p:sp>
      <p:sp>
        <p:nvSpPr>
          <p:cNvPr id="4305" name="Google Shape;4305;p71"/>
          <p:cNvSpPr/>
          <p:nvPr/>
        </p:nvSpPr>
        <p:spPr>
          <a:xfrm flipH="1">
            <a:off x="3219350" y="141735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06" name="Google Shape;4306;p71"/>
          <p:cNvSpPr/>
          <p:nvPr/>
        </p:nvSpPr>
        <p:spPr>
          <a:xfrm flipH="1">
            <a:off x="4681372" y="141735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07" name="Google Shape;4307;p71"/>
          <p:cNvSpPr/>
          <p:nvPr/>
        </p:nvSpPr>
        <p:spPr>
          <a:xfrm flipH="1">
            <a:off x="6143394" y="141735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08" name="Google Shape;4308;p71"/>
          <p:cNvSpPr/>
          <p:nvPr/>
        </p:nvSpPr>
        <p:spPr>
          <a:xfrm>
            <a:off x="7605418" y="1417351"/>
            <a:ext cx="1447721" cy="903548"/>
          </a:xfrm>
          <a:prstGeom prst="round1Rect">
            <a:avLst>
              <a:gd fmla="val 16667" name="adj"/>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grpSp>
        <p:nvGrpSpPr>
          <p:cNvPr id="4309" name="Google Shape;4309;p71"/>
          <p:cNvGrpSpPr/>
          <p:nvPr/>
        </p:nvGrpSpPr>
        <p:grpSpPr>
          <a:xfrm>
            <a:off x="3212200" y="1345192"/>
            <a:ext cx="4386069" cy="2621708"/>
            <a:chOff x="3215431" y="1407727"/>
            <a:chExt cx="4386069" cy="2366854"/>
          </a:xfrm>
        </p:grpSpPr>
        <p:cxnSp>
          <p:nvCxnSpPr>
            <p:cNvPr id="4310" name="Google Shape;4310;p71"/>
            <p:cNvCxnSpPr/>
            <p:nvPr/>
          </p:nvCxnSpPr>
          <p:spPr>
            <a:xfrm>
              <a:off x="3215431"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4311" name="Google Shape;4311;p71"/>
            <p:cNvCxnSpPr/>
            <p:nvPr/>
          </p:nvCxnSpPr>
          <p:spPr>
            <a:xfrm>
              <a:off x="4677454"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4312" name="Google Shape;4312;p71"/>
            <p:cNvCxnSpPr/>
            <p:nvPr/>
          </p:nvCxnSpPr>
          <p:spPr>
            <a:xfrm>
              <a:off x="7601500" y="1407727"/>
              <a:ext cx="0" cy="2366854"/>
            </a:xfrm>
            <a:prstGeom prst="straightConnector1">
              <a:avLst/>
            </a:prstGeom>
            <a:noFill/>
            <a:ln cap="rnd" cmpd="sng" w="12700">
              <a:solidFill>
                <a:srgbClr val="FAB43F"/>
              </a:solidFill>
              <a:prstDash val="solid"/>
              <a:round/>
              <a:headEnd len="sm" w="sm" type="none"/>
              <a:tailEnd len="sm" w="sm" type="none"/>
            </a:ln>
          </p:spPr>
        </p:cxnSp>
        <p:cxnSp>
          <p:nvCxnSpPr>
            <p:cNvPr id="4313" name="Google Shape;4313;p71"/>
            <p:cNvCxnSpPr/>
            <p:nvPr/>
          </p:nvCxnSpPr>
          <p:spPr>
            <a:xfrm>
              <a:off x="6139477" y="1407727"/>
              <a:ext cx="0" cy="2366854"/>
            </a:xfrm>
            <a:prstGeom prst="straightConnector1">
              <a:avLst/>
            </a:prstGeom>
            <a:noFill/>
            <a:ln cap="rnd" cmpd="sng" w="12700">
              <a:solidFill>
                <a:srgbClr val="FAB43F"/>
              </a:solidFill>
              <a:prstDash val="solid"/>
              <a:round/>
              <a:headEnd len="sm" w="sm" type="none"/>
              <a:tailEnd len="sm" w="sm" type="none"/>
            </a:ln>
          </p:spPr>
        </p:cxnSp>
      </p:grpSp>
      <p:sp>
        <p:nvSpPr>
          <p:cNvPr id="4314" name="Google Shape;4314;p71"/>
          <p:cNvSpPr/>
          <p:nvPr/>
        </p:nvSpPr>
        <p:spPr>
          <a:xfrm flipH="1">
            <a:off x="1753129" y="1417351"/>
            <a:ext cx="1447721" cy="903548"/>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15" name="Google Shape;4315;p71"/>
          <p:cNvSpPr/>
          <p:nvPr/>
        </p:nvSpPr>
        <p:spPr>
          <a:xfrm>
            <a:off x="2967635"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a:p>
        </p:txBody>
      </p:sp>
      <p:sp>
        <p:nvSpPr>
          <p:cNvPr id="4316" name="Google Shape;4316;p71"/>
          <p:cNvSpPr/>
          <p:nvPr/>
        </p:nvSpPr>
        <p:spPr>
          <a:xfrm>
            <a:off x="4429067"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a:p>
        </p:txBody>
      </p:sp>
      <p:sp>
        <p:nvSpPr>
          <p:cNvPr id="4317" name="Google Shape;4317;p71"/>
          <p:cNvSpPr/>
          <p:nvPr/>
        </p:nvSpPr>
        <p:spPr>
          <a:xfrm>
            <a:off x="5895118"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a:p>
        </p:txBody>
      </p:sp>
      <p:sp>
        <p:nvSpPr>
          <p:cNvPr id="4318" name="Google Shape;4318;p71"/>
          <p:cNvSpPr/>
          <p:nvPr/>
        </p:nvSpPr>
        <p:spPr>
          <a:xfrm>
            <a:off x="7357141"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a:p>
        </p:txBody>
      </p:sp>
      <p:sp>
        <p:nvSpPr>
          <p:cNvPr id="4319" name="Google Shape;4319;p71"/>
          <p:cNvSpPr/>
          <p:nvPr/>
        </p:nvSpPr>
        <p:spPr>
          <a:xfrm>
            <a:off x="8888461"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a:p>
        </p:txBody>
      </p:sp>
      <p:grpSp>
        <p:nvGrpSpPr>
          <p:cNvPr id="4320" name="Google Shape;4320;p71"/>
          <p:cNvGrpSpPr/>
          <p:nvPr/>
        </p:nvGrpSpPr>
        <p:grpSpPr>
          <a:xfrm>
            <a:off x="272994" y="1417351"/>
            <a:ext cx="1304268" cy="1832795"/>
            <a:chOff x="222198" y="1804402"/>
            <a:chExt cx="1304268" cy="1832795"/>
          </a:xfrm>
        </p:grpSpPr>
        <p:grpSp>
          <p:nvGrpSpPr>
            <p:cNvPr id="4321" name="Google Shape;4321;p71"/>
            <p:cNvGrpSpPr/>
            <p:nvPr/>
          </p:nvGrpSpPr>
          <p:grpSpPr>
            <a:xfrm>
              <a:off x="222198" y="1835512"/>
              <a:ext cx="1300496" cy="1801685"/>
              <a:chOff x="222198" y="1835512"/>
              <a:chExt cx="1300496" cy="1801685"/>
            </a:xfrm>
          </p:grpSpPr>
          <p:sp>
            <p:nvSpPr>
              <p:cNvPr id="4322" name="Google Shape;4322;p71"/>
              <p:cNvSpPr/>
              <p:nvPr/>
            </p:nvSpPr>
            <p:spPr>
              <a:xfrm>
                <a:off x="671318" y="1835512"/>
                <a:ext cx="851376" cy="1381445"/>
              </a:xfrm>
              <a:custGeom>
                <a:rect b="b" l="l" r="r" t="t"/>
                <a:pathLst>
                  <a:path extrusionOk="0" h="1381445" w="851376">
                    <a:moveTo>
                      <a:pt x="19608" y="0"/>
                    </a:moveTo>
                    <a:lnTo>
                      <a:pt x="722049" y="0"/>
                    </a:lnTo>
                    <a:lnTo>
                      <a:pt x="722049" y="368318"/>
                    </a:lnTo>
                    <a:lnTo>
                      <a:pt x="27411" y="368318"/>
                    </a:lnTo>
                    <a:lnTo>
                      <a:pt x="0" y="616526"/>
                    </a:lnTo>
                    <a:lnTo>
                      <a:pt x="191494" y="616581"/>
                    </a:lnTo>
                    <a:cubicBezTo>
                      <a:pt x="288232" y="616581"/>
                      <a:pt x="378985" y="631030"/>
                      <a:pt x="461237" y="659534"/>
                    </a:cubicBezTo>
                    <a:cubicBezTo>
                      <a:pt x="540929" y="687147"/>
                      <a:pt x="610935" y="727328"/>
                      <a:pt x="669338" y="778956"/>
                    </a:cubicBezTo>
                    <a:cubicBezTo>
                      <a:pt x="727429" y="830309"/>
                      <a:pt x="772576" y="891732"/>
                      <a:pt x="803530" y="961490"/>
                    </a:cubicBezTo>
                    <a:cubicBezTo>
                      <a:pt x="835275" y="1033048"/>
                      <a:pt x="851376" y="1111876"/>
                      <a:pt x="851376" y="1195790"/>
                    </a:cubicBezTo>
                    <a:cubicBezTo>
                      <a:pt x="851376" y="1260692"/>
                      <a:pt x="842325" y="1322896"/>
                      <a:pt x="824415" y="1381446"/>
                    </a:cubicBezTo>
                  </a:path>
                </a:pathLst>
              </a:custGeom>
              <a:noFill/>
              <a:ln cap="flat" cmpd="sng" w="16125">
                <a:solidFill>
                  <a:srgbClr val="FDB93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23" name="Google Shape;4323;p71"/>
              <p:cNvSpPr/>
              <p:nvPr/>
            </p:nvSpPr>
            <p:spPr>
              <a:xfrm>
                <a:off x="222198" y="2111636"/>
                <a:ext cx="904261" cy="1525561"/>
              </a:xfrm>
              <a:custGeom>
                <a:rect b="b" l="l" r="r" t="t"/>
                <a:pathLst>
                  <a:path extrusionOk="0" h="1525561" w="904261">
                    <a:moveTo>
                      <a:pt x="904262" y="1483086"/>
                    </a:moveTo>
                    <a:cubicBezTo>
                      <a:pt x="825259" y="1511278"/>
                      <a:pt x="739078" y="1525562"/>
                      <a:pt x="647976" y="1525562"/>
                    </a:cubicBezTo>
                    <a:cubicBezTo>
                      <a:pt x="556874" y="1525562"/>
                      <a:pt x="465589" y="1510488"/>
                      <a:pt x="385016" y="1480754"/>
                    </a:cubicBezTo>
                    <a:cubicBezTo>
                      <a:pt x="306895" y="1451920"/>
                      <a:pt x="238054" y="1410032"/>
                      <a:pt x="180414" y="1356247"/>
                    </a:cubicBezTo>
                    <a:cubicBezTo>
                      <a:pt x="122910" y="1302590"/>
                      <a:pt x="78149" y="1238587"/>
                      <a:pt x="47378" y="1166010"/>
                    </a:cubicBezTo>
                    <a:cubicBezTo>
                      <a:pt x="18323" y="1097473"/>
                      <a:pt x="2414" y="1022785"/>
                      <a:pt x="0" y="943718"/>
                    </a:cubicBezTo>
                    <a:lnTo>
                      <a:pt x="420295" y="943718"/>
                    </a:lnTo>
                    <a:cubicBezTo>
                      <a:pt x="424738" y="1000119"/>
                      <a:pt x="446871" y="1050830"/>
                      <a:pt x="483747" y="1088238"/>
                    </a:cubicBezTo>
                    <a:cubicBezTo>
                      <a:pt x="525323" y="1130420"/>
                      <a:pt x="583652" y="1153645"/>
                      <a:pt x="647976" y="1153645"/>
                    </a:cubicBezTo>
                    <a:cubicBezTo>
                      <a:pt x="712300" y="1153645"/>
                      <a:pt x="768665" y="1129805"/>
                      <a:pt x="810232" y="1086503"/>
                    </a:cubicBezTo>
                    <a:cubicBezTo>
                      <a:pt x="851468" y="1043550"/>
                      <a:pt x="874179" y="984293"/>
                      <a:pt x="874179" y="919630"/>
                    </a:cubicBezTo>
                    <a:cubicBezTo>
                      <a:pt x="874179" y="850284"/>
                      <a:pt x="850568" y="790578"/>
                      <a:pt x="805908" y="746955"/>
                    </a:cubicBezTo>
                    <a:cubicBezTo>
                      <a:pt x="761413" y="703497"/>
                      <a:pt x="700605" y="680528"/>
                      <a:pt x="630057" y="680528"/>
                    </a:cubicBezTo>
                    <a:lnTo>
                      <a:pt x="79526" y="680528"/>
                    </a:lnTo>
                    <a:lnTo>
                      <a:pt x="45138" y="636015"/>
                    </a:lnTo>
                    <a:lnTo>
                      <a:pt x="113299" y="0"/>
                    </a:lnTo>
                  </a:path>
                </a:pathLst>
              </a:custGeom>
              <a:noFill/>
              <a:ln cap="flat" cmpd="sng" w="16125">
                <a:solidFill>
                  <a:srgbClr val="FDB93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4324" name="Google Shape;4324;p71"/>
            <p:cNvSpPr/>
            <p:nvPr/>
          </p:nvSpPr>
          <p:spPr>
            <a:xfrm>
              <a:off x="1464245" y="3185838"/>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25" name="Google Shape;4325;p71"/>
            <p:cNvSpPr/>
            <p:nvPr/>
          </p:nvSpPr>
          <p:spPr>
            <a:xfrm>
              <a:off x="1095349" y="3564355"/>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26" name="Google Shape;4326;p71"/>
            <p:cNvSpPr/>
            <p:nvPr/>
          </p:nvSpPr>
          <p:spPr>
            <a:xfrm>
              <a:off x="304570" y="2080525"/>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27" name="Google Shape;4327;p71"/>
            <p:cNvSpPr/>
            <p:nvPr/>
          </p:nvSpPr>
          <p:spPr>
            <a:xfrm>
              <a:off x="660036" y="1804402"/>
              <a:ext cx="62221" cy="62221"/>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FDB9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4328" name="Google Shape;4328;p71"/>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329" name="Google Shape;4329;p71"/>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330" name="Google Shape;4330;p71"/>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5" name="Shape 4335"/>
        <p:cNvGrpSpPr/>
        <p:nvPr/>
      </p:nvGrpSpPr>
      <p:grpSpPr>
        <a:xfrm>
          <a:off x="0" y="0"/>
          <a:ext cx="0" cy="0"/>
          <a:chOff x="0" y="0"/>
          <a:chExt cx="0" cy="0"/>
        </a:xfrm>
      </p:grpSpPr>
      <p:sp>
        <p:nvSpPr>
          <p:cNvPr id="4336" name="Google Shape;4336;p72"/>
          <p:cNvSpPr/>
          <p:nvPr/>
        </p:nvSpPr>
        <p:spPr>
          <a:xfrm flipH="1">
            <a:off x="1757325" y="1345192"/>
            <a:ext cx="7383441" cy="975707"/>
          </a:xfrm>
          <a:prstGeom prst="round1Rect">
            <a:avLst>
              <a:gd fmla="val 16667" name="adj"/>
            </a:avLst>
          </a:prstGeom>
          <a:solidFill>
            <a:srgbClr val="4E84C4"/>
          </a:solidFill>
          <a:ln>
            <a:noFill/>
          </a:ln>
        </p:spPr>
        <p:txBody>
          <a:bodyPr anchorCtr="0" anchor="ctr" bIns="0"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Calibri"/>
              <a:buNone/>
            </a:pPr>
            <a:r>
              <a:t/>
            </a:r>
            <a:endParaRPr b="1" i="0" sz="1400" u="none" cap="none" strike="noStrike">
              <a:solidFill>
                <a:srgbClr val="FFFFFF"/>
              </a:solidFill>
              <a:latin typeface="Calibri"/>
              <a:ea typeface="Calibri"/>
              <a:cs typeface="Calibri"/>
              <a:sym typeface="Calibri"/>
            </a:endParaRPr>
          </a:p>
        </p:txBody>
      </p:sp>
      <p:sp>
        <p:nvSpPr>
          <p:cNvPr id="4337" name="Google Shape;4337;p72"/>
          <p:cNvSpPr/>
          <p:nvPr/>
        </p:nvSpPr>
        <p:spPr>
          <a:xfrm>
            <a:off x="3212200" y="1345192"/>
            <a:ext cx="1462016" cy="975706"/>
          </a:xfrm>
          <a:prstGeom prst="rect">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338" name="Google Shape;4338;p72"/>
          <p:cNvSpPr/>
          <p:nvPr/>
        </p:nvSpPr>
        <p:spPr>
          <a:xfrm>
            <a:off x="6139993" y="1345192"/>
            <a:ext cx="1462016" cy="975706"/>
          </a:xfrm>
          <a:prstGeom prst="rect">
            <a:avLst/>
          </a:prstGeom>
          <a:solidFill>
            <a:srgbClr val="FBB0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339" name="Google Shape;4339;p72"/>
          <p:cNvSpPr txBox="1"/>
          <p:nvPr/>
        </p:nvSpPr>
        <p:spPr>
          <a:xfrm>
            <a:off x="194350" y="3351518"/>
            <a:ext cx="1266180"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Lorem ipsum</a:t>
            </a:r>
            <a:br>
              <a:rPr b="0" i="0" lang="en-US" sz="1600" u="none" cap="none" strike="noStrike">
                <a:solidFill>
                  <a:schemeClr val="dk1"/>
                </a:solidFill>
                <a:latin typeface="Calibri"/>
                <a:ea typeface="Calibri"/>
                <a:cs typeface="Calibri"/>
                <a:sym typeface="Calibri"/>
              </a:rPr>
            </a:br>
            <a:r>
              <a:rPr b="0" i="0" lang="en-US" sz="1600" u="none" cap="none" strike="noStrike">
                <a:solidFill>
                  <a:schemeClr val="dk1"/>
                </a:solidFill>
                <a:latin typeface="Calibri"/>
                <a:ea typeface="Calibri"/>
                <a:cs typeface="Calibri"/>
                <a:sym typeface="Calibri"/>
              </a:rPr>
              <a:t>dolor</a:t>
            </a:r>
            <a:endParaRPr/>
          </a:p>
        </p:txBody>
      </p:sp>
      <p:sp>
        <p:nvSpPr>
          <p:cNvPr id="4340" name="Google Shape;4340;p72"/>
          <p:cNvSpPr/>
          <p:nvPr/>
        </p:nvSpPr>
        <p:spPr>
          <a:xfrm flipH="1">
            <a:off x="1757327" y="2277199"/>
            <a:ext cx="1447721" cy="1602721"/>
          </a:xfrm>
          <a:prstGeom prst="rect">
            <a:avLst/>
          </a:prstGeom>
          <a:gradFill>
            <a:gsLst>
              <a:gs pos="0">
                <a:srgbClr val="F2F2F2"/>
              </a:gs>
              <a:gs pos="83000">
                <a:schemeClr val="lt1"/>
              </a:gs>
              <a:gs pos="100000">
                <a:schemeClr val="lt1"/>
              </a:gs>
            </a:gsLst>
            <a:lin ang="5400000" scaled="0"/>
          </a:gradFill>
          <a:ln>
            <a:noFill/>
          </a:ln>
        </p:spPr>
        <p:txBody>
          <a:bodyPr anchorCtr="0" anchor="t" bIns="45700" lIns="91425" spcFirstLastPara="1" rIns="91425" wrap="square" tIns="91425">
            <a:noAutofit/>
          </a:bodyPr>
          <a:lstStyle/>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Lorem ipsum dolor sit amet</a:t>
            </a:r>
            <a:endParaRPr sz="1200">
              <a:solidFill>
                <a:schemeClr val="dk1"/>
              </a:solidFill>
              <a:latin typeface="Calibri"/>
              <a:ea typeface="Calibri"/>
              <a:cs typeface="Calibri"/>
              <a:sym typeface="Calibri"/>
            </a:endParaRPr>
          </a:p>
          <a:p>
            <a:pPr indent="-171450" lvl="0" marL="171450" marR="0" rtl="0" algn="l">
              <a:spcBef>
                <a:spcPts val="100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Consectetur adipiscing elit,</a:t>
            </a:r>
            <a:endParaRPr/>
          </a:p>
          <a:p>
            <a:pPr indent="-171450" lvl="0" marL="171450" marR="0" rtl="0" algn="l">
              <a:spcBef>
                <a:spcPts val="100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Ut enim ad minim veniam, quis</a:t>
            </a:r>
            <a:endParaRPr sz="1200">
              <a:solidFill>
                <a:schemeClr val="dk1"/>
              </a:solidFill>
              <a:latin typeface="Calibri"/>
              <a:ea typeface="Calibri"/>
              <a:cs typeface="Calibri"/>
              <a:sym typeface="Calibri"/>
            </a:endParaRPr>
          </a:p>
        </p:txBody>
      </p:sp>
      <p:sp>
        <p:nvSpPr>
          <p:cNvPr id="4341" name="Google Shape;4341;p72"/>
          <p:cNvSpPr/>
          <p:nvPr/>
        </p:nvSpPr>
        <p:spPr>
          <a:xfrm flipH="1">
            <a:off x="3219350" y="2277199"/>
            <a:ext cx="1447721" cy="1602721"/>
          </a:xfrm>
          <a:prstGeom prst="rect">
            <a:avLst/>
          </a:prstGeom>
          <a:gradFill>
            <a:gsLst>
              <a:gs pos="0">
                <a:srgbClr val="F2F2F2"/>
              </a:gs>
              <a:gs pos="83000">
                <a:schemeClr val="lt1"/>
              </a:gs>
              <a:gs pos="100000">
                <a:schemeClr val="lt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Lorem ipsum dolor sit amet</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Ut enim ad minim veniam, quis</a:t>
            </a:r>
            <a:endParaRPr b="1" i="0" sz="2400" u="none" cap="none" strike="noStrike">
              <a:solidFill>
                <a:schemeClr val="dk1"/>
              </a:solidFill>
              <a:latin typeface="Calibri"/>
              <a:ea typeface="Calibri"/>
              <a:cs typeface="Calibri"/>
              <a:sym typeface="Calibri"/>
            </a:endParaRPr>
          </a:p>
        </p:txBody>
      </p:sp>
      <p:sp>
        <p:nvSpPr>
          <p:cNvPr id="4342" name="Google Shape;4342;p72"/>
          <p:cNvSpPr/>
          <p:nvPr/>
        </p:nvSpPr>
        <p:spPr>
          <a:xfrm flipH="1">
            <a:off x="4681373" y="2277199"/>
            <a:ext cx="1447721" cy="1602721"/>
          </a:xfrm>
          <a:prstGeom prst="rect">
            <a:avLst/>
          </a:prstGeom>
          <a:gradFill>
            <a:gsLst>
              <a:gs pos="0">
                <a:srgbClr val="F2F2F2"/>
              </a:gs>
              <a:gs pos="83000">
                <a:schemeClr val="lt1"/>
              </a:gs>
              <a:gs pos="100000">
                <a:schemeClr val="lt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Lorem ipsum dolor sit amet</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Ut enim ad minim veniam, quis</a:t>
            </a:r>
            <a:endParaRPr b="1" i="0" sz="2400" u="none" cap="none" strike="noStrike">
              <a:solidFill>
                <a:schemeClr val="dk1"/>
              </a:solidFill>
              <a:latin typeface="Calibri"/>
              <a:ea typeface="Calibri"/>
              <a:cs typeface="Calibri"/>
              <a:sym typeface="Calibri"/>
            </a:endParaRPr>
          </a:p>
        </p:txBody>
      </p:sp>
      <p:sp>
        <p:nvSpPr>
          <p:cNvPr id="4343" name="Google Shape;4343;p72"/>
          <p:cNvSpPr/>
          <p:nvPr/>
        </p:nvSpPr>
        <p:spPr>
          <a:xfrm flipH="1">
            <a:off x="6143396" y="2277199"/>
            <a:ext cx="1447721" cy="1602721"/>
          </a:xfrm>
          <a:prstGeom prst="rect">
            <a:avLst/>
          </a:prstGeom>
          <a:gradFill>
            <a:gsLst>
              <a:gs pos="0">
                <a:srgbClr val="F2F2F2"/>
              </a:gs>
              <a:gs pos="83000">
                <a:schemeClr val="lt1"/>
              </a:gs>
              <a:gs pos="100000">
                <a:schemeClr val="lt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Lorem ipsum dolor sit amet</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Ut enim ad minim veniam, quis</a:t>
            </a:r>
            <a:endParaRPr b="1" i="0" sz="2400" u="none" cap="none" strike="noStrike">
              <a:solidFill>
                <a:schemeClr val="dk1"/>
              </a:solidFill>
              <a:latin typeface="Calibri"/>
              <a:ea typeface="Calibri"/>
              <a:cs typeface="Calibri"/>
              <a:sym typeface="Calibri"/>
            </a:endParaRPr>
          </a:p>
        </p:txBody>
      </p:sp>
      <p:sp>
        <p:nvSpPr>
          <p:cNvPr id="4344" name="Google Shape;4344;p72"/>
          <p:cNvSpPr/>
          <p:nvPr/>
        </p:nvSpPr>
        <p:spPr>
          <a:xfrm flipH="1">
            <a:off x="7605417" y="2277199"/>
            <a:ext cx="1523920" cy="1602721"/>
          </a:xfrm>
          <a:prstGeom prst="rect">
            <a:avLst/>
          </a:prstGeom>
          <a:gradFill>
            <a:gsLst>
              <a:gs pos="0">
                <a:srgbClr val="F2F2F2"/>
              </a:gs>
              <a:gs pos="83000">
                <a:schemeClr val="lt1"/>
              </a:gs>
              <a:gs pos="100000">
                <a:schemeClr val="lt1"/>
              </a:gs>
            </a:gsLst>
            <a:lin ang="5400000" scaled="0"/>
          </a:gradFill>
          <a:ln>
            <a:noFill/>
          </a:ln>
        </p:spPr>
        <p:txBody>
          <a:bodyPr anchorCtr="0" anchor="t" bIns="45700" lIns="91425" spcFirstLastPara="1" rIns="91425" wrap="square" tIns="91425">
            <a:noAutofit/>
          </a:bodyPr>
          <a:lstStyle/>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Lorem ipsum dolor sit amet</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Consectetur adipiscing elit,</a:t>
            </a:r>
            <a:endParaRPr/>
          </a:p>
          <a:p>
            <a:pPr indent="-171450" lvl="0" marL="171450" marR="0" rtl="0" algn="l">
              <a:lnSpc>
                <a:spcPct val="100000"/>
              </a:lnSpc>
              <a:spcBef>
                <a:spcPts val="10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Ut enim ad minim veniam, quis</a:t>
            </a:r>
            <a:endParaRPr b="1" i="0" sz="2400" u="none" cap="none" strike="noStrike">
              <a:solidFill>
                <a:schemeClr val="dk1"/>
              </a:solidFill>
              <a:latin typeface="Calibri"/>
              <a:ea typeface="Calibri"/>
              <a:cs typeface="Calibri"/>
              <a:sym typeface="Calibri"/>
            </a:endParaRPr>
          </a:p>
        </p:txBody>
      </p:sp>
      <p:sp>
        <p:nvSpPr>
          <p:cNvPr id="4345" name="Google Shape;4345;p72"/>
          <p:cNvSpPr/>
          <p:nvPr/>
        </p:nvSpPr>
        <p:spPr>
          <a:xfrm flipH="1">
            <a:off x="3219349" y="1522871"/>
            <a:ext cx="1447721" cy="616312"/>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Lorem ipsum dolor</a:t>
            </a:r>
            <a:endParaRPr/>
          </a:p>
        </p:txBody>
      </p:sp>
      <p:sp>
        <p:nvSpPr>
          <p:cNvPr id="4346" name="Google Shape;4346;p72"/>
          <p:cNvSpPr/>
          <p:nvPr/>
        </p:nvSpPr>
        <p:spPr>
          <a:xfrm flipH="1">
            <a:off x="4681371" y="1522871"/>
            <a:ext cx="1447721" cy="616312"/>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47" name="Google Shape;4347;p72"/>
          <p:cNvSpPr/>
          <p:nvPr/>
        </p:nvSpPr>
        <p:spPr>
          <a:xfrm flipH="1">
            <a:off x="6143393" y="1522871"/>
            <a:ext cx="1447721" cy="616312"/>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Lorem ipsum dolor</a:t>
            </a:r>
            <a:endParaRPr/>
          </a:p>
        </p:txBody>
      </p:sp>
      <p:sp>
        <p:nvSpPr>
          <p:cNvPr id="4348" name="Google Shape;4348;p72"/>
          <p:cNvSpPr/>
          <p:nvPr/>
        </p:nvSpPr>
        <p:spPr>
          <a:xfrm>
            <a:off x="7605418" y="1575715"/>
            <a:ext cx="1447721" cy="616312"/>
          </a:xfrm>
          <a:prstGeom prst="round1Rect">
            <a:avLst>
              <a:gd fmla="val 16667" name="adj"/>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grpSp>
        <p:nvGrpSpPr>
          <p:cNvPr id="4349" name="Google Shape;4349;p72"/>
          <p:cNvGrpSpPr/>
          <p:nvPr/>
        </p:nvGrpSpPr>
        <p:grpSpPr>
          <a:xfrm>
            <a:off x="3212200" y="1345192"/>
            <a:ext cx="4386069" cy="2621708"/>
            <a:chOff x="3215431" y="1407727"/>
            <a:chExt cx="4386069" cy="2366854"/>
          </a:xfrm>
        </p:grpSpPr>
        <p:cxnSp>
          <p:nvCxnSpPr>
            <p:cNvPr id="4350" name="Google Shape;4350;p72"/>
            <p:cNvCxnSpPr/>
            <p:nvPr/>
          </p:nvCxnSpPr>
          <p:spPr>
            <a:xfrm>
              <a:off x="3215431" y="1407727"/>
              <a:ext cx="0" cy="2366854"/>
            </a:xfrm>
            <a:prstGeom prst="straightConnector1">
              <a:avLst/>
            </a:prstGeom>
            <a:noFill/>
            <a:ln cap="rnd" cmpd="sng" w="12700">
              <a:solidFill>
                <a:schemeClr val="lt1"/>
              </a:solidFill>
              <a:prstDash val="solid"/>
              <a:round/>
              <a:headEnd len="sm" w="sm" type="none"/>
              <a:tailEnd len="sm" w="sm" type="none"/>
            </a:ln>
          </p:spPr>
        </p:cxnSp>
        <p:cxnSp>
          <p:nvCxnSpPr>
            <p:cNvPr id="4351" name="Google Shape;4351;p72"/>
            <p:cNvCxnSpPr/>
            <p:nvPr/>
          </p:nvCxnSpPr>
          <p:spPr>
            <a:xfrm>
              <a:off x="4677454" y="1407727"/>
              <a:ext cx="0" cy="2366854"/>
            </a:xfrm>
            <a:prstGeom prst="straightConnector1">
              <a:avLst/>
            </a:prstGeom>
            <a:noFill/>
            <a:ln cap="rnd" cmpd="sng" w="12700">
              <a:solidFill>
                <a:schemeClr val="lt1"/>
              </a:solidFill>
              <a:prstDash val="solid"/>
              <a:round/>
              <a:headEnd len="sm" w="sm" type="none"/>
              <a:tailEnd len="sm" w="sm" type="none"/>
            </a:ln>
          </p:spPr>
        </p:cxnSp>
        <p:cxnSp>
          <p:nvCxnSpPr>
            <p:cNvPr id="4352" name="Google Shape;4352;p72"/>
            <p:cNvCxnSpPr/>
            <p:nvPr/>
          </p:nvCxnSpPr>
          <p:spPr>
            <a:xfrm>
              <a:off x="7601500" y="1407727"/>
              <a:ext cx="0" cy="2366854"/>
            </a:xfrm>
            <a:prstGeom prst="straightConnector1">
              <a:avLst/>
            </a:prstGeom>
            <a:noFill/>
            <a:ln cap="rnd" cmpd="sng" w="12700">
              <a:solidFill>
                <a:schemeClr val="lt1"/>
              </a:solidFill>
              <a:prstDash val="solid"/>
              <a:round/>
              <a:headEnd len="sm" w="sm" type="none"/>
              <a:tailEnd len="sm" w="sm" type="none"/>
            </a:ln>
          </p:spPr>
        </p:cxnSp>
        <p:cxnSp>
          <p:nvCxnSpPr>
            <p:cNvPr id="4353" name="Google Shape;4353;p72"/>
            <p:cNvCxnSpPr/>
            <p:nvPr/>
          </p:nvCxnSpPr>
          <p:spPr>
            <a:xfrm>
              <a:off x="6139477" y="1407727"/>
              <a:ext cx="0" cy="2366854"/>
            </a:xfrm>
            <a:prstGeom prst="straightConnector1">
              <a:avLst/>
            </a:prstGeom>
            <a:noFill/>
            <a:ln cap="rnd" cmpd="sng" w="12700">
              <a:solidFill>
                <a:schemeClr val="lt1"/>
              </a:solidFill>
              <a:prstDash val="solid"/>
              <a:round/>
              <a:headEnd len="sm" w="sm" type="none"/>
              <a:tailEnd len="sm" w="sm" type="none"/>
            </a:ln>
          </p:spPr>
        </p:cxnSp>
      </p:grpSp>
      <p:sp>
        <p:nvSpPr>
          <p:cNvPr id="4354" name="Google Shape;4354;p72"/>
          <p:cNvSpPr/>
          <p:nvPr/>
        </p:nvSpPr>
        <p:spPr>
          <a:xfrm flipH="1">
            <a:off x="1753128" y="1522871"/>
            <a:ext cx="1447721" cy="616312"/>
          </a:xfrm>
          <a:prstGeom prst="rect">
            <a:avLst/>
          </a:prstGeom>
          <a:noFill/>
          <a:ln>
            <a:noFill/>
          </a:ln>
        </p:spPr>
        <p:txBody>
          <a:bodyPr anchorCtr="0" anchor="ctr" bIns="45700" lIns="18287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Lorem ipsum dolor</a:t>
            </a:r>
            <a:endParaRPr/>
          </a:p>
        </p:txBody>
      </p:sp>
      <p:sp>
        <p:nvSpPr>
          <p:cNvPr id="4355" name="Google Shape;4355;p72"/>
          <p:cNvSpPr/>
          <p:nvPr/>
        </p:nvSpPr>
        <p:spPr>
          <a:xfrm>
            <a:off x="2967635"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1</a:t>
            </a:r>
            <a:endParaRPr/>
          </a:p>
        </p:txBody>
      </p:sp>
      <p:sp>
        <p:nvSpPr>
          <p:cNvPr id="4356" name="Google Shape;4356;p72"/>
          <p:cNvSpPr/>
          <p:nvPr/>
        </p:nvSpPr>
        <p:spPr>
          <a:xfrm>
            <a:off x="4429067"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2</a:t>
            </a:r>
            <a:endParaRPr/>
          </a:p>
        </p:txBody>
      </p:sp>
      <p:sp>
        <p:nvSpPr>
          <p:cNvPr id="4357" name="Google Shape;4357;p72"/>
          <p:cNvSpPr/>
          <p:nvPr/>
        </p:nvSpPr>
        <p:spPr>
          <a:xfrm>
            <a:off x="5895118"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3</a:t>
            </a:r>
            <a:endParaRPr/>
          </a:p>
        </p:txBody>
      </p:sp>
      <p:sp>
        <p:nvSpPr>
          <p:cNvPr id="4358" name="Google Shape;4358;p72"/>
          <p:cNvSpPr/>
          <p:nvPr/>
        </p:nvSpPr>
        <p:spPr>
          <a:xfrm>
            <a:off x="7357141"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4</a:t>
            </a:r>
            <a:endParaRPr/>
          </a:p>
        </p:txBody>
      </p:sp>
      <p:sp>
        <p:nvSpPr>
          <p:cNvPr id="4359" name="Google Shape;4359;p72"/>
          <p:cNvSpPr/>
          <p:nvPr/>
        </p:nvSpPr>
        <p:spPr>
          <a:xfrm>
            <a:off x="8888461" y="1238238"/>
            <a:ext cx="252306" cy="252306"/>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5</a:t>
            </a:r>
            <a:endParaRPr/>
          </a:p>
        </p:txBody>
      </p:sp>
      <p:grpSp>
        <p:nvGrpSpPr>
          <p:cNvPr id="4360" name="Google Shape;4360;p72"/>
          <p:cNvGrpSpPr/>
          <p:nvPr/>
        </p:nvGrpSpPr>
        <p:grpSpPr>
          <a:xfrm>
            <a:off x="272994" y="1405361"/>
            <a:ext cx="1316260" cy="1846155"/>
            <a:chOff x="222198" y="1792412"/>
            <a:chExt cx="1316260" cy="1846155"/>
          </a:xfrm>
        </p:grpSpPr>
        <p:grpSp>
          <p:nvGrpSpPr>
            <p:cNvPr id="4361" name="Google Shape;4361;p72"/>
            <p:cNvGrpSpPr/>
            <p:nvPr/>
          </p:nvGrpSpPr>
          <p:grpSpPr>
            <a:xfrm>
              <a:off x="222198" y="1835512"/>
              <a:ext cx="1300496" cy="1801685"/>
              <a:chOff x="222198" y="1835512"/>
              <a:chExt cx="1300496" cy="1801685"/>
            </a:xfrm>
          </p:grpSpPr>
          <p:sp>
            <p:nvSpPr>
              <p:cNvPr id="4362" name="Google Shape;4362;p72"/>
              <p:cNvSpPr/>
              <p:nvPr/>
            </p:nvSpPr>
            <p:spPr>
              <a:xfrm>
                <a:off x="671318" y="1835512"/>
                <a:ext cx="851376" cy="1381445"/>
              </a:xfrm>
              <a:custGeom>
                <a:rect b="b" l="l" r="r" t="t"/>
                <a:pathLst>
                  <a:path extrusionOk="0" h="1381445" w="851376">
                    <a:moveTo>
                      <a:pt x="19608" y="0"/>
                    </a:moveTo>
                    <a:lnTo>
                      <a:pt x="722049" y="0"/>
                    </a:lnTo>
                    <a:lnTo>
                      <a:pt x="722049" y="368318"/>
                    </a:lnTo>
                    <a:lnTo>
                      <a:pt x="27411" y="368318"/>
                    </a:lnTo>
                    <a:lnTo>
                      <a:pt x="0" y="616526"/>
                    </a:lnTo>
                    <a:lnTo>
                      <a:pt x="191494" y="616581"/>
                    </a:lnTo>
                    <a:cubicBezTo>
                      <a:pt x="288232" y="616581"/>
                      <a:pt x="378985" y="631030"/>
                      <a:pt x="461237" y="659534"/>
                    </a:cubicBezTo>
                    <a:cubicBezTo>
                      <a:pt x="540929" y="687147"/>
                      <a:pt x="610935" y="727328"/>
                      <a:pt x="669338" y="778956"/>
                    </a:cubicBezTo>
                    <a:cubicBezTo>
                      <a:pt x="727429" y="830309"/>
                      <a:pt x="772576" y="891732"/>
                      <a:pt x="803530" y="961490"/>
                    </a:cubicBezTo>
                    <a:cubicBezTo>
                      <a:pt x="835275" y="1033048"/>
                      <a:pt x="851376" y="1111876"/>
                      <a:pt x="851376" y="1195790"/>
                    </a:cubicBezTo>
                    <a:cubicBezTo>
                      <a:pt x="851376" y="1260692"/>
                      <a:pt x="842325" y="1322896"/>
                      <a:pt x="824415" y="1381446"/>
                    </a:cubicBezTo>
                  </a:path>
                </a:pathLst>
              </a:custGeom>
              <a:noFill/>
              <a:ln cap="flat" cmpd="sng" w="2857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63" name="Google Shape;4363;p72"/>
              <p:cNvSpPr/>
              <p:nvPr/>
            </p:nvSpPr>
            <p:spPr>
              <a:xfrm>
                <a:off x="222198" y="2111636"/>
                <a:ext cx="904261" cy="1525561"/>
              </a:xfrm>
              <a:custGeom>
                <a:rect b="b" l="l" r="r" t="t"/>
                <a:pathLst>
                  <a:path extrusionOk="0" h="1525561" w="904261">
                    <a:moveTo>
                      <a:pt x="904262" y="1483086"/>
                    </a:moveTo>
                    <a:cubicBezTo>
                      <a:pt x="825259" y="1511278"/>
                      <a:pt x="739078" y="1525562"/>
                      <a:pt x="647976" y="1525562"/>
                    </a:cubicBezTo>
                    <a:cubicBezTo>
                      <a:pt x="556874" y="1525562"/>
                      <a:pt x="465589" y="1510488"/>
                      <a:pt x="385016" y="1480754"/>
                    </a:cubicBezTo>
                    <a:cubicBezTo>
                      <a:pt x="306895" y="1451920"/>
                      <a:pt x="238054" y="1410032"/>
                      <a:pt x="180414" y="1356247"/>
                    </a:cubicBezTo>
                    <a:cubicBezTo>
                      <a:pt x="122910" y="1302590"/>
                      <a:pt x="78149" y="1238587"/>
                      <a:pt x="47378" y="1166010"/>
                    </a:cubicBezTo>
                    <a:cubicBezTo>
                      <a:pt x="18323" y="1097473"/>
                      <a:pt x="2414" y="1022785"/>
                      <a:pt x="0" y="943718"/>
                    </a:cubicBezTo>
                    <a:lnTo>
                      <a:pt x="420295" y="943718"/>
                    </a:lnTo>
                    <a:cubicBezTo>
                      <a:pt x="424738" y="1000119"/>
                      <a:pt x="446871" y="1050830"/>
                      <a:pt x="483747" y="1088238"/>
                    </a:cubicBezTo>
                    <a:cubicBezTo>
                      <a:pt x="525323" y="1130420"/>
                      <a:pt x="583652" y="1153645"/>
                      <a:pt x="647976" y="1153645"/>
                    </a:cubicBezTo>
                    <a:cubicBezTo>
                      <a:pt x="712300" y="1153645"/>
                      <a:pt x="768665" y="1129805"/>
                      <a:pt x="810232" y="1086503"/>
                    </a:cubicBezTo>
                    <a:cubicBezTo>
                      <a:pt x="851468" y="1043550"/>
                      <a:pt x="874179" y="984293"/>
                      <a:pt x="874179" y="919630"/>
                    </a:cubicBezTo>
                    <a:cubicBezTo>
                      <a:pt x="874179" y="850284"/>
                      <a:pt x="850568" y="790578"/>
                      <a:pt x="805908" y="746955"/>
                    </a:cubicBezTo>
                    <a:cubicBezTo>
                      <a:pt x="761413" y="703497"/>
                      <a:pt x="700605" y="680528"/>
                      <a:pt x="630057" y="680528"/>
                    </a:cubicBezTo>
                    <a:lnTo>
                      <a:pt x="79526" y="680528"/>
                    </a:lnTo>
                    <a:lnTo>
                      <a:pt x="45138" y="636015"/>
                    </a:lnTo>
                    <a:lnTo>
                      <a:pt x="113299" y="0"/>
                    </a:lnTo>
                  </a:path>
                </a:pathLst>
              </a:custGeom>
              <a:noFill/>
              <a:ln cap="flat" cmpd="sng" w="2857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4364" name="Google Shape;4364;p72"/>
            <p:cNvSpPr/>
            <p:nvPr/>
          </p:nvSpPr>
          <p:spPr>
            <a:xfrm>
              <a:off x="1452254" y="3173848"/>
              <a:ext cx="86204" cy="86202"/>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65" name="Google Shape;4365;p72"/>
            <p:cNvSpPr/>
            <p:nvPr/>
          </p:nvSpPr>
          <p:spPr>
            <a:xfrm>
              <a:off x="1083358" y="3552365"/>
              <a:ext cx="86204" cy="86202"/>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66" name="Google Shape;4366;p72"/>
            <p:cNvSpPr/>
            <p:nvPr/>
          </p:nvSpPr>
          <p:spPr>
            <a:xfrm>
              <a:off x="292579" y="2068535"/>
              <a:ext cx="86204" cy="86202"/>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sp>
          <p:nvSpPr>
            <p:cNvPr id="4367" name="Google Shape;4367;p72"/>
            <p:cNvSpPr/>
            <p:nvPr/>
          </p:nvSpPr>
          <p:spPr>
            <a:xfrm>
              <a:off x="648045" y="1792412"/>
              <a:ext cx="86204" cy="86202"/>
            </a:xfrm>
            <a:custGeom>
              <a:rect b="b" l="l" r="r" t="t"/>
              <a:pathLst>
                <a:path extrusionOk="0" h="62221" w="62221">
                  <a:moveTo>
                    <a:pt x="62222" y="31111"/>
                  </a:moveTo>
                  <a:cubicBezTo>
                    <a:pt x="62222" y="48293"/>
                    <a:pt x="48293" y="62222"/>
                    <a:pt x="31111" y="62222"/>
                  </a:cubicBezTo>
                  <a:cubicBezTo>
                    <a:pt x="13929" y="62222"/>
                    <a:pt x="0" y="48293"/>
                    <a:pt x="0" y="31111"/>
                  </a:cubicBezTo>
                  <a:cubicBezTo>
                    <a:pt x="0" y="13929"/>
                    <a:pt x="13929" y="0"/>
                    <a:pt x="31111" y="0"/>
                  </a:cubicBezTo>
                  <a:cubicBezTo>
                    <a:pt x="48293" y="0"/>
                    <a:pt x="62222" y="13929"/>
                    <a:pt x="62222" y="31111"/>
                  </a:cubicBezTo>
                  <a:close/>
                </a:path>
              </a:pathLst>
            </a:custGeom>
            <a:solidFill>
              <a:srgbClr val="4E84C4"/>
            </a:solidFill>
            <a:ln cap="flat" cmpd="sng" w="9525">
              <a:solidFill>
                <a:srgbClr val="4E84C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818"/>
                <a:buFont typeface="Calibri"/>
                <a:buNone/>
              </a:pPr>
              <a:r>
                <a:t/>
              </a:r>
              <a:endParaRPr b="0" i="0" sz="818" u="none" cap="none" strike="noStrike">
                <a:solidFill>
                  <a:srgbClr val="000000"/>
                </a:solidFill>
                <a:latin typeface="Calibri"/>
                <a:ea typeface="Calibri"/>
                <a:cs typeface="Calibri"/>
                <a:sym typeface="Calibri"/>
              </a:endParaRPr>
            </a:p>
          </p:txBody>
        </p:sp>
      </p:grpSp>
      <p:sp>
        <p:nvSpPr>
          <p:cNvPr id="4368" name="Google Shape;4368;p72"/>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369" name="Google Shape;4369;p72"/>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370" name="Google Shape;4370;p72"/>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4" name="Shape 4374"/>
        <p:cNvGrpSpPr/>
        <p:nvPr/>
      </p:nvGrpSpPr>
      <p:grpSpPr>
        <a:xfrm>
          <a:off x="0" y="0"/>
          <a:ext cx="0" cy="0"/>
          <a:chOff x="0" y="0"/>
          <a:chExt cx="0" cy="0"/>
        </a:xfrm>
      </p:grpSpPr>
      <p:sp>
        <p:nvSpPr>
          <p:cNvPr id="4375" name="Google Shape;4375;p73"/>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376" name="Google Shape;4376;p73"/>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377" name="Google Shape;4377;p73"/>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lt1"/>
              </a:buClr>
              <a:buSzPts val="2400"/>
              <a:buFont typeface="Calibri"/>
              <a:buNone/>
            </a:pPr>
            <a:r>
              <a:rPr lang="en-US"/>
              <a:t>Slide title here</a:t>
            </a:r>
            <a:endParaRPr/>
          </a:p>
        </p:txBody>
      </p:sp>
      <p:grpSp>
        <p:nvGrpSpPr>
          <p:cNvPr id="4378" name="Google Shape;4378;p73"/>
          <p:cNvGrpSpPr/>
          <p:nvPr/>
        </p:nvGrpSpPr>
        <p:grpSpPr>
          <a:xfrm>
            <a:off x="3580251" y="1261640"/>
            <a:ext cx="4520568" cy="2941529"/>
            <a:chOff x="3572301" y="1305066"/>
            <a:chExt cx="4735774" cy="3081562"/>
          </a:xfrm>
        </p:grpSpPr>
        <p:sp>
          <p:nvSpPr>
            <p:cNvPr id="4379" name="Google Shape;4379;p73"/>
            <p:cNvSpPr/>
            <p:nvPr/>
          </p:nvSpPr>
          <p:spPr>
            <a:xfrm>
              <a:off x="3572301" y="1305066"/>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00">
                  <a:solidFill>
                    <a:schemeClr val="lt1"/>
                  </a:solidFill>
                  <a:latin typeface="Calibri"/>
                  <a:ea typeface="Calibri"/>
                  <a:cs typeface="Calibri"/>
                  <a:sym typeface="Calibri"/>
                </a:rPr>
                <a:t>Name</a:t>
              </a:r>
              <a:endParaRPr/>
            </a:p>
            <a:p>
              <a:pPr indent="0" lvl="0" marL="0" marR="0" rtl="0" algn="l">
                <a:spcBef>
                  <a:spcPts val="0"/>
                </a:spcBef>
                <a:spcAft>
                  <a:spcPts val="0"/>
                </a:spcAft>
                <a:buNone/>
              </a:pPr>
              <a:r>
                <a:rPr b="1" lang="en-US" sz="1000">
                  <a:solidFill>
                    <a:schemeClr val="lt1"/>
                  </a:solidFill>
                  <a:latin typeface="Calibri"/>
                  <a:ea typeface="Calibri"/>
                  <a:cs typeface="Calibri"/>
                  <a:sym typeface="Calibri"/>
                </a:rPr>
                <a:t>Last Name</a:t>
              </a:r>
              <a:endParaRPr/>
            </a:p>
          </p:txBody>
        </p:sp>
        <p:sp>
          <p:nvSpPr>
            <p:cNvPr id="4380" name="Google Shape;4380;p73"/>
            <p:cNvSpPr/>
            <p:nvPr/>
          </p:nvSpPr>
          <p:spPr>
            <a:xfrm>
              <a:off x="3572301" y="2449771"/>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Name</a:t>
              </a:r>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Last Name</a:t>
              </a:r>
              <a:endParaRPr b="1" sz="1800">
                <a:solidFill>
                  <a:schemeClr val="lt1"/>
                </a:solidFill>
                <a:latin typeface="Calibri"/>
                <a:ea typeface="Calibri"/>
                <a:cs typeface="Calibri"/>
                <a:sym typeface="Calibri"/>
              </a:endParaRPr>
            </a:p>
          </p:txBody>
        </p:sp>
        <p:sp>
          <p:nvSpPr>
            <p:cNvPr id="4381" name="Google Shape;4381;p73"/>
            <p:cNvSpPr/>
            <p:nvPr/>
          </p:nvSpPr>
          <p:spPr>
            <a:xfrm>
              <a:off x="3572301" y="3594477"/>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Name</a:t>
              </a:r>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Last Name</a:t>
              </a:r>
              <a:endParaRPr b="1" sz="1800">
                <a:solidFill>
                  <a:schemeClr val="lt1"/>
                </a:solidFill>
                <a:latin typeface="Calibri"/>
                <a:ea typeface="Calibri"/>
                <a:cs typeface="Calibri"/>
                <a:sym typeface="Calibri"/>
              </a:endParaRPr>
            </a:p>
          </p:txBody>
        </p:sp>
        <p:sp>
          <p:nvSpPr>
            <p:cNvPr id="4382" name="Google Shape;4382;p73"/>
            <p:cNvSpPr/>
            <p:nvPr/>
          </p:nvSpPr>
          <p:spPr>
            <a:xfrm>
              <a:off x="5288507" y="1309057"/>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383" name="Google Shape;4383;p73"/>
            <p:cNvSpPr/>
            <p:nvPr/>
          </p:nvSpPr>
          <p:spPr>
            <a:xfrm>
              <a:off x="5288507" y="2453762"/>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384" name="Google Shape;4384;p73"/>
            <p:cNvSpPr/>
            <p:nvPr/>
          </p:nvSpPr>
          <p:spPr>
            <a:xfrm>
              <a:off x="5288507" y="3598469"/>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385" name="Google Shape;4385;p73"/>
            <p:cNvSpPr/>
            <p:nvPr/>
          </p:nvSpPr>
          <p:spPr>
            <a:xfrm>
              <a:off x="7004713" y="1309057"/>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386" name="Google Shape;4386;p73"/>
            <p:cNvSpPr/>
            <p:nvPr/>
          </p:nvSpPr>
          <p:spPr>
            <a:xfrm>
              <a:off x="7004713" y="2453762"/>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387" name="Google Shape;4387;p73"/>
            <p:cNvSpPr/>
            <p:nvPr/>
          </p:nvSpPr>
          <p:spPr>
            <a:xfrm>
              <a:off x="7004713" y="3598468"/>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cxnSp>
          <p:nvCxnSpPr>
            <p:cNvPr id="4388" name="Google Shape;4388;p73"/>
            <p:cNvCxnSpPr/>
            <p:nvPr/>
          </p:nvCxnSpPr>
          <p:spPr>
            <a:xfrm>
              <a:off x="4931163" y="1699145"/>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389" name="Google Shape;4389;p73"/>
            <p:cNvCxnSpPr/>
            <p:nvPr/>
          </p:nvCxnSpPr>
          <p:spPr>
            <a:xfrm>
              <a:off x="6647369" y="1699145"/>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390" name="Google Shape;4390;p73"/>
            <p:cNvCxnSpPr/>
            <p:nvPr/>
          </p:nvCxnSpPr>
          <p:spPr>
            <a:xfrm>
              <a:off x="4931163" y="2843850"/>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391" name="Google Shape;4391;p73"/>
            <p:cNvCxnSpPr/>
            <p:nvPr/>
          </p:nvCxnSpPr>
          <p:spPr>
            <a:xfrm>
              <a:off x="6647369" y="2843850"/>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392" name="Google Shape;4392;p73"/>
            <p:cNvCxnSpPr/>
            <p:nvPr/>
          </p:nvCxnSpPr>
          <p:spPr>
            <a:xfrm>
              <a:off x="4931163" y="3988556"/>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393" name="Google Shape;4393;p73"/>
            <p:cNvCxnSpPr/>
            <p:nvPr/>
          </p:nvCxnSpPr>
          <p:spPr>
            <a:xfrm>
              <a:off x="6647369" y="3988556"/>
              <a:ext cx="301844" cy="0"/>
            </a:xfrm>
            <a:prstGeom prst="straightConnector1">
              <a:avLst/>
            </a:prstGeom>
            <a:noFill/>
            <a:ln cap="rnd" cmpd="sng" w="12700">
              <a:solidFill>
                <a:srgbClr val="4E84C4"/>
              </a:solidFill>
              <a:prstDash val="solid"/>
              <a:miter lim="8000"/>
              <a:headEnd len="sm" w="sm" type="none"/>
              <a:tailEnd len="sm" w="sm" type="none"/>
            </a:ln>
          </p:spPr>
        </p:cxnSp>
      </p:grpSp>
      <p:grpSp>
        <p:nvGrpSpPr>
          <p:cNvPr id="4394" name="Google Shape;4394;p73"/>
          <p:cNvGrpSpPr/>
          <p:nvPr/>
        </p:nvGrpSpPr>
        <p:grpSpPr>
          <a:xfrm>
            <a:off x="-606302" y="1320846"/>
            <a:ext cx="2819309" cy="2819307"/>
            <a:chOff x="-813556" y="1143000"/>
            <a:chExt cx="2953524" cy="2953522"/>
          </a:xfrm>
        </p:grpSpPr>
        <p:sp>
          <p:nvSpPr>
            <p:cNvPr id="4395" name="Google Shape;4395;p73"/>
            <p:cNvSpPr/>
            <p:nvPr/>
          </p:nvSpPr>
          <p:spPr>
            <a:xfrm>
              <a:off x="-813556" y="1143000"/>
              <a:ext cx="2953524" cy="2953522"/>
            </a:xfrm>
            <a:prstGeom prst="ellipse">
              <a:avLst/>
            </a:prstGeom>
            <a:solidFill>
              <a:srgbClr val="FDDEAC"/>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6" name="Google Shape;4396;p73"/>
            <p:cNvSpPr/>
            <p:nvPr/>
          </p:nvSpPr>
          <p:spPr>
            <a:xfrm>
              <a:off x="-558286" y="1398270"/>
              <a:ext cx="2442984" cy="2442982"/>
            </a:xfrm>
            <a:prstGeom prst="ellipse">
              <a:avLst/>
            </a:prstGeom>
            <a:solidFill>
              <a:srgbClr val="FDD085"/>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7" name="Google Shape;4397;p73"/>
            <p:cNvSpPr/>
            <p:nvPr/>
          </p:nvSpPr>
          <p:spPr>
            <a:xfrm>
              <a:off x="-310636" y="1645920"/>
              <a:ext cx="1947684" cy="1947682"/>
            </a:xfrm>
            <a:prstGeom prst="ellipse">
              <a:avLst/>
            </a:prstGeom>
            <a:solidFill>
              <a:srgbClr val="FBB03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8" name="Google Shape;4398;p73"/>
            <p:cNvSpPr/>
            <p:nvPr/>
          </p:nvSpPr>
          <p:spPr>
            <a:xfrm>
              <a:off x="-3278" y="1953278"/>
              <a:ext cx="1332968" cy="1332966"/>
            </a:xfrm>
            <a:prstGeom prst="ellipse">
              <a:avLst/>
            </a:prstGeom>
            <a:solidFill>
              <a:schemeClr val="dk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Head of</a:t>
              </a:r>
              <a:br>
                <a:rPr lang="en-US" sz="1200">
                  <a:solidFill>
                    <a:schemeClr val="lt1"/>
                  </a:solidFill>
                  <a:latin typeface="Calibri"/>
                  <a:ea typeface="Calibri"/>
                  <a:cs typeface="Calibri"/>
                  <a:sym typeface="Calibri"/>
                </a:rPr>
              </a:br>
              <a:r>
                <a:rPr lang="en-US" sz="1200">
                  <a:solidFill>
                    <a:schemeClr val="lt1"/>
                  </a:solidFill>
                  <a:latin typeface="Calibri"/>
                  <a:ea typeface="Calibri"/>
                  <a:cs typeface="Calibri"/>
                  <a:sym typeface="Calibri"/>
                </a:rPr>
                <a:t>Department</a:t>
              </a:r>
              <a:endParaRPr/>
            </a:p>
          </p:txBody>
        </p:sp>
      </p:grpSp>
      <p:sp>
        <p:nvSpPr>
          <p:cNvPr id="4399" name="Google Shape;4399;p73"/>
          <p:cNvSpPr/>
          <p:nvPr/>
        </p:nvSpPr>
        <p:spPr>
          <a:xfrm>
            <a:off x="2845188" y="1645920"/>
            <a:ext cx="628538" cy="2400300"/>
          </a:xfrm>
          <a:prstGeom prst="leftBrace">
            <a:avLst>
              <a:gd fmla="val 42201" name="adj1"/>
              <a:gd fmla="val 45397" name="adj2"/>
            </a:avLst>
          </a:prstGeom>
          <a:noFill/>
          <a:ln cap="flat" cmpd="sng" w="12700">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00" name="Google Shape;4400;p73"/>
          <p:cNvCxnSpPr/>
          <p:nvPr/>
        </p:nvCxnSpPr>
        <p:spPr>
          <a:xfrm>
            <a:off x="1421130" y="2734309"/>
            <a:ext cx="2052596" cy="0"/>
          </a:xfrm>
          <a:prstGeom prst="straightConnector1">
            <a:avLst/>
          </a:prstGeom>
          <a:noFill/>
          <a:ln cap="rnd" cmpd="sng" w="12700">
            <a:solidFill>
              <a:srgbClr val="4E84C4"/>
            </a:solidFill>
            <a:prstDash val="solid"/>
            <a:miter lim="8000"/>
            <a:headEnd len="med" w="med" type="oval"/>
            <a:tailEnd len="med" w="med" type="oval"/>
          </a:ln>
        </p:spPr>
      </p:cxn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4" name="Shape 4404"/>
        <p:cNvGrpSpPr/>
        <p:nvPr/>
      </p:nvGrpSpPr>
      <p:grpSpPr>
        <a:xfrm>
          <a:off x="0" y="0"/>
          <a:ext cx="0" cy="0"/>
          <a:chOff x="0" y="0"/>
          <a:chExt cx="0" cy="0"/>
        </a:xfrm>
      </p:grpSpPr>
      <p:sp>
        <p:nvSpPr>
          <p:cNvPr id="4405" name="Google Shape;4405;p74"/>
          <p:cNvSpPr txBox="1"/>
          <p:nvPr>
            <p:ph idx="12" type="sldNum"/>
          </p:nvPr>
        </p:nvSpPr>
        <p:spPr>
          <a:xfrm>
            <a:off x="4312604" y="4923599"/>
            <a:ext cx="300588" cy="12717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US"/>
              <a:t>‹#›</a:t>
            </a:fld>
            <a:endParaRPr/>
          </a:p>
        </p:txBody>
      </p:sp>
      <p:sp>
        <p:nvSpPr>
          <p:cNvPr id="4406" name="Google Shape;4406;p74"/>
          <p:cNvSpPr txBox="1"/>
          <p:nvPr>
            <p:ph idx="11" type="ftr"/>
          </p:nvPr>
        </p:nvSpPr>
        <p:spPr>
          <a:xfrm>
            <a:off x="4570610" y="4923599"/>
            <a:ext cx="1603957" cy="12717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US"/>
              <a:t>TCS confidential</a:t>
            </a:r>
            <a:endParaRPr/>
          </a:p>
        </p:txBody>
      </p:sp>
      <p:sp>
        <p:nvSpPr>
          <p:cNvPr id="4407" name="Google Shape;4407;p74"/>
          <p:cNvSpPr txBox="1"/>
          <p:nvPr>
            <p:ph type="title"/>
          </p:nvPr>
        </p:nvSpPr>
        <p:spPr>
          <a:xfrm>
            <a:off x="173944" y="142092"/>
            <a:ext cx="8651153" cy="553027"/>
          </a:xfrm>
          <a:prstGeom prst="rect">
            <a:avLst/>
          </a:prstGeom>
          <a:noFill/>
          <a:ln>
            <a:noFill/>
          </a:ln>
        </p:spPr>
        <p:txBody>
          <a:bodyPr anchorCtr="0" anchor="t" bIns="45700" lIns="91425" spcFirstLastPara="1" rIns="91425" wrap="square" tIns="0">
            <a:noAutofit/>
          </a:bodyPr>
          <a:lstStyle/>
          <a:p>
            <a:pPr indent="0" lvl="0" marL="0" rtl="0" algn="l">
              <a:lnSpc>
                <a:spcPct val="90000"/>
              </a:lnSpc>
              <a:spcBef>
                <a:spcPts val="0"/>
              </a:spcBef>
              <a:spcAft>
                <a:spcPts val="0"/>
              </a:spcAft>
              <a:buClr>
                <a:schemeClr val="dk1"/>
              </a:buClr>
              <a:buSzPts val="2400"/>
              <a:buFont typeface="Calibri"/>
              <a:buNone/>
            </a:pPr>
            <a:r>
              <a:rPr lang="en-US"/>
              <a:t>Slide title here</a:t>
            </a:r>
            <a:endParaRPr/>
          </a:p>
        </p:txBody>
      </p:sp>
      <p:grpSp>
        <p:nvGrpSpPr>
          <p:cNvPr id="4408" name="Google Shape;4408;p74"/>
          <p:cNvGrpSpPr/>
          <p:nvPr/>
        </p:nvGrpSpPr>
        <p:grpSpPr>
          <a:xfrm>
            <a:off x="3580251" y="1261640"/>
            <a:ext cx="4520568" cy="2941529"/>
            <a:chOff x="3572301" y="1305066"/>
            <a:chExt cx="4735774" cy="3081562"/>
          </a:xfrm>
        </p:grpSpPr>
        <p:sp>
          <p:nvSpPr>
            <p:cNvPr id="4409" name="Google Shape;4409;p74"/>
            <p:cNvSpPr/>
            <p:nvPr/>
          </p:nvSpPr>
          <p:spPr>
            <a:xfrm>
              <a:off x="3572301" y="1305066"/>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00">
                  <a:solidFill>
                    <a:schemeClr val="lt1"/>
                  </a:solidFill>
                  <a:latin typeface="Calibri"/>
                  <a:ea typeface="Calibri"/>
                  <a:cs typeface="Calibri"/>
                  <a:sym typeface="Calibri"/>
                </a:rPr>
                <a:t>Name</a:t>
              </a:r>
              <a:endParaRPr/>
            </a:p>
            <a:p>
              <a:pPr indent="0" lvl="0" marL="0" marR="0" rtl="0" algn="l">
                <a:spcBef>
                  <a:spcPts val="0"/>
                </a:spcBef>
                <a:spcAft>
                  <a:spcPts val="0"/>
                </a:spcAft>
                <a:buNone/>
              </a:pPr>
              <a:r>
                <a:rPr b="1" lang="en-US" sz="1000">
                  <a:solidFill>
                    <a:schemeClr val="lt1"/>
                  </a:solidFill>
                  <a:latin typeface="Calibri"/>
                  <a:ea typeface="Calibri"/>
                  <a:cs typeface="Calibri"/>
                  <a:sym typeface="Calibri"/>
                </a:rPr>
                <a:t>Last Name</a:t>
              </a:r>
              <a:endParaRPr/>
            </a:p>
          </p:txBody>
        </p:sp>
        <p:sp>
          <p:nvSpPr>
            <p:cNvPr id="4410" name="Google Shape;4410;p74"/>
            <p:cNvSpPr/>
            <p:nvPr/>
          </p:nvSpPr>
          <p:spPr>
            <a:xfrm>
              <a:off x="3572301" y="2449771"/>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Name</a:t>
              </a:r>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Last Name</a:t>
              </a:r>
              <a:endParaRPr b="1" sz="1800">
                <a:solidFill>
                  <a:schemeClr val="lt1"/>
                </a:solidFill>
                <a:latin typeface="Calibri"/>
                <a:ea typeface="Calibri"/>
                <a:cs typeface="Calibri"/>
                <a:sym typeface="Calibri"/>
              </a:endParaRPr>
            </a:p>
          </p:txBody>
        </p:sp>
        <p:sp>
          <p:nvSpPr>
            <p:cNvPr id="4411" name="Google Shape;4411;p74"/>
            <p:cNvSpPr/>
            <p:nvPr/>
          </p:nvSpPr>
          <p:spPr>
            <a:xfrm>
              <a:off x="3572301" y="3594477"/>
              <a:ext cx="1303362" cy="788159"/>
            </a:xfrm>
            <a:prstGeom prst="roundRect">
              <a:avLst>
                <a:gd fmla="val 9741" name="adj"/>
              </a:avLst>
            </a:prstGeom>
            <a:solidFill>
              <a:srgbClr val="4E84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Name</a:t>
              </a:r>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Last Name</a:t>
              </a:r>
              <a:endParaRPr b="1" sz="1800">
                <a:solidFill>
                  <a:schemeClr val="lt1"/>
                </a:solidFill>
                <a:latin typeface="Calibri"/>
                <a:ea typeface="Calibri"/>
                <a:cs typeface="Calibri"/>
                <a:sym typeface="Calibri"/>
              </a:endParaRPr>
            </a:p>
          </p:txBody>
        </p:sp>
        <p:sp>
          <p:nvSpPr>
            <p:cNvPr id="4412" name="Google Shape;4412;p74"/>
            <p:cNvSpPr/>
            <p:nvPr/>
          </p:nvSpPr>
          <p:spPr>
            <a:xfrm>
              <a:off x="5288507" y="1309057"/>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413" name="Google Shape;4413;p74"/>
            <p:cNvSpPr/>
            <p:nvPr/>
          </p:nvSpPr>
          <p:spPr>
            <a:xfrm>
              <a:off x="5288507" y="2453762"/>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414" name="Google Shape;4414;p74"/>
            <p:cNvSpPr/>
            <p:nvPr/>
          </p:nvSpPr>
          <p:spPr>
            <a:xfrm>
              <a:off x="5288507" y="3598469"/>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415" name="Google Shape;4415;p74"/>
            <p:cNvSpPr/>
            <p:nvPr/>
          </p:nvSpPr>
          <p:spPr>
            <a:xfrm>
              <a:off x="7004713" y="1309057"/>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416" name="Google Shape;4416;p74"/>
            <p:cNvSpPr/>
            <p:nvPr/>
          </p:nvSpPr>
          <p:spPr>
            <a:xfrm>
              <a:off x="7004713" y="2453762"/>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sp>
          <p:nvSpPr>
            <p:cNvPr id="4417" name="Google Shape;4417;p74"/>
            <p:cNvSpPr/>
            <p:nvPr/>
          </p:nvSpPr>
          <p:spPr>
            <a:xfrm>
              <a:off x="7004713" y="3598468"/>
              <a:ext cx="1303362" cy="788159"/>
            </a:xfrm>
            <a:prstGeom prst="roundRect">
              <a:avLst>
                <a:gd fmla="val 9741" name="adj"/>
              </a:avLst>
            </a:prstGeom>
            <a:solidFill>
              <a:srgbClr val="DAE6F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Name</a:t>
              </a:r>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Last Name</a:t>
              </a:r>
              <a:endParaRPr/>
            </a:p>
          </p:txBody>
        </p:sp>
        <p:cxnSp>
          <p:nvCxnSpPr>
            <p:cNvPr id="4418" name="Google Shape;4418;p74"/>
            <p:cNvCxnSpPr/>
            <p:nvPr/>
          </p:nvCxnSpPr>
          <p:spPr>
            <a:xfrm>
              <a:off x="4931163" y="1699145"/>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419" name="Google Shape;4419;p74"/>
            <p:cNvCxnSpPr/>
            <p:nvPr/>
          </p:nvCxnSpPr>
          <p:spPr>
            <a:xfrm>
              <a:off x="6647369" y="1699145"/>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420" name="Google Shape;4420;p74"/>
            <p:cNvCxnSpPr/>
            <p:nvPr/>
          </p:nvCxnSpPr>
          <p:spPr>
            <a:xfrm>
              <a:off x="4931163" y="2843850"/>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421" name="Google Shape;4421;p74"/>
            <p:cNvCxnSpPr/>
            <p:nvPr/>
          </p:nvCxnSpPr>
          <p:spPr>
            <a:xfrm>
              <a:off x="6647369" y="2843850"/>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422" name="Google Shape;4422;p74"/>
            <p:cNvCxnSpPr/>
            <p:nvPr/>
          </p:nvCxnSpPr>
          <p:spPr>
            <a:xfrm>
              <a:off x="4931163" y="3988556"/>
              <a:ext cx="301844" cy="0"/>
            </a:xfrm>
            <a:prstGeom prst="straightConnector1">
              <a:avLst/>
            </a:prstGeom>
            <a:noFill/>
            <a:ln cap="rnd" cmpd="sng" w="12700">
              <a:solidFill>
                <a:srgbClr val="4E84C4"/>
              </a:solidFill>
              <a:prstDash val="solid"/>
              <a:miter lim="8000"/>
              <a:headEnd len="sm" w="sm" type="none"/>
              <a:tailEnd len="sm" w="sm" type="none"/>
            </a:ln>
          </p:spPr>
        </p:cxnSp>
        <p:cxnSp>
          <p:nvCxnSpPr>
            <p:cNvPr id="4423" name="Google Shape;4423;p74"/>
            <p:cNvCxnSpPr/>
            <p:nvPr/>
          </p:nvCxnSpPr>
          <p:spPr>
            <a:xfrm>
              <a:off x="6647369" y="3988556"/>
              <a:ext cx="301844" cy="0"/>
            </a:xfrm>
            <a:prstGeom prst="straightConnector1">
              <a:avLst/>
            </a:prstGeom>
            <a:noFill/>
            <a:ln cap="rnd" cmpd="sng" w="12700">
              <a:solidFill>
                <a:srgbClr val="4E84C4"/>
              </a:solidFill>
              <a:prstDash val="solid"/>
              <a:miter lim="8000"/>
              <a:headEnd len="sm" w="sm" type="none"/>
              <a:tailEnd len="sm" w="sm" type="none"/>
            </a:ln>
          </p:spPr>
        </p:cxnSp>
      </p:grpSp>
      <p:grpSp>
        <p:nvGrpSpPr>
          <p:cNvPr id="4424" name="Google Shape;4424;p74"/>
          <p:cNvGrpSpPr/>
          <p:nvPr/>
        </p:nvGrpSpPr>
        <p:grpSpPr>
          <a:xfrm>
            <a:off x="-606302" y="1320846"/>
            <a:ext cx="2819309" cy="2819307"/>
            <a:chOff x="-813556" y="1143000"/>
            <a:chExt cx="2953524" cy="2953522"/>
          </a:xfrm>
        </p:grpSpPr>
        <p:sp>
          <p:nvSpPr>
            <p:cNvPr id="4425" name="Google Shape;4425;p74"/>
            <p:cNvSpPr/>
            <p:nvPr/>
          </p:nvSpPr>
          <p:spPr>
            <a:xfrm>
              <a:off x="-813556" y="1143000"/>
              <a:ext cx="2953524" cy="2953522"/>
            </a:xfrm>
            <a:prstGeom prst="ellipse">
              <a:avLst/>
            </a:prstGeom>
            <a:solidFill>
              <a:srgbClr val="FDDEAC"/>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6" name="Google Shape;4426;p74"/>
            <p:cNvSpPr/>
            <p:nvPr/>
          </p:nvSpPr>
          <p:spPr>
            <a:xfrm>
              <a:off x="-558286" y="1398270"/>
              <a:ext cx="2442984" cy="2442982"/>
            </a:xfrm>
            <a:prstGeom prst="ellipse">
              <a:avLst/>
            </a:prstGeom>
            <a:solidFill>
              <a:srgbClr val="FDD085"/>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7" name="Google Shape;4427;p74"/>
            <p:cNvSpPr/>
            <p:nvPr/>
          </p:nvSpPr>
          <p:spPr>
            <a:xfrm>
              <a:off x="-310636" y="1645920"/>
              <a:ext cx="1947684" cy="1947682"/>
            </a:xfrm>
            <a:prstGeom prst="ellipse">
              <a:avLst/>
            </a:prstGeom>
            <a:solidFill>
              <a:srgbClr val="FBB034"/>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8" name="Google Shape;4428;p74"/>
            <p:cNvSpPr/>
            <p:nvPr/>
          </p:nvSpPr>
          <p:spPr>
            <a:xfrm>
              <a:off x="-3278" y="1953278"/>
              <a:ext cx="1332968" cy="1332966"/>
            </a:xfrm>
            <a:prstGeom prst="ellipse">
              <a:avLst/>
            </a:prstGeom>
            <a:solidFill>
              <a:schemeClr val="dk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Head of</a:t>
              </a:r>
              <a:br>
                <a:rPr lang="en-US" sz="1200">
                  <a:solidFill>
                    <a:schemeClr val="lt1"/>
                  </a:solidFill>
                  <a:latin typeface="Calibri"/>
                  <a:ea typeface="Calibri"/>
                  <a:cs typeface="Calibri"/>
                  <a:sym typeface="Calibri"/>
                </a:rPr>
              </a:br>
              <a:r>
                <a:rPr lang="en-US" sz="1200">
                  <a:solidFill>
                    <a:schemeClr val="lt1"/>
                  </a:solidFill>
                  <a:latin typeface="Calibri"/>
                  <a:ea typeface="Calibri"/>
                  <a:cs typeface="Calibri"/>
                  <a:sym typeface="Calibri"/>
                </a:rPr>
                <a:t>Department</a:t>
              </a:r>
              <a:endParaRPr/>
            </a:p>
          </p:txBody>
        </p:sp>
      </p:grpSp>
      <p:sp>
        <p:nvSpPr>
          <p:cNvPr id="4429" name="Google Shape;4429;p74"/>
          <p:cNvSpPr/>
          <p:nvPr/>
        </p:nvSpPr>
        <p:spPr>
          <a:xfrm>
            <a:off x="2845188" y="1645920"/>
            <a:ext cx="628538" cy="2400300"/>
          </a:xfrm>
          <a:prstGeom prst="leftBrace">
            <a:avLst>
              <a:gd fmla="val 42201" name="adj1"/>
              <a:gd fmla="val 45397" name="adj2"/>
            </a:avLst>
          </a:prstGeom>
          <a:noFill/>
          <a:ln cap="flat" cmpd="sng" w="12700">
            <a:solidFill>
              <a:srgbClr val="4E84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30" name="Google Shape;4430;p74"/>
          <p:cNvCxnSpPr/>
          <p:nvPr/>
        </p:nvCxnSpPr>
        <p:spPr>
          <a:xfrm>
            <a:off x="1421130" y="2734309"/>
            <a:ext cx="2052596" cy="0"/>
          </a:xfrm>
          <a:prstGeom prst="straightConnector1">
            <a:avLst/>
          </a:prstGeom>
          <a:noFill/>
          <a:ln cap="rnd" cmpd="sng" w="12700">
            <a:solidFill>
              <a:srgbClr val="4E84C4"/>
            </a:solidFill>
            <a:prstDash val="solid"/>
            <a:miter lim="8000"/>
            <a:headEnd len="med" w="med" type="oval"/>
            <a:tailEnd len="med" w="med" type="oval"/>
          </a:ln>
        </p:spPr>
      </p:cxn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4" name="Shape 4434"/>
        <p:cNvGrpSpPr/>
        <p:nvPr/>
      </p:nvGrpSpPr>
      <p:grpSpPr>
        <a:xfrm>
          <a:off x="0" y="0"/>
          <a:ext cx="0" cy="0"/>
          <a:chOff x="0" y="0"/>
          <a:chExt cx="0" cy="0"/>
        </a:xfrm>
      </p:grpSpPr>
    </p:spTree>
  </p:cSld>
  <p:clrMapOvr>
    <a:masterClrMapping/>
  </p:clrMapOvr>
  <p:transition>
    <p:fade/>
  </p:transition>
</p:sld>
</file>

<file path=ppt/theme/theme1.xml><?xml version="1.0" encoding="utf-8"?>
<a:theme xmlns:a="http://schemas.openxmlformats.org/drawingml/2006/main" xmlns:r="http://schemas.openxmlformats.org/officeDocument/2006/relationships"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out TCS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ank you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Title Slide_Co branding">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2026-08-28T06:28:25Z</dcterms:created>
  <dc:creator>Tanmay Darak</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ies>
</file>